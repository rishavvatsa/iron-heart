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6"/>
    <p:sldMasterId id="2147483716" r:id="rId7"/>
  </p:sldMasterIdLst>
  <p:notesMasterIdLst>
    <p:notesMasterId r:id="rId42"/>
  </p:notesMasterIdLst>
  <p:handoutMasterIdLst>
    <p:handoutMasterId r:id="rId43"/>
  </p:handoutMasterIdLst>
  <p:sldIdLst>
    <p:sldId id="298" r:id="rId8"/>
    <p:sldId id="332" r:id="rId9"/>
    <p:sldId id="333" r:id="rId10"/>
    <p:sldId id="331" r:id="rId11"/>
    <p:sldId id="330" r:id="rId12"/>
    <p:sldId id="326" r:id="rId13"/>
    <p:sldId id="262" r:id="rId14"/>
    <p:sldId id="256" r:id="rId15"/>
    <p:sldId id="307" r:id="rId16"/>
    <p:sldId id="309" r:id="rId17"/>
    <p:sldId id="308" r:id="rId18"/>
    <p:sldId id="310" r:id="rId19"/>
    <p:sldId id="268" r:id="rId20"/>
    <p:sldId id="269" r:id="rId21"/>
    <p:sldId id="270" r:id="rId22"/>
    <p:sldId id="274" r:id="rId23"/>
    <p:sldId id="275" r:id="rId24"/>
    <p:sldId id="281" r:id="rId25"/>
    <p:sldId id="286" r:id="rId26"/>
    <p:sldId id="290" r:id="rId27"/>
    <p:sldId id="291" r:id="rId28"/>
    <p:sldId id="292" r:id="rId29"/>
    <p:sldId id="293" r:id="rId30"/>
    <p:sldId id="294" r:id="rId31"/>
    <p:sldId id="296" r:id="rId32"/>
    <p:sldId id="297" r:id="rId33"/>
    <p:sldId id="300" r:id="rId34"/>
    <p:sldId id="301" r:id="rId35"/>
    <p:sldId id="302" r:id="rId36"/>
    <p:sldId id="303" r:id="rId37"/>
    <p:sldId id="304" r:id="rId38"/>
    <p:sldId id="305" r:id="rId39"/>
    <p:sldId id="306"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3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0229"/>
    <a:srgbClr val="E5DFD3"/>
    <a:srgbClr val="E9EFF2"/>
    <a:srgbClr val="000000"/>
    <a:srgbClr val="E31837"/>
    <a:srgbClr val="E31937"/>
    <a:srgbClr val="0A0838"/>
    <a:srgbClr val="4D4D4F"/>
    <a:srgbClr val="29251D"/>
    <a:srgbClr val="E5DF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3373" autoAdjust="0"/>
  </p:normalViewPr>
  <p:slideViewPr>
    <p:cSldViewPr snapToGrid="0" showGuides="1">
      <p:cViewPr varScale="1">
        <p:scale>
          <a:sx n="60" d="100"/>
          <a:sy n="60" d="100"/>
        </p:scale>
        <p:origin x="1140" y="72"/>
      </p:cViewPr>
      <p:guideLst>
        <p:guide orient="horz" pos="2160"/>
        <p:guide pos="7333"/>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1" d="100"/>
          <a:sy n="61" d="100"/>
        </p:scale>
        <p:origin x="3182" y="3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handoutMaster" Target="handoutMasters/handoutMaster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s>
</file>

<file path=ppt/diagrams/_rels/data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6.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8.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ata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6.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8.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C8BA5A-56B4-4826-8479-16D22F90EBB2}"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9FE737A7-B7A5-41FA-AC67-5B67981B84B5}">
      <dgm:prSet/>
      <dgm:spPr/>
      <dgm:t>
        <a:bodyPr/>
        <a:lstStyle/>
        <a:p>
          <a:pPr>
            <a:lnSpc>
              <a:spcPct val="100000"/>
            </a:lnSpc>
          </a:pPr>
          <a:r>
            <a:rPr lang="en-US" dirty="0"/>
            <a:t>Integration &amp; API platform</a:t>
          </a:r>
        </a:p>
      </dgm:t>
    </dgm:pt>
    <dgm:pt modelId="{B8ED644C-DC91-4432-9F0C-5EFB5575177B}" type="parTrans" cxnId="{13996F05-0975-4766-A2C9-EE2B9D35A5A8}">
      <dgm:prSet/>
      <dgm:spPr/>
      <dgm:t>
        <a:bodyPr/>
        <a:lstStyle/>
        <a:p>
          <a:endParaRPr lang="en-US"/>
        </a:p>
      </dgm:t>
    </dgm:pt>
    <dgm:pt modelId="{14A87436-D7E5-4F17-88E8-DB861AFF304F}" type="sibTrans" cxnId="{13996F05-0975-4766-A2C9-EE2B9D35A5A8}">
      <dgm:prSet/>
      <dgm:spPr/>
      <dgm:t>
        <a:bodyPr/>
        <a:lstStyle/>
        <a:p>
          <a:endParaRPr lang="en-US"/>
        </a:p>
      </dgm:t>
    </dgm:pt>
    <dgm:pt modelId="{7C6A10DD-FA4E-43FC-A7C8-259A11998CD1}">
      <dgm:prSet/>
      <dgm:spPr/>
      <dgm:t>
        <a:bodyPr/>
        <a:lstStyle/>
        <a:p>
          <a:pPr>
            <a:lnSpc>
              <a:spcPct val="100000"/>
            </a:lnSpc>
          </a:pPr>
          <a:r>
            <a:rPr lang="en-US"/>
            <a:t>Connects applications, data, and devices</a:t>
          </a:r>
        </a:p>
      </dgm:t>
    </dgm:pt>
    <dgm:pt modelId="{45D878A3-E6CF-4922-A8FE-A77D6866F212}" type="parTrans" cxnId="{4F7E063E-44EA-43CB-B1DD-C0418F9E87F8}">
      <dgm:prSet/>
      <dgm:spPr/>
      <dgm:t>
        <a:bodyPr/>
        <a:lstStyle/>
        <a:p>
          <a:endParaRPr lang="en-US"/>
        </a:p>
      </dgm:t>
    </dgm:pt>
    <dgm:pt modelId="{566A2278-A894-4931-896E-8FF62934CBC7}" type="sibTrans" cxnId="{4F7E063E-44EA-43CB-B1DD-C0418F9E87F8}">
      <dgm:prSet/>
      <dgm:spPr/>
      <dgm:t>
        <a:bodyPr/>
        <a:lstStyle/>
        <a:p>
          <a:endParaRPr lang="en-US"/>
        </a:p>
      </dgm:t>
    </dgm:pt>
    <dgm:pt modelId="{2F1A5DC2-BB92-4E1F-841B-42350FE4AFAF}">
      <dgm:prSet/>
      <dgm:spPr/>
      <dgm:t>
        <a:bodyPr/>
        <a:lstStyle/>
        <a:p>
          <a:pPr>
            <a:lnSpc>
              <a:spcPct val="100000"/>
            </a:lnSpc>
          </a:pPr>
          <a:r>
            <a:rPr lang="en-US"/>
            <a:t>Enables API-led connectivity</a:t>
          </a:r>
        </a:p>
      </dgm:t>
    </dgm:pt>
    <dgm:pt modelId="{DC3D2F65-7B90-454C-8A33-EA5E3C69681A}" type="parTrans" cxnId="{BBF6B1FA-7544-4AC4-804B-DAE55103632E}">
      <dgm:prSet/>
      <dgm:spPr/>
      <dgm:t>
        <a:bodyPr/>
        <a:lstStyle/>
        <a:p>
          <a:endParaRPr lang="en-US"/>
        </a:p>
      </dgm:t>
    </dgm:pt>
    <dgm:pt modelId="{BD17CA6A-F641-475E-9F7A-A1565E09DEF2}" type="sibTrans" cxnId="{BBF6B1FA-7544-4AC4-804B-DAE55103632E}">
      <dgm:prSet/>
      <dgm:spPr/>
      <dgm:t>
        <a:bodyPr/>
        <a:lstStyle/>
        <a:p>
          <a:endParaRPr lang="en-US"/>
        </a:p>
      </dgm:t>
    </dgm:pt>
    <dgm:pt modelId="{7FAB8183-E2FF-4090-B5B9-D09F93BECFBD}" type="pres">
      <dgm:prSet presAssocID="{DFC8BA5A-56B4-4826-8479-16D22F90EBB2}" presName="root" presStyleCnt="0">
        <dgm:presLayoutVars>
          <dgm:dir/>
          <dgm:resizeHandles val="exact"/>
        </dgm:presLayoutVars>
      </dgm:prSet>
      <dgm:spPr/>
    </dgm:pt>
    <dgm:pt modelId="{D03671F6-05B8-41D3-91E6-7AA1270E1C0D}" type="pres">
      <dgm:prSet presAssocID="{9FE737A7-B7A5-41FA-AC67-5B67981B84B5}" presName="compNode" presStyleCnt="0"/>
      <dgm:spPr/>
    </dgm:pt>
    <dgm:pt modelId="{D2501163-A94C-411A-AE42-4E1B4E895BAF}" type="pres">
      <dgm:prSet presAssocID="{9FE737A7-B7A5-41FA-AC67-5B67981B84B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F832EDCA-3499-4BE9-AE10-E76D39E216BB}" type="pres">
      <dgm:prSet presAssocID="{9FE737A7-B7A5-41FA-AC67-5B67981B84B5}" presName="spaceRect" presStyleCnt="0"/>
      <dgm:spPr/>
    </dgm:pt>
    <dgm:pt modelId="{07EBC625-EF5F-442D-8C89-42505C79D3D4}" type="pres">
      <dgm:prSet presAssocID="{9FE737A7-B7A5-41FA-AC67-5B67981B84B5}" presName="textRect" presStyleLbl="revTx" presStyleIdx="0" presStyleCnt="3">
        <dgm:presLayoutVars>
          <dgm:chMax val="1"/>
          <dgm:chPref val="1"/>
        </dgm:presLayoutVars>
      </dgm:prSet>
      <dgm:spPr/>
    </dgm:pt>
    <dgm:pt modelId="{8F2DDCCC-253E-4F9D-B40D-36C533F487AC}" type="pres">
      <dgm:prSet presAssocID="{14A87436-D7E5-4F17-88E8-DB861AFF304F}" presName="sibTrans" presStyleCnt="0"/>
      <dgm:spPr/>
    </dgm:pt>
    <dgm:pt modelId="{F2DA444B-DE9A-434D-8842-276E3C0F1CE9}" type="pres">
      <dgm:prSet presAssocID="{7C6A10DD-FA4E-43FC-A7C8-259A11998CD1}" presName="compNode" presStyleCnt="0"/>
      <dgm:spPr/>
    </dgm:pt>
    <dgm:pt modelId="{22B79595-5970-46BC-B2D5-0F305DFE5396}" type="pres">
      <dgm:prSet presAssocID="{7C6A10DD-FA4E-43FC-A7C8-259A11998CD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ream"/>
        </a:ext>
      </dgm:extLst>
    </dgm:pt>
    <dgm:pt modelId="{6C8E53CD-6153-44AF-A998-39A8DDC2862B}" type="pres">
      <dgm:prSet presAssocID="{7C6A10DD-FA4E-43FC-A7C8-259A11998CD1}" presName="spaceRect" presStyleCnt="0"/>
      <dgm:spPr/>
    </dgm:pt>
    <dgm:pt modelId="{B52B77C1-F85F-4091-9DDB-C106132445D2}" type="pres">
      <dgm:prSet presAssocID="{7C6A10DD-FA4E-43FC-A7C8-259A11998CD1}" presName="textRect" presStyleLbl="revTx" presStyleIdx="1" presStyleCnt="3">
        <dgm:presLayoutVars>
          <dgm:chMax val="1"/>
          <dgm:chPref val="1"/>
        </dgm:presLayoutVars>
      </dgm:prSet>
      <dgm:spPr/>
    </dgm:pt>
    <dgm:pt modelId="{C3251F45-D4D1-432F-A39E-0B318825189D}" type="pres">
      <dgm:prSet presAssocID="{566A2278-A894-4931-896E-8FF62934CBC7}" presName="sibTrans" presStyleCnt="0"/>
      <dgm:spPr/>
    </dgm:pt>
    <dgm:pt modelId="{BBB14FC8-7ACB-4C86-9BC9-655BA654CDBF}" type="pres">
      <dgm:prSet presAssocID="{2F1A5DC2-BB92-4E1F-841B-42350FE4AFAF}" presName="compNode" presStyleCnt="0"/>
      <dgm:spPr/>
    </dgm:pt>
    <dgm:pt modelId="{C3159720-6A61-44B3-A2E7-DA27958FD1A7}" type="pres">
      <dgm:prSet presAssocID="{2F1A5DC2-BB92-4E1F-841B-42350FE4AFA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6C6C3ED6-C13C-4BE3-8EC7-F6D22AACA12F}" type="pres">
      <dgm:prSet presAssocID="{2F1A5DC2-BB92-4E1F-841B-42350FE4AFAF}" presName="spaceRect" presStyleCnt="0"/>
      <dgm:spPr/>
    </dgm:pt>
    <dgm:pt modelId="{7DDB21E3-1A8C-46C9-9898-664B60E4E1BD}" type="pres">
      <dgm:prSet presAssocID="{2F1A5DC2-BB92-4E1F-841B-42350FE4AFAF}" presName="textRect" presStyleLbl="revTx" presStyleIdx="2" presStyleCnt="3">
        <dgm:presLayoutVars>
          <dgm:chMax val="1"/>
          <dgm:chPref val="1"/>
        </dgm:presLayoutVars>
      </dgm:prSet>
      <dgm:spPr/>
    </dgm:pt>
  </dgm:ptLst>
  <dgm:cxnLst>
    <dgm:cxn modelId="{13996F05-0975-4766-A2C9-EE2B9D35A5A8}" srcId="{DFC8BA5A-56B4-4826-8479-16D22F90EBB2}" destId="{9FE737A7-B7A5-41FA-AC67-5B67981B84B5}" srcOrd="0" destOrd="0" parTransId="{B8ED644C-DC91-4432-9F0C-5EFB5575177B}" sibTransId="{14A87436-D7E5-4F17-88E8-DB861AFF304F}"/>
    <dgm:cxn modelId="{BFD76D34-5ECC-4529-8431-40F5AF368B29}" type="presOf" srcId="{DFC8BA5A-56B4-4826-8479-16D22F90EBB2}" destId="{7FAB8183-E2FF-4090-B5B9-D09F93BECFBD}" srcOrd="0" destOrd="0" presId="urn:microsoft.com/office/officeart/2018/2/layout/IconLabelList"/>
    <dgm:cxn modelId="{4F7E063E-44EA-43CB-B1DD-C0418F9E87F8}" srcId="{DFC8BA5A-56B4-4826-8479-16D22F90EBB2}" destId="{7C6A10DD-FA4E-43FC-A7C8-259A11998CD1}" srcOrd="1" destOrd="0" parTransId="{45D878A3-E6CF-4922-A8FE-A77D6866F212}" sibTransId="{566A2278-A894-4931-896E-8FF62934CBC7}"/>
    <dgm:cxn modelId="{A278785F-7288-4B1B-87C4-0EAE0FEAC262}" type="presOf" srcId="{9FE737A7-B7A5-41FA-AC67-5B67981B84B5}" destId="{07EBC625-EF5F-442D-8C89-42505C79D3D4}" srcOrd="0" destOrd="0" presId="urn:microsoft.com/office/officeart/2018/2/layout/IconLabelList"/>
    <dgm:cxn modelId="{2A151E86-CE47-40BB-AEF0-061D65E15EBE}" type="presOf" srcId="{7C6A10DD-FA4E-43FC-A7C8-259A11998CD1}" destId="{B52B77C1-F85F-4091-9DDB-C106132445D2}" srcOrd="0" destOrd="0" presId="urn:microsoft.com/office/officeart/2018/2/layout/IconLabelList"/>
    <dgm:cxn modelId="{30B392C3-7690-41AC-AB41-253EEF4E6350}" type="presOf" srcId="{2F1A5DC2-BB92-4E1F-841B-42350FE4AFAF}" destId="{7DDB21E3-1A8C-46C9-9898-664B60E4E1BD}" srcOrd="0" destOrd="0" presId="urn:microsoft.com/office/officeart/2018/2/layout/IconLabelList"/>
    <dgm:cxn modelId="{BBF6B1FA-7544-4AC4-804B-DAE55103632E}" srcId="{DFC8BA5A-56B4-4826-8479-16D22F90EBB2}" destId="{2F1A5DC2-BB92-4E1F-841B-42350FE4AFAF}" srcOrd="2" destOrd="0" parTransId="{DC3D2F65-7B90-454C-8A33-EA5E3C69681A}" sibTransId="{BD17CA6A-F641-475E-9F7A-A1565E09DEF2}"/>
    <dgm:cxn modelId="{DEE424F5-F083-4959-B7B9-6954210F131C}" type="presParOf" srcId="{7FAB8183-E2FF-4090-B5B9-D09F93BECFBD}" destId="{D03671F6-05B8-41D3-91E6-7AA1270E1C0D}" srcOrd="0" destOrd="0" presId="urn:microsoft.com/office/officeart/2018/2/layout/IconLabelList"/>
    <dgm:cxn modelId="{4E483BE1-DBB7-4CD8-93E7-50A116195268}" type="presParOf" srcId="{D03671F6-05B8-41D3-91E6-7AA1270E1C0D}" destId="{D2501163-A94C-411A-AE42-4E1B4E895BAF}" srcOrd="0" destOrd="0" presId="urn:microsoft.com/office/officeart/2018/2/layout/IconLabelList"/>
    <dgm:cxn modelId="{45D77D42-C33A-4A0D-985B-80788E11FE2E}" type="presParOf" srcId="{D03671F6-05B8-41D3-91E6-7AA1270E1C0D}" destId="{F832EDCA-3499-4BE9-AE10-E76D39E216BB}" srcOrd="1" destOrd="0" presId="urn:microsoft.com/office/officeart/2018/2/layout/IconLabelList"/>
    <dgm:cxn modelId="{90F82403-3F1E-4D6E-9A86-C1D8E22A17A7}" type="presParOf" srcId="{D03671F6-05B8-41D3-91E6-7AA1270E1C0D}" destId="{07EBC625-EF5F-442D-8C89-42505C79D3D4}" srcOrd="2" destOrd="0" presId="urn:microsoft.com/office/officeart/2018/2/layout/IconLabelList"/>
    <dgm:cxn modelId="{DB08B93A-8263-433A-A28E-4C1DAADD980F}" type="presParOf" srcId="{7FAB8183-E2FF-4090-B5B9-D09F93BECFBD}" destId="{8F2DDCCC-253E-4F9D-B40D-36C533F487AC}" srcOrd="1" destOrd="0" presId="urn:microsoft.com/office/officeart/2018/2/layout/IconLabelList"/>
    <dgm:cxn modelId="{3464FC51-FB37-47B7-B4BC-2A0E4258757D}" type="presParOf" srcId="{7FAB8183-E2FF-4090-B5B9-D09F93BECFBD}" destId="{F2DA444B-DE9A-434D-8842-276E3C0F1CE9}" srcOrd="2" destOrd="0" presId="urn:microsoft.com/office/officeart/2018/2/layout/IconLabelList"/>
    <dgm:cxn modelId="{3A0913FE-B9BB-4D94-AF74-65E5DA0DBCAB}" type="presParOf" srcId="{F2DA444B-DE9A-434D-8842-276E3C0F1CE9}" destId="{22B79595-5970-46BC-B2D5-0F305DFE5396}" srcOrd="0" destOrd="0" presId="urn:microsoft.com/office/officeart/2018/2/layout/IconLabelList"/>
    <dgm:cxn modelId="{48CA96B2-8691-4534-BC90-14DDA31BC5DC}" type="presParOf" srcId="{F2DA444B-DE9A-434D-8842-276E3C0F1CE9}" destId="{6C8E53CD-6153-44AF-A998-39A8DDC2862B}" srcOrd="1" destOrd="0" presId="urn:microsoft.com/office/officeart/2018/2/layout/IconLabelList"/>
    <dgm:cxn modelId="{13E56DBA-E774-4187-8B64-8478D5EAB7E6}" type="presParOf" srcId="{F2DA444B-DE9A-434D-8842-276E3C0F1CE9}" destId="{B52B77C1-F85F-4091-9DDB-C106132445D2}" srcOrd="2" destOrd="0" presId="urn:microsoft.com/office/officeart/2018/2/layout/IconLabelList"/>
    <dgm:cxn modelId="{026E81EE-08B6-4E86-96D0-D1DFE1DDD818}" type="presParOf" srcId="{7FAB8183-E2FF-4090-B5B9-D09F93BECFBD}" destId="{C3251F45-D4D1-432F-A39E-0B318825189D}" srcOrd="3" destOrd="0" presId="urn:microsoft.com/office/officeart/2018/2/layout/IconLabelList"/>
    <dgm:cxn modelId="{233A26EB-490C-4744-8592-4A8A774B9DE2}" type="presParOf" srcId="{7FAB8183-E2FF-4090-B5B9-D09F93BECFBD}" destId="{BBB14FC8-7ACB-4C86-9BC9-655BA654CDBF}" srcOrd="4" destOrd="0" presId="urn:microsoft.com/office/officeart/2018/2/layout/IconLabelList"/>
    <dgm:cxn modelId="{D420A66F-B6A7-4480-9AED-B6D44FC33CA4}" type="presParOf" srcId="{BBB14FC8-7ACB-4C86-9BC9-655BA654CDBF}" destId="{C3159720-6A61-44B3-A2E7-DA27958FD1A7}" srcOrd="0" destOrd="0" presId="urn:microsoft.com/office/officeart/2018/2/layout/IconLabelList"/>
    <dgm:cxn modelId="{9D46533E-F6A6-4B53-98A7-68B52500BE65}" type="presParOf" srcId="{BBB14FC8-7ACB-4C86-9BC9-655BA654CDBF}" destId="{6C6C3ED6-C13C-4BE3-8EC7-F6D22AACA12F}" srcOrd="1" destOrd="0" presId="urn:microsoft.com/office/officeart/2018/2/layout/IconLabelList"/>
    <dgm:cxn modelId="{8EA7AA10-05E5-4AEF-9D71-D196635E7055}" type="presParOf" srcId="{BBB14FC8-7ACB-4C86-9BC9-655BA654CDBF}" destId="{7DDB21E3-1A8C-46C9-9898-664B60E4E1B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55151A-3ACB-4B0E-BBAE-E5F88E60889B}" type="doc">
      <dgm:prSet loTypeId="urn:microsoft.com/office/officeart/2018/5/layout/IconLeafLabelList" loCatId="icon" qsTypeId="urn:microsoft.com/office/officeart/2005/8/quickstyle/simple1" qsCatId="simple" csTypeId="urn:microsoft.com/office/officeart/2005/8/colors/accent2_2" csCatId="accent2" phldr="1"/>
      <dgm:spPr/>
      <dgm:t>
        <a:bodyPr/>
        <a:lstStyle/>
        <a:p>
          <a:endParaRPr lang="en-US"/>
        </a:p>
      </dgm:t>
    </dgm:pt>
    <dgm:pt modelId="{A4422EB2-C456-427B-A45E-6198B394E744}">
      <dgm:prSet/>
      <dgm:spPr/>
      <dgm:t>
        <a:bodyPr/>
        <a:lstStyle/>
        <a:p>
          <a:pPr>
            <a:lnSpc>
              <a:spcPct val="100000"/>
            </a:lnSpc>
            <a:defRPr cap="all"/>
          </a:pPr>
          <a:r>
            <a:rPr lang="en-US" dirty="0"/>
            <a:t>Integration connects different systems and applications for seamless data exchange.</a:t>
          </a:r>
        </a:p>
      </dgm:t>
    </dgm:pt>
    <dgm:pt modelId="{607F490E-17B9-4A2B-9933-176AABDC5E1F}" type="parTrans" cxnId="{A1B59869-FB1F-44AB-9B05-A2C20F176F56}">
      <dgm:prSet/>
      <dgm:spPr/>
      <dgm:t>
        <a:bodyPr/>
        <a:lstStyle/>
        <a:p>
          <a:endParaRPr lang="en-US"/>
        </a:p>
      </dgm:t>
    </dgm:pt>
    <dgm:pt modelId="{76794404-555E-4B87-AF9C-955389AC0842}" type="sibTrans" cxnId="{A1B59869-FB1F-44AB-9B05-A2C20F176F56}">
      <dgm:prSet/>
      <dgm:spPr/>
      <dgm:t>
        <a:bodyPr/>
        <a:lstStyle/>
        <a:p>
          <a:endParaRPr lang="en-US"/>
        </a:p>
      </dgm:t>
    </dgm:pt>
    <dgm:pt modelId="{BE13115C-44D6-4114-B664-BFE66DB79339}">
      <dgm:prSet/>
      <dgm:spPr/>
      <dgm:t>
        <a:bodyPr/>
        <a:lstStyle/>
        <a:p>
          <a:pPr>
            <a:lnSpc>
              <a:spcPct val="100000"/>
            </a:lnSpc>
            <a:defRPr cap="all"/>
          </a:pPr>
          <a:r>
            <a:rPr lang="en-US" dirty="0"/>
            <a:t>MuleSoft’s Anypoint Platform enables building and managing APIs and integrations.</a:t>
          </a:r>
        </a:p>
      </dgm:t>
    </dgm:pt>
    <dgm:pt modelId="{280966F6-3643-4AC8-A871-91F931221F62}" type="parTrans" cxnId="{DE97832B-B274-4A57-8483-B74B89F9A31B}">
      <dgm:prSet/>
      <dgm:spPr/>
      <dgm:t>
        <a:bodyPr/>
        <a:lstStyle/>
        <a:p>
          <a:endParaRPr lang="en-US"/>
        </a:p>
      </dgm:t>
    </dgm:pt>
    <dgm:pt modelId="{1B0698F8-C705-467E-BBDC-390A8A93D75B}" type="sibTrans" cxnId="{DE97832B-B274-4A57-8483-B74B89F9A31B}">
      <dgm:prSet/>
      <dgm:spPr/>
      <dgm:t>
        <a:bodyPr/>
        <a:lstStyle/>
        <a:p>
          <a:endParaRPr lang="en-US"/>
        </a:p>
      </dgm:t>
    </dgm:pt>
    <dgm:pt modelId="{B99EEA96-53AC-4FE1-82E0-E08EDCC78B80}">
      <dgm:prSet/>
      <dgm:spPr/>
      <dgm:t>
        <a:bodyPr/>
        <a:lstStyle/>
        <a:p>
          <a:pPr>
            <a:lnSpc>
              <a:spcPct val="100000"/>
            </a:lnSpc>
            <a:defRPr cap="all"/>
          </a:pPr>
          <a:r>
            <a:rPr lang="en-US"/>
            <a:t>It helps automate workflows and synchronize data across cloud and on-premises environments.</a:t>
          </a:r>
        </a:p>
      </dgm:t>
    </dgm:pt>
    <dgm:pt modelId="{D5BE3AB3-357A-4117-8B1C-817808F32417}" type="parTrans" cxnId="{D6A86314-8D8A-4B3D-9E50-93F2E3F989F0}">
      <dgm:prSet/>
      <dgm:spPr/>
      <dgm:t>
        <a:bodyPr/>
        <a:lstStyle/>
        <a:p>
          <a:endParaRPr lang="en-US"/>
        </a:p>
      </dgm:t>
    </dgm:pt>
    <dgm:pt modelId="{B230C6BD-CDE8-44D4-A88E-84A1E0266939}" type="sibTrans" cxnId="{D6A86314-8D8A-4B3D-9E50-93F2E3F989F0}">
      <dgm:prSet/>
      <dgm:spPr/>
      <dgm:t>
        <a:bodyPr/>
        <a:lstStyle/>
        <a:p>
          <a:endParaRPr lang="en-US"/>
        </a:p>
      </dgm:t>
    </dgm:pt>
    <dgm:pt modelId="{1B50751C-87D8-416C-94D9-E27E0E3B8971}" type="pres">
      <dgm:prSet presAssocID="{1855151A-3ACB-4B0E-BBAE-E5F88E60889B}" presName="root" presStyleCnt="0">
        <dgm:presLayoutVars>
          <dgm:dir/>
          <dgm:resizeHandles val="exact"/>
        </dgm:presLayoutVars>
      </dgm:prSet>
      <dgm:spPr/>
    </dgm:pt>
    <dgm:pt modelId="{D17A553D-1C0F-421B-9CB8-2BF2B41CE36C}" type="pres">
      <dgm:prSet presAssocID="{A4422EB2-C456-427B-A45E-6198B394E744}" presName="compNode" presStyleCnt="0"/>
      <dgm:spPr/>
    </dgm:pt>
    <dgm:pt modelId="{7C62EFBC-82CF-41B3-8530-A84EF698ED4C}" type="pres">
      <dgm:prSet presAssocID="{A4422EB2-C456-427B-A45E-6198B394E744}" presName="iconBgRect" presStyleLbl="bgShp" presStyleIdx="0" presStyleCnt="3"/>
      <dgm:spPr>
        <a:prstGeom prst="round2DiagRect">
          <a:avLst>
            <a:gd name="adj1" fmla="val 29727"/>
            <a:gd name="adj2" fmla="val 0"/>
          </a:avLst>
        </a:prstGeom>
      </dgm:spPr>
    </dgm:pt>
    <dgm:pt modelId="{0563C184-62C8-4684-9B29-7FF0ACC463C3}" type="pres">
      <dgm:prSet presAssocID="{A4422EB2-C456-427B-A45E-6198B394E74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8A2DF98C-B0D4-493A-9C6E-CCEFE8D1F0B0}" type="pres">
      <dgm:prSet presAssocID="{A4422EB2-C456-427B-A45E-6198B394E744}" presName="spaceRect" presStyleCnt="0"/>
      <dgm:spPr/>
    </dgm:pt>
    <dgm:pt modelId="{BC9BF0AE-B334-4DEE-89BF-6F3785C64E6E}" type="pres">
      <dgm:prSet presAssocID="{A4422EB2-C456-427B-A45E-6198B394E744}" presName="textRect" presStyleLbl="revTx" presStyleIdx="0" presStyleCnt="3">
        <dgm:presLayoutVars>
          <dgm:chMax val="1"/>
          <dgm:chPref val="1"/>
        </dgm:presLayoutVars>
      </dgm:prSet>
      <dgm:spPr/>
    </dgm:pt>
    <dgm:pt modelId="{86502D8B-154E-4893-937E-329F9A277441}" type="pres">
      <dgm:prSet presAssocID="{76794404-555E-4B87-AF9C-955389AC0842}" presName="sibTrans" presStyleCnt="0"/>
      <dgm:spPr/>
    </dgm:pt>
    <dgm:pt modelId="{E6D40B22-6B11-421F-B3A5-E5D58B70450F}" type="pres">
      <dgm:prSet presAssocID="{BE13115C-44D6-4114-B664-BFE66DB79339}" presName="compNode" presStyleCnt="0"/>
      <dgm:spPr/>
    </dgm:pt>
    <dgm:pt modelId="{4D7D5D1C-DC1F-47B9-B45A-C6EA0CFC2FAE}" type="pres">
      <dgm:prSet presAssocID="{BE13115C-44D6-4114-B664-BFE66DB79339}" presName="iconBgRect" presStyleLbl="bgShp" presStyleIdx="1" presStyleCnt="3"/>
      <dgm:spPr>
        <a:prstGeom prst="round2DiagRect">
          <a:avLst>
            <a:gd name="adj1" fmla="val 29727"/>
            <a:gd name="adj2" fmla="val 0"/>
          </a:avLst>
        </a:prstGeom>
      </dgm:spPr>
    </dgm:pt>
    <dgm:pt modelId="{9045ECD2-B50D-4317-B9C8-0FB462911A73}" type="pres">
      <dgm:prSet presAssocID="{BE13115C-44D6-4114-B664-BFE66DB7933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yncing Cloud"/>
        </a:ext>
      </dgm:extLst>
    </dgm:pt>
    <dgm:pt modelId="{4773B18F-FB1F-4299-B1AD-3F5CF5581A47}" type="pres">
      <dgm:prSet presAssocID="{BE13115C-44D6-4114-B664-BFE66DB79339}" presName="spaceRect" presStyleCnt="0"/>
      <dgm:spPr/>
    </dgm:pt>
    <dgm:pt modelId="{794FD14F-8839-4032-8565-121B7E0963AE}" type="pres">
      <dgm:prSet presAssocID="{BE13115C-44D6-4114-B664-BFE66DB79339}" presName="textRect" presStyleLbl="revTx" presStyleIdx="1" presStyleCnt="3">
        <dgm:presLayoutVars>
          <dgm:chMax val="1"/>
          <dgm:chPref val="1"/>
        </dgm:presLayoutVars>
      </dgm:prSet>
      <dgm:spPr/>
    </dgm:pt>
    <dgm:pt modelId="{74F17D56-C473-424F-8CDA-D3B507AC0ACB}" type="pres">
      <dgm:prSet presAssocID="{1B0698F8-C705-467E-BBDC-390A8A93D75B}" presName="sibTrans" presStyleCnt="0"/>
      <dgm:spPr/>
    </dgm:pt>
    <dgm:pt modelId="{4EDE0DA0-D633-4DE9-BF0B-1BFC251EA334}" type="pres">
      <dgm:prSet presAssocID="{B99EEA96-53AC-4FE1-82E0-E08EDCC78B80}" presName="compNode" presStyleCnt="0"/>
      <dgm:spPr/>
    </dgm:pt>
    <dgm:pt modelId="{9A8F53D9-17B1-4200-A6B8-045C04F288A9}" type="pres">
      <dgm:prSet presAssocID="{B99EEA96-53AC-4FE1-82E0-E08EDCC78B80}" presName="iconBgRect" presStyleLbl="bgShp" presStyleIdx="2" presStyleCnt="3"/>
      <dgm:spPr>
        <a:prstGeom prst="round2DiagRect">
          <a:avLst>
            <a:gd name="adj1" fmla="val 29727"/>
            <a:gd name="adj2" fmla="val 0"/>
          </a:avLst>
        </a:prstGeom>
      </dgm:spPr>
    </dgm:pt>
    <dgm:pt modelId="{E1074A09-5898-41DD-BA4D-06C09A7CC240}" type="pres">
      <dgm:prSet presAssocID="{B99EEA96-53AC-4FE1-82E0-E08EDCC78B8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ud Computing"/>
        </a:ext>
      </dgm:extLst>
    </dgm:pt>
    <dgm:pt modelId="{3B1308F4-E266-4311-9455-14F44ED427BF}" type="pres">
      <dgm:prSet presAssocID="{B99EEA96-53AC-4FE1-82E0-E08EDCC78B80}" presName="spaceRect" presStyleCnt="0"/>
      <dgm:spPr/>
    </dgm:pt>
    <dgm:pt modelId="{10FEEAF2-460A-40E6-87C0-DC5AB1C1D83F}" type="pres">
      <dgm:prSet presAssocID="{B99EEA96-53AC-4FE1-82E0-E08EDCC78B80}" presName="textRect" presStyleLbl="revTx" presStyleIdx="2" presStyleCnt="3">
        <dgm:presLayoutVars>
          <dgm:chMax val="1"/>
          <dgm:chPref val="1"/>
        </dgm:presLayoutVars>
      </dgm:prSet>
      <dgm:spPr/>
    </dgm:pt>
  </dgm:ptLst>
  <dgm:cxnLst>
    <dgm:cxn modelId="{6B03840D-307A-4EEB-ABB8-D9AB8A54EE03}" type="presOf" srcId="{1855151A-3ACB-4B0E-BBAE-E5F88E60889B}" destId="{1B50751C-87D8-416C-94D9-E27E0E3B8971}" srcOrd="0" destOrd="0" presId="urn:microsoft.com/office/officeart/2018/5/layout/IconLeafLabelList"/>
    <dgm:cxn modelId="{D6A86314-8D8A-4B3D-9E50-93F2E3F989F0}" srcId="{1855151A-3ACB-4B0E-BBAE-E5F88E60889B}" destId="{B99EEA96-53AC-4FE1-82E0-E08EDCC78B80}" srcOrd="2" destOrd="0" parTransId="{D5BE3AB3-357A-4117-8B1C-817808F32417}" sibTransId="{B230C6BD-CDE8-44D4-A88E-84A1E0266939}"/>
    <dgm:cxn modelId="{DE97832B-B274-4A57-8483-B74B89F9A31B}" srcId="{1855151A-3ACB-4B0E-BBAE-E5F88E60889B}" destId="{BE13115C-44D6-4114-B664-BFE66DB79339}" srcOrd="1" destOrd="0" parTransId="{280966F6-3643-4AC8-A871-91F931221F62}" sibTransId="{1B0698F8-C705-467E-BBDC-390A8A93D75B}"/>
    <dgm:cxn modelId="{E88AED3F-B3F9-41ED-BE85-FAA7FF51BE86}" type="presOf" srcId="{BE13115C-44D6-4114-B664-BFE66DB79339}" destId="{794FD14F-8839-4032-8565-121B7E0963AE}" srcOrd="0" destOrd="0" presId="urn:microsoft.com/office/officeart/2018/5/layout/IconLeafLabelList"/>
    <dgm:cxn modelId="{E1A38C42-755C-4782-B850-F0D4BAD3B780}" type="presOf" srcId="{B99EEA96-53AC-4FE1-82E0-E08EDCC78B80}" destId="{10FEEAF2-460A-40E6-87C0-DC5AB1C1D83F}" srcOrd="0" destOrd="0" presId="urn:microsoft.com/office/officeart/2018/5/layout/IconLeafLabelList"/>
    <dgm:cxn modelId="{A1B59869-FB1F-44AB-9B05-A2C20F176F56}" srcId="{1855151A-3ACB-4B0E-BBAE-E5F88E60889B}" destId="{A4422EB2-C456-427B-A45E-6198B394E744}" srcOrd="0" destOrd="0" parTransId="{607F490E-17B9-4A2B-9933-176AABDC5E1F}" sibTransId="{76794404-555E-4B87-AF9C-955389AC0842}"/>
    <dgm:cxn modelId="{EAB882CD-68A2-483D-A4BC-63E05975CAE5}" type="presOf" srcId="{A4422EB2-C456-427B-A45E-6198B394E744}" destId="{BC9BF0AE-B334-4DEE-89BF-6F3785C64E6E}" srcOrd="0" destOrd="0" presId="urn:microsoft.com/office/officeart/2018/5/layout/IconLeafLabelList"/>
    <dgm:cxn modelId="{1E72D2A9-448A-43C6-BF83-67D56FE6D450}" type="presParOf" srcId="{1B50751C-87D8-416C-94D9-E27E0E3B8971}" destId="{D17A553D-1C0F-421B-9CB8-2BF2B41CE36C}" srcOrd="0" destOrd="0" presId="urn:microsoft.com/office/officeart/2018/5/layout/IconLeafLabelList"/>
    <dgm:cxn modelId="{76BA57DB-1620-4233-9CB6-BFBC4A019082}" type="presParOf" srcId="{D17A553D-1C0F-421B-9CB8-2BF2B41CE36C}" destId="{7C62EFBC-82CF-41B3-8530-A84EF698ED4C}" srcOrd="0" destOrd="0" presId="urn:microsoft.com/office/officeart/2018/5/layout/IconLeafLabelList"/>
    <dgm:cxn modelId="{9CCFDA65-736B-494E-93EF-D2B69BDE3DD5}" type="presParOf" srcId="{D17A553D-1C0F-421B-9CB8-2BF2B41CE36C}" destId="{0563C184-62C8-4684-9B29-7FF0ACC463C3}" srcOrd="1" destOrd="0" presId="urn:microsoft.com/office/officeart/2018/5/layout/IconLeafLabelList"/>
    <dgm:cxn modelId="{BF8B98A1-F3D9-4083-A246-1524F9051D78}" type="presParOf" srcId="{D17A553D-1C0F-421B-9CB8-2BF2B41CE36C}" destId="{8A2DF98C-B0D4-493A-9C6E-CCEFE8D1F0B0}" srcOrd="2" destOrd="0" presId="urn:microsoft.com/office/officeart/2018/5/layout/IconLeafLabelList"/>
    <dgm:cxn modelId="{05A12A22-1AAD-416F-BE8A-0823C147F424}" type="presParOf" srcId="{D17A553D-1C0F-421B-9CB8-2BF2B41CE36C}" destId="{BC9BF0AE-B334-4DEE-89BF-6F3785C64E6E}" srcOrd="3" destOrd="0" presId="urn:microsoft.com/office/officeart/2018/5/layout/IconLeafLabelList"/>
    <dgm:cxn modelId="{2BB416E3-67C2-423E-828E-8BC56699BA4A}" type="presParOf" srcId="{1B50751C-87D8-416C-94D9-E27E0E3B8971}" destId="{86502D8B-154E-4893-937E-329F9A277441}" srcOrd="1" destOrd="0" presId="urn:microsoft.com/office/officeart/2018/5/layout/IconLeafLabelList"/>
    <dgm:cxn modelId="{224B1530-5E13-41A4-A34B-99231065C0DA}" type="presParOf" srcId="{1B50751C-87D8-416C-94D9-E27E0E3B8971}" destId="{E6D40B22-6B11-421F-B3A5-E5D58B70450F}" srcOrd="2" destOrd="0" presId="urn:microsoft.com/office/officeart/2018/5/layout/IconLeafLabelList"/>
    <dgm:cxn modelId="{263D7019-C732-4D28-A849-F2AB376299FD}" type="presParOf" srcId="{E6D40B22-6B11-421F-B3A5-E5D58B70450F}" destId="{4D7D5D1C-DC1F-47B9-B45A-C6EA0CFC2FAE}" srcOrd="0" destOrd="0" presId="urn:microsoft.com/office/officeart/2018/5/layout/IconLeafLabelList"/>
    <dgm:cxn modelId="{F014F8CB-85A1-46A9-8B58-15B473B8767E}" type="presParOf" srcId="{E6D40B22-6B11-421F-B3A5-E5D58B70450F}" destId="{9045ECD2-B50D-4317-B9C8-0FB462911A73}" srcOrd="1" destOrd="0" presId="urn:microsoft.com/office/officeart/2018/5/layout/IconLeafLabelList"/>
    <dgm:cxn modelId="{EA4C6BDC-6B26-4DA9-94B0-5AEDF37341D4}" type="presParOf" srcId="{E6D40B22-6B11-421F-B3A5-E5D58B70450F}" destId="{4773B18F-FB1F-4299-B1AD-3F5CF5581A47}" srcOrd="2" destOrd="0" presId="urn:microsoft.com/office/officeart/2018/5/layout/IconLeafLabelList"/>
    <dgm:cxn modelId="{FD297F23-BEA2-4238-B41B-CF72491B7DE7}" type="presParOf" srcId="{E6D40B22-6B11-421F-B3A5-E5D58B70450F}" destId="{794FD14F-8839-4032-8565-121B7E0963AE}" srcOrd="3" destOrd="0" presId="urn:microsoft.com/office/officeart/2018/5/layout/IconLeafLabelList"/>
    <dgm:cxn modelId="{C3E734AC-69DB-4F41-B9CD-AC57989FE562}" type="presParOf" srcId="{1B50751C-87D8-416C-94D9-E27E0E3B8971}" destId="{74F17D56-C473-424F-8CDA-D3B507AC0ACB}" srcOrd="3" destOrd="0" presId="urn:microsoft.com/office/officeart/2018/5/layout/IconLeafLabelList"/>
    <dgm:cxn modelId="{49138C28-5161-4C7C-BA19-91D1EC1F11C1}" type="presParOf" srcId="{1B50751C-87D8-416C-94D9-E27E0E3B8971}" destId="{4EDE0DA0-D633-4DE9-BF0B-1BFC251EA334}" srcOrd="4" destOrd="0" presId="urn:microsoft.com/office/officeart/2018/5/layout/IconLeafLabelList"/>
    <dgm:cxn modelId="{4F82438B-1B0A-4F22-A2AA-B43CAAFDB451}" type="presParOf" srcId="{4EDE0DA0-D633-4DE9-BF0B-1BFC251EA334}" destId="{9A8F53D9-17B1-4200-A6B8-045C04F288A9}" srcOrd="0" destOrd="0" presId="urn:microsoft.com/office/officeart/2018/5/layout/IconLeafLabelList"/>
    <dgm:cxn modelId="{A6CBF3AE-4528-4C66-B406-D42D929F3FDC}" type="presParOf" srcId="{4EDE0DA0-D633-4DE9-BF0B-1BFC251EA334}" destId="{E1074A09-5898-41DD-BA4D-06C09A7CC240}" srcOrd="1" destOrd="0" presId="urn:microsoft.com/office/officeart/2018/5/layout/IconLeafLabelList"/>
    <dgm:cxn modelId="{B1CA5B8C-FA17-4AE0-A949-960976322619}" type="presParOf" srcId="{4EDE0DA0-D633-4DE9-BF0B-1BFC251EA334}" destId="{3B1308F4-E266-4311-9455-14F44ED427BF}" srcOrd="2" destOrd="0" presId="urn:microsoft.com/office/officeart/2018/5/layout/IconLeafLabelList"/>
    <dgm:cxn modelId="{580763AD-36FC-4E60-81C5-41632A69A7E7}" type="presParOf" srcId="{4EDE0DA0-D633-4DE9-BF0B-1BFC251EA334}" destId="{10FEEAF2-460A-40E6-87C0-DC5AB1C1D83F}"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AE7C887-32C0-4E6D-A427-0EF4CBBC164D}" type="doc">
      <dgm:prSet loTypeId="urn:microsoft.com/office/officeart/2008/layout/LinedList" loCatId="list" qsTypeId="urn:microsoft.com/office/officeart/2005/8/quickstyle/simple5" qsCatId="simple" csTypeId="urn:microsoft.com/office/officeart/2005/8/colors/accent1_2" csCatId="accent1"/>
      <dgm:spPr/>
      <dgm:t>
        <a:bodyPr/>
        <a:lstStyle/>
        <a:p>
          <a:endParaRPr lang="en-US"/>
        </a:p>
      </dgm:t>
    </dgm:pt>
    <dgm:pt modelId="{B0FDB13F-FADB-4D68-B1E7-E3631A73B028}">
      <dgm:prSet/>
      <dgm:spPr/>
      <dgm:t>
        <a:bodyPr/>
        <a:lstStyle/>
        <a:p>
          <a:r>
            <a:rPr lang="en-US" dirty="0">
              <a:latin typeface="Aptos (Body)"/>
            </a:rPr>
            <a:t>Design Center</a:t>
          </a:r>
        </a:p>
      </dgm:t>
    </dgm:pt>
    <dgm:pt modelId="{21BA1E27-2909-4DEF-A347-42787C99B4E9}" type="parTrans" cxnId="{F007DB4A-46AD-420F-B552-E41FE1A6AA5E}">
      <dgm:prSet/>
      <dgm:spPr/>
      <dgm:t>
        <a:bodyPr/>
        <a:lstStyle/>
        <a:p>
          <a:endParaRPr lang="en-US"/>
        </a:p>
      </dgm:t>
    </dgm:pt>
    <dgm:pt modelId="{A8F9F5E9-5E9F-439A-A5D3-8BD57CFB7E0C}" type="sibTrans" cxnId="{F007DB4A-46AD-420F-B552-E41FE1A6AA5E}">
      <dgm:prSet/>
      <dgm:spPr/>
      <dgm:t>
        <a:bodyPr/>
        <a:lstStyle/>
        <a:p>
          <a:endParaRPr lang="en-US"/>
        </a:p>
      </dgm:t>
    </dgm:pt>
    <dgm:pt modelId="{4B1B767B-BECF-44C7-9993-C5795932354E}">
      <dgm:prSet/>
      <dgm:spPr/>
      <dgm:t>
        <a:bodyPr/>
        <a:lstStyle/>
        <a:p>
          <a:pPr rtl="0"/>
          <a:r>
            <a:rPr lang="en-US" b="0" dirty="0">
              <a:latin typeface="Aptos (Body)"/>
            </a:rPr>
            <a:t>Anypoint Exchange</a:t>
          </a:r>
        </a:p>
      </dgm:t>
    </dgm:pt>
    <dgm:pt modelId="{585AD1CC-891E-4903-9DB7-38E24438DEC7}" type="parTrans" cxnId="{7B2A8356-34A8-46D5-9032-DF3B3935216E}">
      <dgm:prSet/>
      <dgm:spPr/>
      <dgm:t>
        <a:bodyPr/>
        <a:lstStyle/>
        <a:p>
          <a:endParaRPr lang="en-US"/>
        </a:p>
      </dgm:t>
    </dgm:pt>
    <dgm:pt modelId="{724482CB-4158-44E4-8256-5E80CF12251F}" type="sibTrans" cxnId="{7B2A8356-34A8-46D5-9032-DF3B3935216E}">
      <dgm:prSet/>
      <dgm:spPr/>
      <dgm:t>
        <a:bodyPr/>
        <a:lstStyle/>
        <a:p>
          <a:endParaRPr lang="en-US"/>
        </a:p>
      </dgm:t>
    </dgm:pt>
    <dgm:pt modelId="{60E1F909-6E6F-4266-B82A-8A440688AC5E}">
      <dgm:prSet/>
      <dgm:spPr/>
      <dgm:t>
        <a:bodyPr/>
        <a:lstStyle/>
        <a:p>
          <a:r>
            <a:rPr lang="en-US" dirty="0">
              <a:latin typeface="Aptos (Body)"/>
            </a:rPr>
            <a:t>API Manager</a:t>
          </a:r>
        </a:p>
      </dgm:t>
    </dgm:pt>
    <dgm:pt modelId="{36ACB46D-8563-4330-A010-FEFA4ED9CEEB}" type="parTrans" cxnId="{07865A54-7162-4B83-91A3-59614197A5A1}">
      <dgm:prSet/>
      <dgm:spPr/>
      <dgm:t>
        <a:bodyPr/>
        <a:lstStyle/>
        <a:p>
          <a:endParaRPr lang="en-US"/>
        </a:p>
      </dgm:t>
    </dgm:pt>
    <dgm:pt modelId="{7F105147-1B27-4F5D-AAC1-FC353B9A6695}" type="sibTrans" cxnId="{07865A54-7162-4B83-91A3-59614197A5A1}">
      <dgm:prSet/>
      <dgm:spPr/>
      <dgm:t>
        <a:bodyPr/>
        <a:lstStyle/>
        <a:p>
          <a:endParaRPr lang="en-US"/>
        </a:p>
      </dgm:t>
    </dgm:pt>
    <dgm:pt modelId="{10691556-D3D7-4558-AD5A-C45386832FE7}">
      <dgm:prSet/>
      <dgm:spPr/>
      <dgm:t>
        <a:bodyPr/>
        <a:lstStyle/>
        <a:p>
          <a:r>
            <a:rPr lang="en-US" dirty="0">
              <a:latin typeface="Aptos (Body)"/>
            </a:rPr>
            <a:t>Runtime Manager</a:t>
          </a:r>
        </a:p>
      </dgm:t>
    </dgm:pt>
    <dgm:pt modelId="{7B56FFDD-FBFF-4B0F-A95B-B39A8586E383}" type="parTrans" cxnId="{39366585-1536-4ECC-84B0-B0DA241A88DB}">
      <dgm:prSet/>
      <dgm:spPr/>
      <dgm:t>
        <a:bodyPr/>
        <a:lstStyle/>
        <a:p>
          <a:endParaRPr lang="en-US"/>
        </a:p>
      </dgm:t>
    </dgm:pt>
    <dgm:pt modelId="{873C5C28-C1F3-4382-9899-5948EF2ED82A}" type="sibTrans" cxnId="{39366585-1536-4ECC-84B0-B0DA241A88DB}">
      <dgm:prSet/>
      <dgm:spPr/>
      <dgm:t>
        <a:bodyPr/>
        <a:lstStyle/>
        <a:p>
          <a:endParaRPr lang="en-US"/>
        </a:p>
      </dgm:t>
    </dgm:pt>
    <dgm:pt modelId="{977C0915-80E6-4834-988C-11A965BD7888}">
      <dgm:prSet/>
      <dgm:spPr/>
      <dgm:t>
        <a:bodyPr/>
        <a:lstStyle/>
        <a:p>
          <a:r>
            <a:rPr lang="en-US" dirty="0">
              <a:latin typeface="Aptos (Body)"/>
            </a:rPr>
            <a:t>Monitoring &amp; Logging</a:t>
          </a:r>
        </a:p>
      </dgm:t>
    </dgm:pt>
    <dgm:pt modelId="{D011E4D8-18FC-4768-BF9E-AB71CCAC7981}" type="parTrans" cxnId="{3D9EC11D-B10A-495B-B440-22F109DA517F}">
      <dgm:prSet/>
      <dgm:spPr/>
      <dgm:t>
        <a:bodyPr/>
        <a:lstStyle/>
        <a:p>
          <a:endParaRPr lang="en-US"/>
        </a:p>
      </dgm:t>
    </dgm:pt>
    <dgm:pt modelId="{7F281454-3444-4665-8F95-E7277CBF656C}" type="sibTrans" cxnId="{3D9EC11D-B10A-495B-B440-22F109DA517F}">
      <dgm:prSet/>
      <dgm:spPr/>
      <dgm:t>
        <a:bodyPr/>
        <a:lstStyle/>
        <a:p>
          <a:endParaRPr lang="en-US"/>
        </a:p>
      </dgm:t>
    </dgm:pt>
    <dgm:pt modelId="{41F20E70-C8FB-4E7E-B1FF-BE3B026880B4}">
      <dgm:prSet/>
      <dgm:spPr/>
      <dgm:t>
        <a:bodyPr/>
        <a:lstStyle/>
        <a:p>
          <a:r>
            <a:rPr lang="en-US" dirty="0">
              <a:latin typeface="Aptos (Body)"/>
            </a:rPr>
            <a:t>Visualizer</a:t>
          </a:r>
        </a:p>
      </dgm:t>
    </dgm:pt>
    <dgm:pt modelId="{BFA6D1FF-8C88-4D6B-ACE6-9F6183122BB4}" type="parTrans" cxnId="{45D6C35C-420F-413D-BED1-0C3BE714B850}">
      <dgm:prSet/>
      <dgm:spPr/>
      <dgm:t>
        <a:bodyPr/>
        <a:lstStyle/>
        <a:p>
          <a:endParaRPr lang="en-US"/>
        </a:p>
      </dgm:t>
    </dgm:pt>
    <dgm:pt modelId="{E814D571-7488-4420-B68E-455157AE9C2C}" type="sibTrans" cxnId="{45D6C35C-420F-413D-BED1-0C3BE714B850}">
      <dgm:prSet/>
      <dgm:spPr/>
      <dgm:t>
        <a:bodyPr/>
        <a:lstStyle/>
        <a:p>
          <a:endParaRPr lang="en-US"/>
        </a:p>
      </dgm:t>
    </dgm:pt>
    <dgm:pt modelId="{2C9A53E7-C14F-4C68-8311-25286EA8010F}">
      <dgm:prSet/>
      <dgm:spPr/>
      <dgm:t>
        <a:bodyPr/>
        <a:lstStyle/>
        <a:p>
          <a:r>
            <a:rPr lang="en-US" dirty="0">
              <a:latin typeface="Aptos (Body)"/>
            </a:rPr>
            <a:t>Secrets Manager</a:t>
          </a:r>
        </a:p>
      </dgm:t>
    </dgm:pt>
    <dgm:pt modelId="{46267A4C-C494-467F-B4EB-F73AF1024AE6}" type="parTrans" cxnId="{D2FF71F4-24FB-4EAF-8A5B-1A213C2B7F62}">
      <dgm:prSet/>
      <dgm:spPr/>
      <dgm:t>
        <a:bodyPr/>
        <a:lstStyle/>
        <a:p>
          <a:endParaRPr lang="en-US"/>
        </a:p>
      </dgm:t>
    </dgm:pt>
    <dgm:pt modelId="{B0B2F4FF-C41B-498E-9ED1-65D0E4FEF169}" type="sibTrans" cxnId="{D2FF71F4-24FB-4EAF-8A5B-1A213C2B7F62}">
      <dgm:prSet/>
      <dgm:spPr/>
      <dgm:t>
        <a:bodyPr/>
        <a:lstStyle/>
        <a:p>
          <a:endParaRPr lang="en-US"/>
        </a:p>
      </dgm:t>
    </dgm:pt>
    <dgm:pt modelId="{84C1F274-648B-4660-94DA-FBA82F6E3639}">
      <dgm:prSet/>
      <dgm:spPr/>
      <dgm:t>
        <a:bodyPr/>
        <a:lstStyle/>
        <a:p>
          <a:r>
            <a:rPr lang="en-US" dirty="0">
              <a:latin typeface="Aptos (Body)"/>
            </a:rPr>
            <a:t>Anypoint Studio</a:t>
          </a:r>
        </a:p>
      </dgm:t>
    </dgm:pt>
    <dgm:pt modelId="{80469117-5089-4DD6-9128-0BF4DAC820D3}" type="parTrans" cxnId="{351032E9-3DC3-4375-B68E-1D3D7A5F35D2}">
      <dgm:prSet/>
      <dgm:spPr/>
      <dgm:t>
        <a:bodyPr/>
        <a:lstStyle/>
        <a:p>
          <a:endParaRPr lang="en-US"/>
        </a:p>
      </dgm:t>
    </dgm:pt>
    <dgm:pt modelId="{B823BA01-97F8-4CDE-9D0E-00FA19907168}" type="sibTrans" cxnId="{351032E9-3DC3-4375-B68E-1D3D7A5F35D2}">
      <dgm:prSet/>
      <dgm:spPr/>
      <dgm:t>
        <a:bodyPr/>
        <a:lstStyle/>
        <a:p>
          <a:endParaRPr lang="en-US"/>
        </a:p>
      </dgm:t>
    </dgm:pt>
    <dgm:pt modelId="{09DEAC4B-CA6C-43D2-979A-51B331CBEE91}" type="pres">
      <dgm:prSet presAssocID="{6AE7C887-32C0-4E6D-A427-0EF4CBBC164D}" presName="vert0" presStyleCnt="0">
        <dgm:presLayoutVars>
          <dgm:dir/>
          <dgm:animOne val="branch"/>
          <dgm:animLvl val="lvl"/>
        </dgm:presLayoutVars>
      </dgm:prSet>
      <dgm:spPr/>
    </dgm:pt>
    <dgm:pt modelId="{FD0D802D-E7DF-482E-939F-A6A1F401F630}" type="pres">
      <dgm:prSet presAssocID="{B0FDB13F-FADB-4D68-B1E7-E3631A73B028}" presName="thickLine" presStyleLbl="alignNode1" presStyleIdx="0" presStyleCnt="8"/>
      <dgm:spPr/>
    </dgm:pt>
    <dgm:pt modelId="{8248D60E-44B8-435C-A03B-A77CC3F44442}" type="pres">
      <dgm:prSet presAssocID="{B0FDB13F-FADB-4D68-B1E7-E3631A73B028}" presName="horz1" presStyleCnt="0"/>
      <dgm:spPr/>
    </dgm:pt>
    <dgm:pt modelId="{1FE0E676-9CC2-43AD-8AFA-22AE80240FD4}" type="pres">
      <dgm:prSet presAssocID="{B0FDB13F-FADB-4D68-B1E7-E3631A73B028}" presName="tx1" presStyleLbl="revTx" presStyleIdx="0" presStyleCnt="8"/>
      <dgm:spPr/>
    </dgm:pt>
    <dgm:pt modelId="{3118DEC1-21DA-47DB-901B-D3866868EA08}" type="pres">
      <dgm:prSet presAssocID="{B0FDB13F-FADB-4D68-B1E7-E3631A73B028}" presName="vert1" presStyleCnt="0"/>
      <dgm:spPr/>
    </dgm:pt>
    <dgm:pt modelId="{DB8A1381-6B63-45C1-BA1A-9E0B7B99FE48}" type="pres">
      <dgm:prSet presAssocID="{4B1B767B-BECF-44C7-9993-C5795932354E}" presName="thickLine" presStyleLbl="alignNode1" presStyleIdx="1" presStyleCnt="8"/>
      <dgm:spPr/>
    </dgm:pt>
    <dgm:pt modelId="{D413CB90-DB37-40F4-9B76-DC2983E5FE68}" type="pres">
      <dgm:prSet presAssocID="{4B1B767B-BECF-44C7-9993-C5795932354E}" presName="horz1" presStyleCnt="0"/>
      <dgm:spPr/>
    </dgm:pt>
    <dgm:pt modelId="{9DED900B-5F56-47E4-B035-2B692B1A566A}" type="pres">
      <dgm:prSet presAssocID="{4B1B767B-BECF-44C7-9993-C5795932354E}" presName="tx1" presStyleLbl="revTx" presStyleIdx="1" presStyleCnt="8"/>
      <dgm:spPr/>
    </dgm:pt>
    <dgm:pt modelId="{BC6F8BAD-4BCF-4C64-B72D-06DBE5C94B81}" type="pres">
      <dgm:prSet presAssocID="{4B1B767B-BECF-44C7-9993-C5795932354E}" presName="vert1" presStyleCnt="0"/>
      <dgm:spPr/>
    </dgm:pt>
    <dgm:pt modelId="{C65D8047-4144-4DD2-A376-774D72B29E40}" type="pres">
      <dgm:prSet presAssocID="{60E1F909-6E6F-4266-B82A-8A440688AC5E}" presName="thickLine" presStyleLbl="alignNode1" presStyleIdx="2" presStyleCnt="8"/>
      <dgm:spPr/>
    </dgm:pt>
    <dgm:pt modelId="{9ACE4280-3AE9-4633-B5D1-67080313A696}" type="pres">
      <dgm:prSet presAssocID="{60E1F909-6E6F-4266-B82A-8A440688AC5E}" presName="horz1" presStyleCnt="0"/>
      <dgm:spPr/>
    </dgm:pt>
    <dgm:pt modelId="{17382E99-559F-4BD3-B79F-535B9784D147}" type="pres">
      <dgm:prSet presAssocID="{60E1F909-6E6F-4266-B82A-8A440688AC5E}" presName="tx1" presStyleLbl="revTx" presStyleIdx="2" presStyleCnt="8"/>
      <dgm:spPr/>
    </dgm:pt>
    <dgm:pt modelId="{A6A1F340-08CC-4DEB-B1CF-964E343B6323}" type="pres">
      <dgm:prSet presAssocID="{60E1F909-6E6F-4266-B82A-8A440688AC5E}" presName="vert1" presStyleCnt="0"/>
      <dgm:spPr/>
    </dgm:pt>
    <dgm:pt modelId="{22CBE296-97E6-4650-A196-9511768686F9}" type="pres">
      <dgm:prSet presAssocID="{10691556-D3D7-4558-AD5A-C45386832FE7}" presName="thickLine" presStyleLbl="alignNode1" presStyleIdx="3" presStyleCnt="8"/>
      <dgm:spPr/>
    </dgm:pt>
    <dgm:pt modelId="{3244A5B9-85E6-4727-BF79-42CA1D42969F}" type="pres">
      <dgm:prSet presAssocID="{10691556-D3D7-4558-AD5A-C45386832FE7}" presName="horz1" presStyleCnt="0"/>
      <dgm:spPr/>
    </dgm:pt>
    <dgm:pt modelId="{E79626AD-4CC0-44A8-A751-943B560FF275}" type="pres">
      <dgm:prSet presAssocID="{10691556-D3D7-4558-AD5A-C45386832FE7}" presName="tx1" presStyleLbl="revTx" presStyleIdx="3" presStyleCnt="8"/>
      <dgm:spPr/>
    </dgm:pt>
    <dgm:pt modelId="{3C24E5E1-6CB5-4713-B5DF-01B1135C6B22}" type="pres">
      <dgm:prSet presAssocID="{10691556-D3D7-4558-AD5A-C45386832FE7}" presName="vert1" presStyleCnt="0"/>
      <dgm:spPr/>
    </dgm:pt>
    <dgm:pt modelId="{84C93261-C7A3-45AF-BD32-A62BAF9C4A52}" type="pres">
      <dgm:prSet presAssocID="{977C0915-80E6-4834-988C-11A965BD7888}" presName="thickLine" presStyleLbl="alignNode1" presStyleIdx="4" presStyleCnt="8"/>
      <dgm:spPr/>
    </dgm:pt>
    <dgm:pt modelId="{9D32153A-7D40-4C80-BA4A-15C4E712274A}" type="pres">
      <dgm:prSet presAssocID="{977C0915-80E6-4834-988C-11A965BD7888}" presName="horz1" presStyleCnt="0"/>
      <dgm:spPr/>
    </dgm:pt>
    <dgm:pt modelId="{0FA6A2B7-3DB4-4B92-8DA8-801388AFF37B}" type="pres">
      <dgm:prSet presAssocID="{977C0915-80E6-4834-988C-11A965BD7888}" presName="tx1" presStyleLbl="revTx" presStyleIdx="4" presStyleCnt="8"/>
      <dgm:spPr/>
    </dgm:pt>
    <dgm:pt modelId="{797E1B81-C424-4061-A03A-6C12D3B07961}" type="pres">
      <dgm:prSet presAssocID="{977C0915-80E6-4834-988C-11A965BD7888}" presName="vert1" presStyleCnt="0"/>
      <dgm:spPr/>
    </dgm:pt>
    <dgm:pt modelId="{2BE75D53-260B-437E-AE69-02AA24DE8868}" type="pres">
      <dgm:prSet presAssocID="{41F20E70-C8FB-4E7E-B1FF-BE3B026880B4}" presName="thickLine" presStyleLbl="alignNode1" presStyleIdx="5" presStyleCnt="8"/>
      <dgm:spPr/>
    </dgm:pt>
    <dgm:pt modelId="{F4DDB7FB-80F0-4B8E-AF34-EB5B068769E5}" type="pres">
      <dgm:prSet presAssocID="{41F20E70-C8FB-4E7E-B1FF-BE3B026880B4}" presName="horz1" presStyleCnt="0"/>
      <dgm:spPr/>
    </dgm:pt>
    <dgm:pt modelId="{D7256CEE-312F-4889-8CEC-CE3A43631300}" type="pres">
      <dgm:prSet presAssocID="{41F20E70-C8FB-4E7E-B1FF-BE3B026880B4}" presName="tx1" presStyleLbl="revTx" presStyleIdx="5" presStyleCnt="8"/>
      <dgm:spPr/>
    </dgm:pt>
    <dgm:pt modelId="{0B2B3C14-8691-4ADC-904C-EE1AB98F5D03}" type="pres">
      <dgm:prSet presAssocID="{41F20E70-C8FB-4E7E-B1FF-BE3B026880B4}" presName="vert1" presStyleCnt="0"/>
      <dgm:spPr/>
    </dgm:pt>
    <dgm:pt modelId="{D7D891CB-CAAE-47FD-916D-01B83D0D7256}" type="pres">
      <dgm:prSet presAssocID="{2C9A53E7-C14F-4C68-8311-25286EA8010F}" presName="thickLine" presStyleLbl="alignNode1" presStyleIdx="6" presStyleCnt="8"/>
      <dgm:spPr/>
    </dgm:pt>
    <dgm:pt modelId="{5287BFA7-C209-4430-803E-E472D79F5A36}" type="pres">
      <dgm:prSet presAssocID="{2C9A53E7-C14F-4C68-8311-25286EA8010F}" presName="horz1" presStyleCnt="0"/>
      <dgm:spPr/>
    </dgm:pt>
    <dgm:pt modelId="{0676BC26-A0C7-456C-BA82-8D169B073DA1}" type="pres">
      <dgm:prSet presAssocID="{2C9A53E7-C14F-4C68-8311-25286EA8010F}" presName="tx1" presStyleLbl="revTx" presStyleIdx="6" presStyleCnt="8"/>
      <dgm:spPr/>
    </dgm:pt>
    <dgm:pt modelId="{838E59F6-D03F-482F-8E3F-5E0C632B0DEC}" type="pres">
      <dgm:prSet presAssocID="{2C9A53E7-C14F-4C68-8311-25286EA8010F}" presName="vert1" presStyleCnt="0"/>
      <dgm:spPr/>
    </dgm:pt>
    <dgm:pt modelId="{D97993BF-05D5-42C2-8F16-63D4850A317C}" type="pres">
      <dgm:prSet presAssocID="{84C1F274-648B-4660-94DA-FBA82F6E3639}" presName="thickLine" presStyleLbl="alignNode1" presStyleIdx="7" presStyleCnt="8"/>
      <dgm:spPr/>
    </dgm:pt>
    <dgm:pt modelId="{3C4430D8-791F-4296-B833-BE04DC4B9253}" type="pres">
      <dgm:prSet presAssocID="{84C1F274-648B-4660-94DA-FBA82F6E3639}" presName="horz1" presStyleCnt="0"/>
      <dgm:spPr/>
    </dgm:pt>
    <dgm:pt modelId="{27C01E98-016D-44AB-BC68-85BC2A044B10}" type="pres">
      <dgm:prSet presAssocID="{84C1F274-648B-4660-94DA-FBA82F6E3639}" presName="tx1" presStyleLbl="revTx" presStyleIdx="7" presStyleCnt="8"/>
      <dgm:spPr/>
    </dgm:pt>
    <dgm:pt modelId="{218F2D7B-BB88-45BD-97A3-BD71BD3DBB4D}" type="pres">
      <dgm:prSet presAssocID="{84C1F274-648B-4660-94DA-FBA82F6E3639}" presName="vert1" presStyleCnt="0"/>
      <dgm:spPr/>
    </dgm:pt>
  </dgm:ptLst>
  <dgm:cxnLst>
    <dgm:cxn modelId="{E7245304-D824-4D19-936D-675F541A3E37}" type="presOf" srcId="{10691556-D3D7-4558-AD5A-C45386832FE7}" destId="{E79626AD-4CC0-44A8-A751-943B560FF275}" srcOrd="0" destOrd="0" presId="urn:microsoft.com/office/officeart/2008/layout/LinedList"/>
    <dgm:cxn modelId="{489AC715-2CEE-4488-BE20-0373270ED032}" type="presOf" srcId="{B0FDB13F-FADB-4D68-B1E7-E3631A73B028}" destId="{1FE0E676-9CC2-43AD-8AFA-22AE80240FD4}" srcOrd="0" destOrd="0" presId="urn:microsoft.com/office/officeart/2008/layout/LinedList"/>
    <dgm:cxn modelId="{3D9EC11D-B10A-495B-B440-22F109DA517F}" srcId="{6AE7C887-32C0-4E6D-A427-0EF4CBBC164D}" destId="{977C0915-80E6-4834-988C-11A965BD7888}" srcOrd="4" destOrd="0" parTransId="{D011E4D8-18FC-4768-BF9E-AB71CCAC7981}" sibTransId="{7F281454-3444-4665-8F95-E7277CBF656C}"/>
    <dgm:cxn modelId="{E66FA124-D6FB-4AD1-B77C-E865CE6A93BB}" type="presOf" srcId="{60E1F909-6E6F-4266-B82A-8A440688AC5E}" destId="{17382E99-559F-4BD3-B79F-535B9784D147}" srcOrd="0" destOrd="0" presId="urn:microsoft.com/office/officeart/2008/layout/LinedList"/>
    <dgm:cxn modelId="{45D6C35C-420F-413D-BED1-0C3BE714B850}" srcId="{6AE7C887-32C0-4E6D-A427-0EF4CBBC164D}" destId="{41F20E70-C8FB-4E7E-B1FF-BE3B026880B4}" srcOrd="5" destOrd="0" parTransId="{BFA6D1FF-8C88-4D6B-ACE6-9F6183122BB4}" sibTransId="{E814D571-7488-4420-B68E-455157AE9C2C}"/>
    <dgm:cxn modelId="{B5287F61-2429-4960-AF6E-DDBFC0DFFAF4}" type="presOf" srcId="{4B1B767B-BECF-44C7-9993-C5795932354E}" destId="{9DED900B-5F56-47E4-B035-2B692B1A566A}" srcOrd="0" destOrd="0" presId="urn:microsoft.com/office/officeart/2008/layout/LinedList"/>
    <dgm:cxn modelId="{F007DB4A-46AD-420F-B552-E41FE1A6AA5E}" srcId="{6AE7C887-32C0-4E6D-A427-0EF4CBBC164D}" destId="{B0FDB13F-FADB-4D68-B1E7-E3631A73B028}" srcOrd="0" destOrd="0" parTransId="{21BA1E27-2909-4DEF-A347-42787C99B4E9}" sibTransId="{A8F9F5E9-5E9F-439A-A5D3-8BD57CFB7E0C}"/>
    <dgm:cxn modelId="{07865A54-7162-4B83-91A3-59614197A5A1}" srcId="{6AE7C887-32C0-4E6D-A427-0EF4CBBC164D}" destId="{60E1F909-6E6F-4266-B82A-8A440688AC5E}" srcOrd="2" destOrd="0" parTransId="{36ACB46D-8563-4330-A010-FEFA4ED9CEEB}" sibTransId="{7F105147-1B27-4F5D-AAC1-FC353B9A6695}"/>
    <dgm:cxn modelId="{7B2A8356-34A8-46D5-9032-DF3B3935216E}" srcId="{6AE7C887-32C0-4E6D-A427-0EF4CBBC164D}" destId="{4B1B767B-BECF-44C7-9993-C5795932354E}" srcOrd="1" destOrd="0" parTransId="{585AD1CC-891E-4903-9DB7-38E24438DEC7}" sibTransId="{724482CB-4158-44E4-8256-5E80CF12251F}"/>
    <dgm:cxn modelId="{39366585-1536-4ECC-84B0-B0DA241A88DB}" srcId="{6AE7C887-32C0-4E6D-A427-0EF4CBBC164D}" destId="{10691556-D3D7-4558-AD5A-C45386832FE7}" srcOrd="3" destOrd="0" parTransId="{7B56FFDD-FBFF-4B0F-A95B-B39A8586E383}" sibTransId="{873C5C28-C1F3-4382-9899-5948EF2ED82A}"/>
    <dgm:cxn modelId="{D6295691-D0B2-496C-B87D-FD16E748C78B}" type="presOf" srcId="{84C1F274-648B-4660-94DA-FBA82F6E3639}" destId="{27C01E98-016D-44AB-BC68-85BC2A044B10}" srcOrd="0" destOrd="0" presId="urn:microsoft.com/office/officeart/2008/layout/LinedList"/>
    <dgm:cxn modelId="{50A1A9C0-7A8E-477A-9BFD-3B4B05D2E7BD}" type="presOf" srcId="{977C0915-80E6-4834-988C-11A965BD7888}" destId="{0FA6A2B7-3DB4-4B92-8DA8-801388AFF37B}" srcOrd="0" destOrd="0" presId="urn:microsoft.com/office/officeart/2008/layout/LinedList"/>
    <dgm:cxn modelId="{E5E9AFD0-1FA9-4A04-983E-E29B3BC8C619}" type="presOf" srcId="{6AE7C887-32C0-4E6D-A427-0EF4CBBC164D}" destId="{09DEAC4B-CA6C-43D2-979A-51B331CBEE91}" srcOrd="0" destOrd="0" presId="urn:microsoft.com/office/officeart/2008/layout/LinedList"/>
    <dgm:cxn modelId="{23D4C8D8-C1E1-4FB9-A134-87DFDF4E1C06}" type="presOf" srcId="{2C9A53E7-C14F-4C68-8311-25286EA8010F}" destId="{0676BC26-A0C7-456C-BA82-8D169B073DA1}" srcOrd="0" destOrd="0" presId="urn:microsoft.com/office/officeart/2008/layout/LinedList"/>
    <dgm:cxn modelId="{351032E9-3DC3-4375-B68E-1D3D7A5F35D2}" srcId="{6AE7C887-32C0-4E6D-A427-0EF4CBBC164D}" destId="{84C1F274-648B-4660-94DA-FBA82F6E3639}" srcOrd="7" destOrd="0" parTransId="{80469117-5089-4DD6-9128-0BF4DAC820D3}" sibTransId="{B823BA01-97F8-4CDE-9D0E-00FA19907168}"/>
    <dgm:cxn modelId="{D2FF71F4-24FB-4EAF-8A5B-1A213C2B7F62}" srcId="{6AE7C887-32C0-4E6D-A427-0EF4CBBC164D}" destId="{2C9A53E7-C14F-4C68-8311-25286EA8010F}" srcOrd="6" destOrd="0" parTransId="{46267A4C-C494-467F-B4EB-F73AF1024AE6}" sibTransId="{B0B2F4FF-C41B-498E-9ED1-65D0E4FEF169}"/>
    <dgm:cxn modelId="{478B32FE-1089-4FE1-A6A8-E6376B9643BB}" type="presOf" srcId="{41F20E70-C8FB-4E7E-B1FF-BE3B026880B4}" destId="{D7256CEE-312F-4889-8CEC-CE3A43631300}" srcOrd="0" destOrd="0" presId="urn:microsoft.com/office/officeart/2008/layout/LinedList"/>
    <dgm:cxn modelId="{D2D652EF-62C9-44E2-A603-FC51E855995B}" type="presParOf" srcId="{09DEAC4B-CA6C-43D2-979A-51B331CBEE91}" destId="{FD0D802D-E7DF-482E-939F-A6A1F401F630}" srcOrd="0" destOrd="0" presId="urn:microsoft.com/office/officeart/2008/layout/LinedList"/>
    <dgm:cxn modelId="{DA5D37DD-5A26-4891-BDE1-1844BF3D3C36}" type="presParOf" srcId="{09DEAC4B-CA6C-43D2-979A-51B331CBEE91}" destId="{8248D60E-44B8-435C-A03B-A77CC3F44442}" srcOrd="1" destOrd="0" presId="urn:microsoft.com/office/officeart/2008/layout/LinedList"/>
    <dgm:cxn modelId="{AC1D34C5-9BC1-430A-803D-3141C1D3C55E}" type="presParOf" srcId="{8248D60E-44B8-435C-A03B-A77CC3F44442}" destId="{1FE0E676-9CC2-43AD-8AFA-22AE80240FD4}" srcOrd="0" destOrd="0" presId="urn:microsoft.com/office/officeart/2008/layout/LinedList"/>
    <dgm:cxn modelId="{2E86BD32-DB2B-4048-A46A-C1C4A6B99C18}" type="presParOf" srcId="{8248D60E-44B8-435C-A03B-A77CC3F44442}" destId="{3118DEC1-21DA-47DB-901B-D3866868EA08}" srcOrd="1" destOrd="0" presId="urn:microsoft.com/office/officeart/2008/layout/LinedList"/>
    <dgm:cxn modelId="{3F1957CC-5277-4E46-8B07-74C61AD15FC2}" type="presParOf" srcId="{09DEAC4B-CA6C-43D2-979A-51B331CBEE91}" destId="{DB8A1381-6B63-45C1-BA1A-9E0B7B99FE48}" srcOrd="2" destOrd="0" presId="urn:microsoft.com/office/officeart/2008/layout/LinedList"/>
    <dgm:cxn modelId="{EAA177A1-6D00-46A0-9EE7-B00CE8E25836}" type="presParOf" srcId="{09DEAC4B-CA6C-43D2-979A-51B331CBEE91}" destId="{D413CB90-DB37-40F4-9B76-DC2983E5FE68}" srcOrd="3" destOrd="0" presId="urn:microsoft.com/office/officeart/2008/layout/LinedList"/>
    <dgm:cxn modelId="{482E452A-AFAF-4DB5-999A-6B4F456152FD}" type="presParOf" srcId="{D413CB90-DB37-40F4-9B76-DC2983E5FE68}" destId="{9DED900B-5F56-47E4-B035-2B692B1A566A}" srcOrd="0" destOrd="0" presId="urn:microsoft.com/office/officeart/2008/layout/LinedList"/>
    <dgm:cxn modelId="{AF545D5A-51FF-466B-8EE5-344E4484E080}" type="presParOf" srcId="{D413CB90-DB37-40F4-9B76-DC2983E5FE68}" destId="{BC6F8BAD-4BCF-4C64-B72D-06DBE5C94B81}" srcOrd="1" destOrd="0" presId="urn:microsoft.com/office/officeart/2008/layout/LinedList"/>
    <dgm:cxn modelId="{79704047-0797-4F65-B4DA-5016D36D8CA2}" type="presParOf" srcId="{09DEAC4B-CA6C-43D2-979A-51B331CBEE91}" destId="{C65D8047-4144-4DD2-A376-774D72B29E40}" srcOrd="4" destOrd="0" presId="urn:microsoft.com/office/officeart/2008/layout/LinedList"/>
    <dgm:cxn modelId="{8862DE74-6E7E-4A00-9952-197AB791CDB2}" type="presParOf" srcId="{09DEAC4B-CA6C-43D2-979A-51B331CBEE91}" destId="{9ACE4280-3AE9-4633-B5D1-67080313A696}" srcOrd="5" destOrd="0" presId="urn:microsoft.com/office/officeart/2008/layout/LinedList"/>
    <dgm:cxn modelId="{607BD769-85B1-4DD6-9542-DC857FEC85D6}" type="presParOf" srcId="{9ACE4280-3AE9-4633-B5D1-67080313A696}" destId="{17382E99-559F-4BD3-B79F-535B9784D147}" srcOrd="0" destOrd="0" presId="urn:microsoft.com/office/officeart/2008/layout/LinedList"/>
    <dgm:cxn modelId="{54543F77-4117-4FCE-B4C8-67DA3A82237B}" type="presParOf" srcId="{9ACE4280-3AE9-4633-B5D1-67080313A696}" destId="{A6A1F340-08CC-4DEB-B1CF-964E343B6323}" srcOrd="1" destOrd="0" presId="urn:microsoft.com/office/officeart/2008/layout/LinedList"/>
    <dgm:cxn modelId="{4C983CFE-F176-4F09-A392-1332C5E20E06}" type="presParOf" srcId="{09DEAC4B-CA6C-43D2-979A-51B331CBEE91}" destId="{22CBE296-97E6-4650-A196-9511768686F9}" srcOrd="6" destOrd="0" presId="urn:microsoft.com/office/officeart/2008/layout/LinedList"/>
    <dgm:cxn modelId="{F3A1C30C-BDD8-43A0-9917-9DA15018A489}" type="presParOf" srcId="{09DEAC4B-CA6C-43D2-979A-51B331CBEE91}" destId="{3244A5B9-85E6-4727-BF79-42CA1D42969F}" srcOrd="7" destOrd="0" presId="urn:microsoft.com/office/officeart/2008/layout/LinedList"/>
    <dgm:cxn modelId="{29E6160C-479E-4BB0-BD90-21782032B6D1}" type="presParOf" srcId="{3244A5B9-85E6-4727-BF79-42CA1D42969F}" destId="{E79626AD-4CC0-44A8-A751-943B560FF275}" srcOrd="0" destOrd="0" presId="urn:microsoft.com/office/officeart/2008/layout/LinedList"/>
    <dgm:cxn modelId="{A677FA12-327A-4B4C-960B-63144E49409F}" type="presParOf" srcId="{3244A5B9-85E6-4727-BF79-42CA1D42969F}" destId="{3C24E5E1-6CB5-4713-B5DF-01B1135C6B22}" srcOrd="1" destOrd="0" presId="urn:microsoft.com/office/officeart/2008/layout/LinedList"/>
    <dgm:cxn modelId="{BB68C59A-3225-4DF0-8408-1E6FD1462980}" type="presParOf" srcId="{09DEAC4B-CA6C-43D2-979A-51B331CBEE91}" destId="{84C93261-C7A3-45AF-BD32-A62BAF9C4A52}" srcOrd="8" destOrd="0" presId="urn:microsoft.com/office/officeart/2008/layout/LinedList"/>
    <dgm:cxn modelId="{0DF19283-D349-4770-8815-EAF8027776A4}" type="presParOf" srcId="{09DEAC4B-CA6C-43D2-979A-51B331CBEE91}" destId="{9D32153A-7D40-4C80-BA4A-15C4E712274A}" srcOrd="9" destOrd="0" presId="urn:microsoft.com/office/officeart/2008/layout/LinedList"/>
    <dgm:cxn modelId="{527A9F98-1990-4F02-9AAD-1EDEEABF47B2}" type="presParOf" srcId="{9D32153A-7D40-4C80-BA4A-15C4E712274A}" destId="{0FA6A2B7-3DB4-4B92-8DA8-801388AFF37B}" srcOrd="0" destOrd="0" presId="urn:microsoft.com/office/officeart/2008/layout/LinedList"/>
    <dgm:cxn modelId="{85895E23-3D02-447C-8ACD-93479FFC78DF}" type="presParOf" srcId="{9D32153A-7D40-4C80-BA4A-15C4E712274A}" destId="{797E1B81-C424-4061-A03A-6C12D3B07961}" srcOrd="1" destOrd="0" presId="urn:microsoft.com/office/officeart/2008/layout/LinedList"/>
    <dgm:cxn modelId="{2781BF41-3202-448E-9A79-BB8F2919E049}" type="presParOf" srcId="{09DEAC4B-CA6C-43D2-979A-51B331CBEE91}" destId="{2BE75D53-260B-437E-AE69-02AA24DE8868}" srcOrd="10" destOrd="0" presId="urn:microsoft.com/office/officeart/2008/layout/LinedList"/>
    <dgm:cxn modelId="{B0C2CA3A-EF0E-4657-B386-555B736A393C}" type="presParOf" srcId="{09DEAC4B-CA6C-43D2-979A-51B331CBEE91}" destId="{F4DDB7FB-80F0-4B8E-AF34-EB5B068769E5}" srcOrd="11" destOrd="0" presId="urn:microsoft.com/office/officeart/2008/layout/LinedList"/>
    <dgm:cxn modelId="{E5470EC0-0B2E-4194-973D-B2FCA99D05F6}" type="presParOf" srcId="{F4DDB7FB-80F0-4B8E-AF34-EB5B068769E5}" destId="{D7256CEE-312F-4889-8CEC-CE3A43631300}" srcOrd="0" destOrd="0" presId="urn:microsoft.com/office/officeart/2008/layout/LinedList"/>
    <dgm:cxn modelId="{7E8B0EA2-5182-443B-BEA3-841CB83C36EB}" type="presParOf" srcId="{F4DDB7FB-80F0-4B8E-AF34-EB5B068769E5}" destId="{0B2B3C14-8691-4ADC-904C-EE1AB98F5D03}" srcOrd="1" destOrd="0" presId="urn:microsoft.com/office/officeart/2008/layout/LinedList"/>
    <dgm:cxn modelId="{D232CE80-D4D8-4E7C-8D60-687D54F4236F}" type="presParOf" srcId="{09DEAC4B-CA6C-43D2-979A-51B331CBEE91}" destId="{D7D891CB-CAAE-47FD-916D-01B83D0D7256}" srcOrd="12" destOrd="0" presId="urn:microsoft.com/office/officeart/2008/layout/LinedList"/>
    <dgm:cxn modelId="{E8624341-0FA4-4E7A-9DB3-9CA01F52BFCF}" type="presParOf" srcId="{09DEAC4B-CA6C-43D2-979A-51B331CBEE91}" destId="{5287BFA7-C209-4430-803E-E472D79F5A36}" srcOrd="13" destOrd="0" presId="urn:microsoft.com/office/officeart/2008/layout/LinedList"/>
    <dgm:cxn modelId="{106F5278-68E6-4769-853C-B4762EC499C5}" type="presParOf" srcId="{5287BFA7-C209-4430-803E-E472D79F5A36}" destId="{0676BC26-A0C7-456C-BA82-8D169B073DA1}" srcOrd="0" destOrd="0" presId="urn:microsoft.com/office/officeart/2008/layout/LinedList"/>
    <dgm:cxn modelId="{3EE96E2F-ADE0-46A2-A994-EBF03BCAD695}" type="presParOf" srcId="{5287BFA7-C209-4430-803E-E472D79F5A36}" destId="{838E59F6-D03F-482F-8E3F-5E0C632B0DEC}" srcOrd="1" destOrd="0" presId="urn:microsoft.com/office/officeart/2008/layout/LinedList"/>
    <dgm:cxn modelId="{9953D953-EC94-4D1C-BA16-E3726EDBD4B4}" type="presParOf" srcId="{09DEAC4B-CA6C-43D2-979A-51B331CBEE91}" destId="{D97993BF-05D5-42C2-8F16-63D4850A317C}" srcOrd="14" destOrd="0" presId="urn:microsoft.com/office/officeart/2008/layout/LinedList"/>
    <dgm:cxn modelId="{D8F7114B-19F6-4371-AEFF-41FA33C3977B}" type="presParOf" srcId="{09DEAC4B-CA6C-43D2-979A-51B331CBEE91}" destId="{3C4430D8-791F-4296-B833-BE04DC4B9253}" srcOrd="15" destOrd="0" presId="urn:microsoft.com/office/officeart/2008/layout/LinedList"/>
    <dgm:cxn modelId="{34AF9153-6542-4250-9828-AA3402D05368}" type="presParOf" srcId="{3C4430D8-791F-4296-B833-BE04DC4B9253}" destId="{27C01E98-016D-44AB-BC68-85BC2A044B10}" srcOrd="0" destOrd="0" presId="urn:microsoft.com/office/officeart/2008/layout/LinedList"/>
    <dgm:cxn modelId="{28C03F1E-4CEA-46F7-B30B-930DAA0695E6}" type="presParOf" srcId="{3C4430D8-791F-4296-B833-BE04DC4B9253}" destId="{218F2D7B-BB88-45BD-97A3-BD71BD3DBB4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BC462F7-2160-4A7A-BE04-00685F0F8359}"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513F3522-677D-4198-B6C3-2E3877CA035A}">
      <dgm:prSet custT="1"/>
      <dgm:spPr/>
      <dgm:t>
        <a:bodyPr/>
        <a:lstStyle/>
        <a:p>
          <a:pPr>
            <a:lnSpc>
              <a:spcPct val="100000"/>
            </a:lnSpc>
          </a:pPr>
          <a:r>
            <a:rPr lang="en-US" sz="2800" spc="300" dirty="0"/>
            <a:t>Receives Event</a:t>
          </a:r>
        </a:p>
      </dgm:t>
    </dgm:pt>
    <dgm:pt modelId="{A0CCA207-E162-43B4-AACA-30C694FE9CA9}" type="parTrans" cxnId="{5DAD8EA7-FA3F-4263-93CB-393DC29AFA48}">
      <dgm:prSet/>
      <dgm:spPr/>
      <dgm:t>
        <a:bodyPr/>
        <a:lstStyle/>
        <a:p>
          <a:endParaRPr lang="en-US"/>
        </a:p>
      </dgm:t>
    </dgm:pt>
    <dgm:pt modelId="{B75C3837-2463-489C-85B2-3FF68D65E456}" type="sibTrans" cxnId="{5DAD8EA7-FA3F-4263-93CB-393DC29AFA48}">
      <dgm:prSet/>
      <dgm:spPr/>
      <dgm:t>
        <a:bodyPr/>
        <a:lstStyle/>
        <a:p>
          <a:endParaRPr lang="en-US"/>
        </a:p>
      </dgm:t>
    </dgm:pt>
    <dgm:pt modelId="{68917A41-CCB0-458E-B6F6-4B72DC297DFE}">
      <dgm:prSet custT="1"/>
      <dgm:spPr/>
      <dgm:t>
        <a:bodyPr/>
        <a:lstStyle/>
        <a:p>
          <a:pPr>
            <a:lnSpc>
              <a:spcPct val="100000"/>
            </a:lnSpc>
          </a:pPr>
          <a:r>
            <a:rPr lang="en-US" sz="2800" spc="300" dirty="0"/>
            <a:t>Transforms Data</a:t>
          </a:r>
        </a:p>
      </dgm:t>
    </dgm:pt>
    <dgm:pt modelId="{EFB20889-DE4A-4C61-9CDD-6AC91FBAA2B5}" type="parTrans" cxnId="{0D419A6A-EF55-4096-B8A1-C57EDC113E33}">
      <dgm:prSet/>
      <dgm:spPr/>
      <dgm:t>
        <a:bodyPr/>
        <a:lstStyle/>
        <a:p>
          <a:endParaRPr lang="en-US"/>
        </a:p>
      </dgm:t>
    </dgm:pt>
    <dgm:pt modelId="{C153A360-3039-4CF6-9415-E8FC6935FAB1}" type="sibTrans" cxnId="{0D419A6A-EF55-4096-B8A1-C57EDC113E33}">
      <dgm:prSet/>
      <dgm:spPr/>
      <dgm:t>
        <a:bodyPr/>
        <a:lstStyle/>
        <a:p>
          <a:endParaRPr lang="en-US"/>
        </a:p>
      </dgm:t>
    </dgm:pt>
    <dgm:pt modelId="{660E5DB2-E4FE-405D-B4C4-EA94C5BC4841}">
      <dgm:prSet custT="1"/>
      <dgm:spPr/>
      <dgm:t>
        <a:bodyPr/>
        <a:lstStyle/>
        <a:p>
          <a:pPr>
            <a:lnSpc>
              <a:spcPct val="100000"/>
            </a:lnSpc>
          </a:pPr>
          <a:r>
            <a:rPr lang="en-US" sz="2800" spc="300"/>
            <a:t>Enriches/Routes</a:t>
          </a:r>
        </a:p>
      </dgm:t>
    </dgm:pt>
    <dgm:pt modelId="{7B261E3F-632C-4129-BB9C-A8F4BEEE6C72}" type="parTrans" cxnId="{9F403B83-D1E9-4341-9692-05DB73504689}">
      <dgm:prSet/>
      <dgm:spPr/>
      <dgm:t>
        <a:bodyPr/>
        <a:lstStyle/>
        <a:p>
          <a:endParaRPr lang="en-US"/>
        </a:p>
      </dgm:t>
    </dgm:pt>
    <dgm:pt modelId="{E6D1E430-81A3-48C1-8EC6-06CC0AB3E0E8}" type="sibTrans" cxnId="{9F403B83-D1E9-4341-9692-05DB73504689}">
      <dgm:prSet/>
      <dgm:spPr/>
      <dgm:t>
        <a:bodyPr/>
        <a:lstStyle/>
        <a:p>
          <a:endParaRPr lang="en-US"/>
        </a:p>
      </dgm:t>
    </dgm:pt>
    <dgm:pt modelId="{4C857A46-AE1F-4455-BC03-51CB90B358D6}">
      <dgm:prSet custT="1"/>
      <dgm:spPr/>
      <dgm:t>
        <a:bodyPr/>
        <a:lstStyle/>
        <a:p>
          <a:pPr>
            <a:lnSpc>
              <a:spcPct val="100000"/>
            </a:lnSpc>
          </a:pPr>
          <a:r>
            <a:rPr lang="en-US" sz="2800" spc="300" dirty="0"/>
            <a:t>Invokes Services</a:t>
          </a:r>
        </a:p>
      </dgm:t>
    </dgm:pt>
    <dgm:pt modelId="{CDD967EB-8805-4D52-A81A-F74EE88B4649}" type="parTrans" cxnId="{55C6C553-08B5-4D6E-9A35-BF300143D08E}">
      <dgm:prSet/>
      <dgm:spPr/>
      <dgm:t>
        <a:bodyPr/>
        <a:lstStyle/>
        <a:p>
          <a:endParaRPr lang="en-US"/>
        </a:p>
      </dgm:t>
    </dgm:pt>
    <dgm:pt modelId="{109FF380-E855-4D5F-A741-669C6F24709B}" type="sibTrans" cxnId="{55C6C553-08B5-4D6E-9A35-BF300143D08E}">
      <dgm:prSet/>
      <dgm:spPr/>
      <dgm:t>
        <a:bodyPr/>
        <a:lstStyle/>
        <a:p>
          <a:endParaRPr lang="en-US"/>
        </a:p>
      </dgm:t>
    </dgm:pt>
    <dgm:pt modelId="{A60F4A0C-4616-4201-BCEF-1537A892A32A}">
      <dgm:prSet custT="1"/>
      <dgm:spPr/>
      <dgm:t>
        <a:bodyPr/>
        <a:lstStyle/>
        <a:p>
          <a:pPr>
            <a:lnSpc>
              <a:spcPct val="100000"/>
            </a:lnSpc>
          </a:pPr>
          <a:r>
            <a:rPr lang="en-US" sz="2800" spc="300" dirty="0"/>
            <a:t>Returns Response</a:t>
          </a:r>
        </a:p>
      </dgm:t>
    </dgm:pt>
    <dgm:pt modelId="{2D16BFF0-12F2-4700-A522-8C7DF32CD03F}" type="parTrans" cxnId="{36771E19-ACA4-47F3-9522-69E989A6EEE4}">
      <dgm:prSet/>
      <dgm:spPr/>
      <dgm:t>
        <a:bodyPr/>
        <a:lstStyle/>
        <a:p>
          <a:endParaRPr lang="en-US"/>
        </a:p>
      </dgm:t>
    </dgm:pt>
    <dgm:pt modelId="{D15F124A-73AD-4FDB-89D4-82D402F64652}" type="sibTrans" cxnId="{36771E19-ACA4-47F3-9522-69E989A6EEE4}">
      <dgm:prSet/>
      <dgm:spPr/>
      <dgm:t>
        <a:bodyPr/>
        <a:lstStyle/>
        <a:p>
          <a:endParaRPr lang="en-US"/>
        </a:p>
      </dgm:t>
    </dgm:pt>
    <dgm:pt modelId="{BCAA1C44-BFA5-4604-BD32-B09500B21802}" type="pres">
      <dgm:prSet presAssocID="{5BC462F7-2160-4A7A-BE04-00685F0F8359}" presName="vert0" presStyleCnt="0">
        <dgm:presLayoutVars>
          <dgm:dir/>
          <dgm:animOne val="branch"/>
          <dgm:animLvl val="lvl"/>
        </dgm:presLayoutVars>
      </dgm:prSet>
      <dgm:spPr/>
    </dgm:pt>
    <dgm:pt modelId="{4699CB7B-2F57-4CF1-BF12-4987EC6D2243}" type="pres">
      <dgm:prSet presAssocID="{513F3522-677D-4198-B6C3-2E3877CA035A}" presName="thickLine" presStyleLbl="alignNode1" presStyleIdx="0" presStyleCnt="5"/>
      <dgm:spPr/>
    </dgm:pt>
    <dgm:pt modelId="{5EBFD710-4D2B-4570-BD58-6B75F7175BD9}" type="pres">
      <dgm:prSet presAssocID="{513F3522-677D-4198-B6C3-2E3877CA035A}" presName="horz1" presStyleCnt="0"/>
      <dgm:spPr/>
    </dgm:pt>
    <dgm:pt modelId="{04DC3366-98DE-407A-BC4E-A91F71E8D87E}" type="pres">
      <dgm:prSet presAssocID="{513F3522-677D-4198-B6C3-2E3877CA035A}" presName="tx1" presStyleLbl="revTx" presStyleIdx="0" presStyleCnt="5"/>
      <dgm:spPr/>
    </dgm:pt>
    <dgm:pt modelId="{340E85F2-CD51-4BE2-8403-C410CBDC6D13}" type="pres">
      <dgm:prSet presAssocID="{513F3522-677D-4198-B6C3-2E3877CA035A}" presName="vert1" presStyleCnt="0"/>
      <dgm:spPr/>
    </dgm:pt>
    <dgm:pt modelId="{FC73D199-2837-4096-B18F-2348D1888724}" type="pres">
      <dgm:prSet presAssocID="{68917A41-CCB0-458E-B6F6-4B72DC297DFE}" presName="thickLine" presStyleLbl="alignNode1" presStyleIdx="1" presStyleCnt="5"/>
      <dgm:spPr/>
    </dgm:pt>
    <dgm:pt modelId="{BB078C74-24F7-4447-8198-D6D5D9745937}" type="pres">
      <dgm:prSet presAssocID="{68917A41-CCB0-458E-B6F6-4B72DC297DFE}" presName="horz1" presStyleCnt="0"/>
      <dgm:spPr/>
    </dgm:pt>
    <dgm:pt modelId="{E3D7ABB9-EF04-470B-8623-6E69EF2E906E}" type="pres">
      <dgm:prSet presAssocID="{68917A41-CCB0-458E-B6F6-4B72DC297DFE}" presName="tx1" presStyleLbl="revTx" presStyleIdx="1" presStyleCnt="5"/>
      <dgm:spPr/>
    </dgm:pt>
    <dgm:pt modelId="{2E822AC9-9556-45DC-B5CC-DD276576591E}" type="pres">
      <dgm:prSet presAssocID="{68917A41-CCB0-458E-B6F6-4B72DC297DFE}" presName="vert1" presStyleCnt="0"/>
      <dgm:spPr/>
    </dgm:pt>
    <dgm:pt modelId="{AE1F7CD3-7F44-44C3-9211-78F7B529864C}" type="pres">
      <dgm:prSet presAssocID="{660E5DB2-E4FE-405D-B4C4-EA94C5BC4841}" presName="thickLine" presStyleLbl="alignNode1" presStyleIdx="2" presStyleCnt="5"/>
      <dgm:spPr/>
    </dgm:pt>
    <dgm:pt modelId="{77355443-1703-44CE-B777-731C13D2429E}" type="pres">
      <dgm:prSet presAssocID="{660E5DB2-E4FE-405D-B4C4-EA94C5BC4841}" presName="horz1" presStyleCnt="0"/>
      <dgm:spPr/>
    </dgm:pt>
    <dgm:pt modelId="{26C9F325-2AAB-4CDC-9E4B-6AE6CB5D7EF3}" type="pres">
      <dgm:prSet presAssocID="{660E5DB2-E4FE-405D-B4C4-EA94C5BC4841}" presName="tx1" presStyleLbl="revTx" presStyleIdx="2" presStyleCnt="5"/>
      <dgm:spPr/>
    </dgm:pt>
    <dgm:pt modelId="{C66FD6B3-0A57-4D4C-AE30-8424F5F48B47}" type="pres">
      <dgm:prSet presAssocID="{660E5DB2-E4FE-405D-B4C4-EA94C5BC4841}" presName="vert1" presStyleCnt="0"/>
      <dgm:spPr/>
    </dgm:pt>
    <dgm:pt modelId="{E9A8E7CA-AB74-4D9E-AB00-4B3BCC274F5D}" type="pres">
      <dgm:prSet presAssocID="{4C857A46-AE1F-4455-BC03-51CB90B358D6}" presName="thickLine" presStyleLbl="alignNode1" presStyleIdx="3" presStyleCnt="5"/>
      <dgm:spPr/>
    </dgm:pt>
    <dgm:pt modelId="{1AA84C6B-8ECC-455A-9548-36DCD5531DE3}" type="pres">
      <dgm:prSet presAssocID="{4C857A46-AE1F-4455-BC03-51CB90B358D6}" presName="horz1" presStyleCnt="0"/>
      <dgm:spPr/>
    </dgm:pt>
    <dgm:pt modelId="{4B4C6F93-D997-4B97-A22E-5737EEB329B8}" type="pres">
      <dgm:prSet presAssocID="{4C857A46-AE1F-4455-BC03-51CB90B358D6}" presName="tx1" presStyleLbl="revTx" presStyleIdx="3" presStyleCnt="5"/>
      <dgm:spPr/>
    </dgm:pt>
    <dgm:pt modelId="{B345EFD7-31D7-41CC-82B3-7B8DDC6F713C}" type="pres">
      <dgm:prSet presAssocID="{4C857A46-AE1F-4455-BC03-51CB90B358D6}" presName="vert1" presStyleCnt="0"/>
      <dgm:spPr/>
    </dgm:pt>
    <dgm:pt modelId="{742ECADF-30F6-4C5A-8186-4E92F809247A}" type="pres">
      <dgm:prSet presAssocID="{A60F4A0C-4616-4201-BCEF-1537A892A32A}" presName="thickLine" presStyleLbl="alignNode1" presStyleIdx="4" presStyleCnt="5"/>
      <dgm:spPr/>
    </dgm:pt>
    <dgm:pt modelId="{CE23D08A-5EA4-4F11-858A-9939B078E700}" type="pres">
      <dgm:prSet presAssocID="{A60F4A0C-4616-4201-BCEF-1537A892A32A}" presName="horz1" presStyleCnt="0"/>
      <dgm:spPr/>
    </dgm:pt>
    <dgm:pt modelId="{089B07D2-C545-4497-81E2-BFC167648A9C}" type="pres">
      <dgm:prSet presAssocID="{A60F4A0C-4616-4201-BCEF-1537A892A32A}" presName="tx1" presStyleLbl="revTx" presStyleIdx="4" presStyleCnt="5"/>
      <dgm:spPr/>
    </dgm:pt>
    <dgm:pt modelId="{1AC493C2-3C9A-46FB-83B0-1F9817AF575A}" type="pres">
      <dgm:prSet presAssocID="{A60F4A0C-4616-4201-BCEF-1537A892A32A}" presName="vert1" presStyleCnt="0"/>
      <dgm:spPr/>
    </dgm:pt>
  </dgm:ptLst>
  <dgm:cxnLst>
    <dgm:cxn modelId="{36771E19-ACA4-47F3-9522-69E989A6EEE4}" srcId="{5BC462F7-2160-4A7A-BE04-00685F0F8359}" destId="{A60F4A0C-4616-4201-BCEF-1537A892A32A}" srcOrd="4" destOrd="0" parTransId="{2D16BFF0-12F2-4700-A522-8C7DF32CD03F}" sibTransId="{D15F124A-73AD-4FDB-89D4-82D402F64652}"/>
    <dgm:cxn modelId="{664C801D-BC66-4B6D-B9F7-378D683FC716}" type="presOf" srcId="{68917A41-CCB0-458E-B6F6-4B72DC297DFE}" destId="{E3D7ABB9-EF04-470B-8623-6E69EF2E906E}" srcOrd="0" destOrd="0" presId="urn:microsoft.com/office/officeart/2008/layout/LinedList"/>
    <dgm:cxn modelId="{B5D6E03A-0882-4766-A5DD-AABF7F873697}" type="presOf" srcId="{660E5DB2-E4FE-405D-B4C4-EA94C5BC4841}" destId="{26C9F325-2AAB-4CDC-9E4B-6AE6CB5D7EF3}" srcOrd="0" destOrd="0" presId="urn:microsoft.com/office/officeart/2008/layout/LinedList"/>
    <dgm:cxn modelId="{0D419A6A-EF55-4096-B8A1-C57EDC113E33}" srcId="{5BC462F7-2160-4A7A-BE04-00685F0F8359}" destId="{68917A41-CCB0-458E-B6F6-4B72DC297DFE}" srcOrd="1" destOrd="0" parTransId="{EFB20889-DE4A-4C61-9CDD-6AC91FBAA2B5}" sibTransId="{C153A360-3039-4CF6-9415-E8FC6935FAB1}"/>
    <dgm:cxn modelId="{55C6C553-08B5-4D6E-9A35-BF300143D08E}" srcId="{5BC462F7-2160-4A7A-BE04-00685F0F8359}" destId="{4C857A46-AE1F-4455-BC03-51CB90B358D6}" srcOrd="3" destOrd="0" parTransId="{CDD967EB-8805-4D52-A81A-F74EE88B4649}" sibTransId="{109FF380-E855-4D5F-A741-669C6F24709B}"/>
    <dgm:cxn modelId="{95645E56-68C5-452E-A8EC-55261A14461F}" type="presOf" srcId="{513F3522-677D-4198-B6C3-2E3877CA035A}" destId="{04DC3366-98DE-407A-BC4E-A91F71E8D87E}" srcOrd="0" destOrd="0" presId="urn:microsoft.com/office/officeart/2008/layout/LinedList"/>
    <dgm:cxn modelId="{9F403B83-D1E9-4341-9692-05DB73504689}" srcId="{5BC462F7-2160-4A7A-BE04-00685F0F8359}" destId="{660E5DB2-E4FE-405D-B4C4-EA94C5BC4841}" srcOrd="2" destOrd="0" parTransId="{7B261E3F-632C-4129-BB9C-A8F4BEEE6C72}" sibTransId="{E6D1E430-81A3-48C1-8EC6-06CC0AB3E0E8}"/>
    <dgm:cxn modelId="{5DAD8EA7-FA3F-4263-93CB-393DC29AFA48}" srcId="{5BC462F7-2160-4A7A-BE04-00685F0F8359}" destId="{513F3522-677D-4198-B6C3-2E3877CA035A}" srcOrd="0" destOrd="0" parTransId="{A0CCA207-E162-43B4-AACA-30C694FE9CA9}" sibTransId="{B75C3837-2463-489C-85B2-3FF68D65E456}"/>
    <dgm:cxn modelId="{6C6F54AD-6669-470A-815B-661BF84F684B}" type="presOf" srcId="{4C857A46-AE1F-4455-BC03-51CB90B358D6}" destId="{4B4C6F93-D997-4B97-A22E-5737EEB329B8}" srcOrd="0" destOrd="0" presId="urn:microsoft.com/office/officeart/2008/layout/LinedList"/>
    <dgm:cxn modelId="{F9B2E3B9-292D-49B8-803E-81DF208D09F9}" type="presOf" srcId="{5BC462F7-2160-4A7A-BE04-00685F0F8359}" destId="{BCAA1C44-BFA5-4604-BD32-B09500B21802}" srcOrd="0" destOrd="0" presId="urn:microsoft.com/office/officeart/2008/layout/LinedList"/>
    <dgm:cxn modelId="{814B53D6-3C78-4825-83CB-DB96EFB3CC8E}" type="presOf" srcId="{A60F4A0C-4616-4201-BCEF-1537A892A32A}" destId="{089B07D2-C545-4497-81E2-BFC167648A9C}" srcOrd="0" destOrd="0" presId="urn:microsoft.com/office/officeart/2008/layout/LinedList"/>
    <dgm:cxn modelId="{8533A6FA-7A56-4F52-A706-91124A9BB47E}" type="presParOf" srcId="{BCAA1C44-BFA5-4604-BD32-B09500B21802}" destId="{4699CB7B-2F57-4CF1-BF12-4987EC6D2243}" srcOrd="0" destOrd="0" presId="urn:microsoft.com/office/officeart/2008/layout/LinedList"/>
    <dgm:cxn modelId="{969DF25C-F6B3-40BC-BDD6-1AEB4FAA4CCB}" type="presParOf" srcId="{BCAA1C44-BFA5-4604-BD32-B09500B21802}" destId="{5EBFD710-4D2B-4570-BD58-6B75F7175BD9}" srcOrd="1" destOrd="0" presId="urn:microsoft.com/office/officeart/2008/layout/LinedList"/>
    <dgm:cxn modelId="{E896AB14-AA41-4B3B-BD21-B0A1489EF538}" type="presParOf" srcId="{5EBFD710-4D2B-4570-BD58-6B75F7175BD9}" destId="{04DC3366-98DE-407A-BC4E-A91F71E8D87E}" srcOrd="0" destOrd="0" presId="urn:microsoft.com/office/officeart/2008/layout/LinedList"/>
    <dgm:cxn modelId="{344F0192-23E2-475D-A34A-AAE6D7E42BC2}" type="presParOf" srcId="{5EBFD710-4D2B-4570-BD58-6B75F7175BD9}" destId="{340E85F2-CD51-4BE2-8403-C410CBDC6D13}" srcOrd="1" destOrd="0" presId="urn:microsoft.com/office/officeart/2008/layout/LinedList"/>
    <dgm:cxn modelId="{C471F653-1E0A-4019-8BB1-8E8E71DE8D04}" type="presParOf" srcId="{BCAA1C44-BFA5-4604-BD32-B09500B21802}" destId="{FC73D199-2837-4096-B18F-2348D1888724}" srcOrd="2" destOrd="0" presId="urn:microsoft.com/office/officeart/2008/layout/LinedList"/>
    <dgm:cxn modelId="{5A96405D-222E-4731-8F8D-F2D590C0BBD2}" type="presParOf" srcId="{BCAA1C44-BFA5-4604-BD32-B09500B21802}" destId="{BB078C74-24F7-4447-8198-D6D5D9745937}" srcOrd="3" destOrd="0" presId="urn:microsoft.com/office/officeart/2008/layout/LinedList"/>
    <dgm:cxn modelId="{E787F5F3-C0F4-45AE-BF2E-A250C4FFA9E4}" type="presParOf" srcId="{BB078C74-24F7-4447-8198-D6D5D9745937}" destId="{E3D7ABB9-EF04-470B-8623-6E69EF2E906E}" srcOrd="0" destOrd="0" presId="urn:microsoft.com/office/officeart/2008/layout/LinedList"/>
    <dgm:cxn modelId="{793B2409-7D54-4654-9F11-2F7A66C3034E}" type="presParOf" srcId="{BB078C74-24F7-4447-8198-D6D5D9745937}" destId="{2E822AC9-9556-45DC-B5CC-DD276576591E}" srcOrd="1" destOrd="0" presId="urn:microsoft.com/office/officeart/2008/layout/LinedList"/>
    <dgm:cxn modelId="{179E5E77-430B-43C4-ABFE-8979450DB9FE}" type="presParOf" srcId="{BCAA1C44-BFA5-4604-BD32-B09500B21802}" destId="{AE1F7CD3-7F44-44C3-9211-78F7B529864C}" srcOrd="4" destOrd="0" presId="urn:microsoft.com/office/officeart/2008/layout/LinedList"/>
    <dgm:cxn modelId="{59146C07-D891-4B5C-A558-E07478CC6AF9}" type="presParOf" srcId="{BCAA1C44-BFA5-4604-BD32-B09500B21802}" destId="{77355443-1703-44CE-B777-731C13D2429E}" srcOrd="5" destOrd="0" presId="urn:microsoft.com/office/officeart/2008/layout/LinedList"/>
    <dgm:cxn modelId="{2F51955F-0B4A-4EF5-9E11-304FCDCCC779}" type="presParOf" srcId="{77355443-1703-44CE-B777-731C13D2429E}" destId="{26C9F325-2AAB-4CDC-9E4B-6AE6CB5D7EF3}" srcOrd="0" destOrd="0" presId="urn:microsoft.com/office/officeart/2008/layout/LinedList"/>
    <dgm:cxn modelId="{87AFD4A3-3D01-4662-BFA3-D4CC0581DD51}" type="presParOf" srcId="{77355443-1703-44CE-B777-731C13D2429E}" destId="{C66FD6B3-0A57-4D4C-AE30-8424F5F48B47}" srcOrd="1" destOrd="0" presId="urn:microsoft.com/office/officeart/2008/layout/LinedList"/>
    <dgm:cxn modelId="{5DCDC90B-919D-44A8-9A95-3C8E4565F490}" type="presParOf" srcId="{BCAA1C44-BFA5-4604-BD32-B09500B21802}" destId="{E9A8E7CA-AB74-4D9E-AB00-4B3BCC274F5D}" srcOrd="6" destOrd="0" presId="urn:microsoft.com/office/officeart/2008/layout/LinedList"/>
    <dgm:cxn modelId="{46421588-3D4D-4395-8374-76EA13AA023C}" type="presParOf" srcId="{BCAA1C44-BFA5-4604-BD32-B09500B21802}" destId="{1AA84C6B-8ECC-455A-9548-36DCD5531DE3}" srcOrd="7" destOrd="0" presId="urn:microsoft.com/office/officeart/2008/layout/LinedList"/>
    <dgm:cxn modelId="{AD2705C3-AA74-4BB4-9C37-BE090C9269BE}" type="presParOf" srcId="{1AA84C6B-8ECC-455A-9548-36DCD5531DE3}" destId="{4B4C6F93-D997-4B97-A22E-5737EEB329B8}" srcOrd="0" destOrd="0" presId="urn:microsoft.com/office/officeart/2008/layout/LinedList"/>
    <dgm:cxn modelId="{0C721CD3-2474-4CFA-87CA-3661723BF150}" type="presParOf" srcId="{1AA84C6B-8ECC-455A-9548-36DCD5531DE3}" destId="{B345EFD7-31D7-41CC-82B3-7B8DDC6F713C}" srcOrd="1" destOrd="0" presId="urn:microsoft.com/office/officeart/2008/layout/LinedList"/>
    <dgm:cxn modelId="{A1A695B1-CDBC-43DB-9429-1164C97ACAE7}" type="presParOf" srcId="{BCAA1C44-BFA5-4604-BD32-B09500B21802}" destId="{742ECADF-30F6-4C5A-8186-4E92F809247A}" srcOrd="8" destOrd="0" presId="urn:microsoft.com/office/officeart/2008/layout/LinedList"/>
    <dgm:cxn modelId="{6686AED4-78C5-4F33-B1EA-C79C9C035D15}" type="presParOf" srcId="{BCAA1C44-BFA5-4604-BD32-B09500B21802}" destId="{CE23D08A-5EA4-4F11-858A-9939B078E700}" srcOrd="9" destOrd="0" presId="urn:microsoft.com/office/officeart/2008/layout/LinedList"/>
    <dgm:cxn modelId="{30CC3AC5-1594-418F-92BD-B35B55CD1947}" type="presParOf" srcId="{CE23D08A-5EA4-4F11-858A-9939B078E700}" destId="{089B07D2-C545-4497-81E2-BFC167648A9C}" srcOrd="0" destOrd="0" presId="urn:microsoft.com/office/officeart/2008/layout/LinedList"/>
    <dgm:cxn modelId="{75E96560-72BB-46B6-B3D3-918DB80094FB}" type="presParOf" srcId="{CE23D08A-5EA4-4F11-858A-9939B078E700}" destId="{1AC493C2-3C9A-46FB-83B0-1F9817AF575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F2C20E6-4967-4D69-A861-6F1249F576BE}" type="doc">
      <dgm:prSet loTypeId="urn:microsoft.com/office/officeart/2005/8/layout/vProcess5" loCatId="process" qsTypeId="urn:microsoft.com/office/officeart/2005/8/quickstyle/simple4" qsCatId="simple" csTypeId="urn:microsoft.com/office/officeart/2005/8/colors/accent2_2" csCatId="accent2" phldr="1"/>
      <dgm:spPr/>
      <dgm:t>
        <a:bodyPr/>
        <a:lstStyle/>
        <a:p>
          <a:endParaRPr lang="en-US"/>
        </a:p>
      </dgm:t>
    </dgm:pt>
    <dgm:pt modelId="{83D55015-6AB9-42B5-A39F-FB5162E93741}">
      <dgm:prSet/>
      <dgm:spPr/>
      <dgm:t>
        <a:bodyPr/>
        <a:lstStyle/>
        <a:p>
          <a:r>
            <a:rPr lang="en-US"/>
            <a:t>Event contains</a:t>
          </a:r>
        </a:p>
      </dgm:t>
    </dgm:pt>
    <dgm:pt modelId="{B37398EC-1529-4652-A07B-882CD06673E7}" type="parTrans" cxnId="{54B93F98-338C-4C6C-BDA9-3C03C1EDFDDE}">
      <dgm:prSet/>
      <dgm:spPr/>
      <dgm:t>
        <a:bodyPr/>
        <a:lstStyle/>
        <a:p>
          <a:endParaRPr lang="en-US"/>
        </a:p>
      </dgm:t>
    </dgm:pt>
    <dgm:pt modelId="{206BD3C2-0363-4880-880F-6064761D041E}" type="sibTrans" cxnId="{54B93F98-338C-4C6C-BDA9-3C03C1EDFDDE}">
      <dgm:prSet/>
      <dgm:spPr/>
      <dgm:t>
        <a:bodyPr/>
        <a:lstStyle/>
        <a:p>
          <a:endParaRPr lang="en-US"/>
        </a:p>
      </dgm:t>
    </dgm:pt>
    <dgm:pt modelId="{34069106-D2F9-42E6-B818-49A93FCE65D4}">
      <dgm:prSet/>
      <dgm:spPr/>
      <dgm:t>
        <a:bodyPr/>
        <a:lstStyle/>
        <a:p>
          <a:r>
            <a:rPr lang="en-US" dirty="0"/>
            <a:t>Message (payload + attributes)</a:t>
          </a:r>
        </a:p>
      </dgm:t>
    </dgm:pt>
    <dgm:pt modelId="{AA904085-3B90-47E9-B5A0-078B064090FB}" type="parTrans" cxnId="{AA4A171D-2DB8-49D8-95AB-0A90A8AA7112}">
      <dgm:prSet/>
      <dgm:spPr/>
      <dgm:t>
        <a:bodyPr/>
        <a:lstStyle/>
        <a:p>
          <a:endParaRPr lang="en-US"/>
        </a:p>
      </dgm:t>
    </dgm:pt>
    <dgm:pt modelId="{4FCAAB15-C0C7-4390-B071-CAA49FE96741}" type="sibTrans" cxnId="{AA4A171D-2DB8-49D8-95AB-0A90A8AA7112}">
      <dgm:prSet/>
      <dgm:spPr/>
      <dgm:t>
        <a:bodyPr/>
        <a:lstStyle/>
        <a:p>
          <a:endParaRPr lang="en-US"/>
        </a:p>
      </dgm:t>
    </dgm:pt>
    <dgm:pt modelId="{2E938AEF-BA8D-43FA-828A-3D08335A6997}">
      <dgm:prSet/>
      <dgm:spPr/>
      <dgm:t>
        <a:bodyPr/>
        <a:lstStyle/>
        <a:p>
          <a:r>
            <a:rPr lang="en-US"/>
            <a:t>Variables</a:t>
          </a:r>
        </a:p>
      </dgm:t>
    </dgm:pt>
    <dgm:pt modelId="{63B1AE5B-2CD5-4E1F-8C13-3E0509649CD0}" type="parTrans" cxnId="{04616019-6A6A-4F1C-B7D4-2A2BC9BAF85F}">
      <dgm:prSet/>
      <dgm:spPr/>
      <dgm:t>
        <a:bodyPr/>
        <a:lstStyle/>
        <a:p>
          <a:endParaRPr lang="en-US"/>
        </a:p>
      </dgm:t>
    </dgm:pt>
    <dgm:pt modelId="{5983657F-4069-4D92-A94C-5AD47E666E56}" type="sibTrans" cxnId="{04616019-6A6A-4F1C-B7D4-2A2BC9BAF85F}">
      <dgm:prSet/>
      <dgm:spPr/>
      <dgm:t>
        <a:bodyPr/>
        <a:lstStyle/>
        <a:p>
          <a:endParaRPr lang="en-US"/>
        </a:p>
      </dgm:t>
    </dgm:pt>
    <dgm:pt modelId="{C3B07F6B-6114-4591-9159-FC1A3E6086C0}">
      <dgm:prSet/>
      <dgm:spPr/>
      <dgm:t>
        <a:bodyPr/>
        <a:lstStyle/>
        <a:p>
          <a:r>
            <a:rPr lang="en-US"/>
            <a:t>Error</a:t>
          </a:r>
        </a:p>
      </dgm:t>
    </dgm:pt>
    <dgm:pt modelId="{C6EE1FDA-6AE6-4A7D-A4F1-426090FB5F4A}" type="parTrans" cxnId="{0B05442C-71DF-453B-A2FB-92E21AEA12B6}">
      <dgm:prSet/>
      <dgm:spPr/>
      <dgm:t>
        <a:bodyPr/>
        <a:lstStyle/>
        <a:p>
          <a:endParaRPr lang="en-US"/>
        </a:p>
      </dgm:t>
    </dgm:pt>
    <dgm:pt modelId="{D0E99B16-321B-42D0-8A19-0845910B2D09}" type="sibTrans" cxnId="{0B05442C-71DF-453B-A2FB-92E21AEA12B6}">
      <dgm:prSet/>
      <dgm:spPr/>
      <dgm:t>
        <a:bodyPr/>
        <a:lstStyle/>
        <a:p>
          <a:endParaRPr lang="en-US"/>
        </a:p>
      </dgm:t>
    </dgm:pt>
    <dgm:pt modelId="{DCFF8DC4-6460-4879-81CF-3829435ADEC3}">
      <dgm:prSet/>
      <dgm:spPr/>
      <dgm:t>
        <a:bodyPr/>
        <a:lstStyle/>
        <a:p>
          <a:r>
            <a:rPr lang="en-US"/>
            <a:t>Message payload transformed via DataWeave</a:t>
          </a:r>
        </a:p>
      </dgm:t>
    </dgm:pt>
    <dgm:pt modelId="{4F8D29BD-6F32-4BA7-A6C3-FA0B97A452EA}" type="parTrans" cxnId="{0569FCF0-9A7F-412F-8BEA-7320520CA809}">
      <dgm:prSet/>
      <dgm:spPr/>
      <dgm:t>
        <a:bodyPr/>
        <a:lstStyle/>
        <a:p>
          <a:endParaRPr lang="en-US"/>
        </a:p>
      </dgm:t>
    </dgm:pt>
    <dgm:pt modelId="{6359D0F7-7B4E-45BC-9245-93B5B25BEA08}" type="sibTrans" cxnId="{0569FCF0-9A7F-412F-8BEA-7320520CA809}">
      <dgm:prSet/>
      <dgm:spPr/>
      <dgm:t>
        <a:bodyPr/>
        <a:lstStyle/>
        <a:p>
          <a:endParaRPr lang="en-US"/>
        </a:p>
      </dgm:t>
    </dgm:pt>
    <dgm:pt modelId="{27336546-45A8-4899-A793-A39FF2367427}" type="pres">
      <dgm:prSet presAssocID="{BF2C20E6-4967-4D69-A861-6F1249F576BE}" presName="outerComposite" presStyleCnt="0">
        <dgm:presLayoutVars>
          <dgm:chMax val="5"/>
          <dgm:dir/>
          <dgm:resizeHandles val="exact"/>
        </dgm:presLayoutVars>
      </dgm:prSet>
      <dgm:spPr/>
    </dgm:pt>
    <dgm:pt modelId="{1A0CBE1D-D21D-4DB4-A1C0-D6D8F3F6D4C6}" type="pres">
      <dgm:prSet presAssocID="{BF2C20E6-4967-4D69-A861-6F1249F576BE}" presName="dummyMaxCanvas" presStyleCnt="0">
        <dgm:presLayoutVars/>
      </dgm:prSet>
      <dgm:spPr/>
    </dgm:pt>
    <dgm:pt modelId="{1D01CB17-B269-407C-91E6-736279F97CD5}" type="pres">
      <dgm:prSet presAssocID="{BF2C20E6-4967-4D69-A861-6F1249F576BE}" presName="FiveNodes_1" presStyleLbl="node1" presStyleIdx="0" presStyleCnt="5">
        <dgm:presLayoutVars>
          <dgm:bulletEnabled val="1"/>
        </dgm:presLayoutVars>
      </dgm:prSet>
      <dgm:spPr/>
    </dgm:pt>
    <dgm:pt modelId="{C6020D5A-FB13-424E-AF26-B259CD50B0E8}" type="pres">
      <dgm:prSet presAssocID="{BF2C20E6-4967-4D69-A861-6F1249F576BE}" presName="FiveNodes_2" presStyleLbl="node1" presStyleIdx="1" presStyleCnt="5">
        <dgm:presLayoutVars>
          <dgm:bulletEnabled val="1"/>
        </dgm:presLayoutVars>
      </dgm:prSet>
      <dgm:spPr/>
    </dgm:pt>
    <dgm:pt modelId="{203F92FC-A539-488B-A453-F1A7563B626B}" type="pres">
      <dgm:prSet presAssocID="{BF2C20E6-4967-4D69-A861-6F1249F576BE}" presName="FiveNodes_3" presStyleLbl="node1" presStyleIdx="2" presStyleCnt="5">
        <dgm:presLayoutVars>
          <dgm:bulletEnabled val="1"/>
        </dgm:presLayoutVars>
      </dgm:prSet>
      <dgm:spPr/>
    </dgm:pt>
    <dgm:pt modelId="{A06FD7B9-0673-4ED3-A804-7EAA9439762D}" type="pres">
      <dgm:prSet presAssocID="{BF2C20E6-4967-4D69-A861-6F1249F576BE}" presName="FiveNodes_4" presStyleLbl="node1" presStyleIdx="3" presStyleCnt="5">
        <dgm:presLayoutVars>
          <dgm:bulletEnabled val="1"/>
        </dgm:presLayoutVars>
      </dgm:prSet>
      <dgm:spPr/>
    </dgm:pt>
    <dgm:pt modelId="{FEA206F5-1C35-463C-84DE-06B3622EF73F}" type="pres">
      <dgm:prSet presAssocID="{BF2C20E6-4967-4D69-A861-6F1249F576BE}" presName="FiveNodes_5" presStyleLbl="node1" presStyleIdx="4" presStyleCnt="5">
        <dgm:presLayoutVars>
          <dgm:bulletEnabled val="1"/>
        </dgm:presLayoutVars>
      </dgm:prSet>
      <dgm:spPr/>
    </dgm:pt>
    <dgm:pt modelId="{DC6513B1-D5F3-4A33-B70A-A57949CD1B59}" type="pres">
      <dgm:prSet presAssocID="{BF2C20E6-4967-4D69-A861-6F1249F576BE}" presName="FiveConn_1-2" presStyleLbl="fgAccFollowNode1" presStyleIdx="0" presStyleCnt="4">
        <dgm:presLayoutVars>
          <dgm:bulletEnabled val="1"/>
        </dgm:presLayoutVars>
      </dgm:prSet>
      <dgm:spPr/>
    </dgm:pt>
    <dgm:pt modelId="{47AF9F6F-8B30-415B-8EB7-9731E3E31633}" type="pres">
      <dgm:prSet presAssocID="{BF2C20E6-4967-4D69-A861-6F1249F576BE}" presName="FiveConn_2-3" presStyleLbl="fgAccFollowNode1" presStyleIdx="1" presStyleCnt="4">
        <dgm:presLayoutVars>
          <dgm:bulletEnabled val="1"/>
        </dgm:presLayoutVars>
      </dgm:prSet>
      <dgm:spPr/>
    </dgm:pt>
    <dgm:pt modelId="{3ECC523C-C705-4154-AD56-8CB187EE286C}" type="pres">
      <dgm:prSet presAssocID="{BF2C20E6-4967-4D69-A861-6F1249F576BE}" presName="FiveConn_3-4" presStyleLbl="fgAccFollowNode1" presStyleIdx="2" presStyleCnt="4">
        <dgm:presLayoutVars>
          <dgm:bulletEnabled val="1"/>
        </dgm:presLayoutVars>
      </dgm:prSet>
      <dgm:spPr/>
    </dgm:pt>
    <dgm:pt modelId="{C587BD7F-9191-44D2-97CB-893DAD4227BD}" type="pres">
      <dgm:prSet presAssocID="{BF2C20E6-4967-4D69-A861-6F1249F576BE}" presName="FiveConn_4-5" presStyleLbl="fgAccFollowNode1" presStyleIdx="3" presStyleCnt="4">
        <dgm:presLayoutVars>
          <dgm:bulletEnabled val="1"/>
        </dgm:presLayoutVars>
      </dgm:prSet>
      <dgm:spPr/>
    </dgm:pt>
    <dgm:pt modelId="{B1C2EE0F-EA60-46DF-91AE-D5851C5D7F8D}" type="pres">
      <dgm:prSet presAssocID="{BF2C20E6-4967-4D69-A861-6F1249F576BE}" presName="FiveNodes_1_text" presStyleLbl="node1" presStyleIdx="4" presStyleCnt="5">
        <dgm:presLayoutVars>
          <dgm:bulletEnabled val="1"/>
        </dgm:presLayoutVars>
      </dgm:prSet>
      <dgm:spPr/>
    </dgm:pt>
    <dgm:pt modelId="{1FF99379-74D7-4C71-945D-0B21677DC327}" type="pres">
      <dgm:prSet presAssocID="{BF2C20E6-4967-4D69-A861-6F1249F576BE}" presName="FiveNodes_2_text" presStyleLbl="node1" presStyleIdx="4" presStyleCnt="5">
        <dgm:presLayoutVars>
          <dgm:bulletEnabled val="1"/>
        </dgm:presLayoutVars>
      </dgm:prSet>
      <dgm:spPr/>
    </dgm:pt>
    <dgm:pt modelId="{16921A9A-A56F-4C38-8398-708998433144}" type="pres">
      <dgm:prSet presAssocID="{BF2C20E6-4967-4D69-A861-6F1249F576BE}" presName="FiveNodes_3_text" presStyleLbl="node1" presStyleIdx="4" presStyleCnt="5">
        <dgm:presLayoutVars>
          <dgm:bulletEnabled val="1"/>
        </dgm:presLayoutVars>
      </dgm:prSet>
      <dgm:spPr/>
    </dgm:pt>
    <dgm:pt modelId="{9420810F-0336-4D81-8751-E006E2C1E8B0}" type="pres">
      <dgm:prSet presAssocID="{BF2C20E6-4967-4D69-A861-6F1249F576BE}" presName="FiveNodes_4_text" presStyleLbl="node1" presStyleIdx="4" presStyleCnt="5">
        <dgm:presLayoutVars>
          <dgm:bulletEnabled val="1"/>
        </dgm:presLayoutVars>
      </dgm:prSet>
      <dgm:spPr/>
    </dgm:pt>
    <dgm:pt modelId="{48B3B2D0-EEAC-4C78-9371-5B406320D819}" type="pres">
      <dgm:prSet presAssocID="{BF2C20E6-4967-4D69-A861-6F1249F576BE}" presName="FiveNodes_5_text" presStyleLbl="node1" presStyleIdx="4" presStyleCnt="5">
        <dgm:presLayoutVars>
          <dgm:bulletEnabled val="1"/>
        </dgm:presLayoutVars>
      </dgm:prSet>
      <dgm:spPr/>
    </dgm:pt>
  </dgm:ptLst>
  <dgm:cxnLst>
    <dgm:cxn modelId="{330D7502-5574-4A5F-B32B-E695598753AC}" type="presOf" srcId="{2E938AEF-BA8D-43FA-828A-3D08335A6997}" destId="{16921A9A-A56F-4C38-8398-708998433144}" srcOrd="1" destOrd="0" presId="urn:microsoft.com/office/officeart/2005/8/layout/vProcess5"/>
    <dgm:cxn modelId="{3484BB06-74A5-4035-AE77-D161E2B21F54}" type="presOf" srcId="{83D55015-6AB9-42B5-A39F-FB5162E93741}" destId="{B1C2EE0F-EA60-46DF-91AE-D5851C5D7F8D}" srcOrd="1" destOrd="0" presId="urn:microsoft.com/office/officeart/2005/8/layout/vProcess5"/>
    <dgm:cxn modelId="{8CDAC008-BA0A-48CF-AF8D-3C734B7F75E4}" type="presOf" srcId="{C3B07F6B-6114-4591-9159-FC1A3E6086C0}" destId="{9420810F-0336-4D81-8751-E006E2C1E8B0}" srcOrd="1" destOrd="0" presId="urn:microsoft.com/office/officeart/2005/8/layout/vProcess5"/>
    <dgm:cxn modelId="{3578C117-8E3B-44B8-BD83-822A100829D8}" type="presOf" srcId="{5983657F-4069-4D92-A94C-5AD47E666E56}" destId="{3ECC523C-C705-4154-AD56-8CB187EE286C}" srcOrd="0" destOrd="0" presId="urn:microsoft.com/office/officeart/2005/8/layout/vProcess5"/>
    <dgm:cxn modelId="{04616019-6A6A-4F1C-B7D4-2A2BC9BAF85F}" srcId="{BF2C20E6-4967-4D69-A861-6F1249F576BE}" destId="{2E938AEF-BA8D-43FA-828A-3D08335A6997}" srcOrd="2" destOrd="0" parTransId="{63B1AE5B-2CD5-4E1F-8C13-3E0509649CD0}" sibTransId="{5983657F-4069-4D92-A94C-5AD47E666E56}"/>
    <dgm:cxn modelId="{B232AD1A-873D-43C6-A6F0-9F4AAC1EF619}" type="presOf" srcId="{D0E99B16-321B-42D0-8A19-0845910B2D09}" destId="{C587BD7F-9191-44D2-97CB-893DAD4227BD}" srcOrd="0" destOrd="0" presId="urn:microsoft.com/office/officeart/2005/8/layout/vProcess5"/>
    <dgm:cxn modelId="{AA4A171D-2DB8-49D8-95AB-0A90A8AA7112}" srcId="{BF2C20E6-4967-4D69-A861-6F1249F576BE}" destId="{34069106-D2F9-42E6-B818-49A93FCE65D4}" srcOrd="1" destOrd="0" parTransId="{AA904085-3B90-47E9-B5A0-078B064090FB}" sibTransId="{4FCAAB15-C0C7-4390-B071-CAA49FE96741}"/>
    <dgm:cxn modelId="{0B05442C-71DF-453B-A2FB-92E21AEA12B6}" srcId="{BF2C20E6-4967-4D69-A861-6F1249F576BE}" destId="{C3B07F6B-6114-4591-9159-FC1A3E6086C0}" srcOrd="3" destOrd="0" parTransId="{C6EE1FDA-6AE6-4A7D-A4F1-426090FB5F4A}" sibTransId="{D0E99B16-321B-42D0-8A19-0845910B2D09}"/>
    <dgm:cxn modelId="{0C1F4D2E-7047-4C38-97AF-B3D72378A6CA}" type="presOf" srcId="{34069106-D2F9-42E6-B818-49A93FCE65D4}" destId="{1FF99379-74D7-4C71-945D-0B21677DC327}" srcOrd="1" destOrd="0" presId="urn:microsoft.com/office/officeart/2005/8/layout/vProcess5"/>
    <dgm:cxn modelId="{8EA72633-E4B8-4BC6-9F2F-5CB06F2B4B77}" type="presOf" srcId="{34069106-D2F9-42E6-B818-49A93FCE65D4}" destId="{C6020D5A-FB13-424E-AF26-B259CD50B0E8}" srcOrd="0" destOrd="0" presId="urn:microsoft.com/office/officeart/2005/8/layout/vProcess5"/>
    <dgm:cxn modelId="{1E631437-83EC-4F85-B8DF-AD9B07275D50}" type="presOf" srcId="{4FCAAB15-C0C7-4390-B071-CAA49FE96741}" destId="{47AF9F6F-8B30-415B-8EB7-9731E3E31633}" srcOrd="0" destOrd="0" presId="urn:microsoft.com/office/officeart/2005/8/layout/vProcess5"/>
    <dgm:cxn modelId="{2799B05F-A7D7-4FE6-A7D4-B928EC5223F5}" type="presOf" srcId="{206BD3C2-0363-4880-880F-6064761D041E}" destId="{DC6513B1-D5F3-4A33-B70A-A57949CD1B59}" srcOrd="0" destOrd="0" presId="urn:microsoft.com/office/officeart/2005/8/layout/vProcess5"/>
    <dgm:cxn modelId="{23166F63-0E64-4948-B0B0-2E8A20C9E67E}" type="presOf" srcId="{BF2C20E6-4967-4D69-A861-6F1249F576BE}" destId="{27336546-45A8-4899-A793-A39FF2367427}" srcOrd="0" destOrd="0" presId="urn:microsoft.com/office/officeart/2005/8/layout/vProcess5"/>
    <dgm:cxn modelId="{B7728165-6420-4DE8-B245-770992553240}" type="presOf" srcId="{DCFF8DC4-6460-4879-81CF-3829435ADEC3}" destId="{FEA206F5-1C35-463C-84DE-06B3622EF73F}" srcOrd="0" destOrd="0" presId="urn:microsoft.com/office/officeart/2005/8/layout/vProcess5"/>
    <dgm:cxn modelId="{B4238983-3EF7-4BDB-9F4E-D6A0C2C686D6}" type="presOf" srcId="{2E938AEF-BA8D-43FA-828A-3D08335A6997}" destId="{203F92FC-A539-488B-A453-F1A7563B626B}" srcOrd="0" destOrd="0" presId="urn:microsoft.com/office/officeart/2005/8/layout/vProcess5"/>
    <dgm:cxn modelId="{54B93F98-338C-4C6C-BDA9-3C03C1EDFDDE}" srcId="{BF2C20E6-4967-4D69-A861-6F1249F576BE}" destId="{83D55015-6AB9-42B5-A39F-FB5162E93741}" srcOrd="0" destOrd="0" parTransId="{B37398EC-1529-4652-A07B-882CD06673E7}" sibTransId="{206BD3C2-0363-4880-880F-6064761D041E}"/>
    <dgm:cxn modelId="{69F722B1-26CE-4EA0-8414-263671786FFE}" type="presOf" srcId="{DCFF8DC4-6460-4879-81CF-3829435ADEC3}" destId="{48B3B2D0-EEAC-4C78-9371-5B406320D819}" srcOrd="1" destOrd="0" presId="urn:microsoft.com/office/officeart/2005/8/layout/vProcess5"/>
    <dgm:cxn modelId="{FC3A13D4-C0F3-4E60-8727-C165FE8444EA}" type="presOf" srcId="{83D55015-6AB9-42B5-A39F-FB5162E93741}" destId="{1D01CB17-B269-407C-91E6-736279F97CD5}" srcOrd="0" destOrd="0" presId="urn:microsoft.com/office/officeart/2005/8/layout/vProcess5"/>
    <dgm:cxn modelId="{975D42DD-02F1-4BAB-A54C-132436C79519}" type="presOf" srcId="{C3B07F6B-6114-4591-9159-FC1A3E6086C0}" destId="{A06FD7B9-0673-4ED3-A804-7EAA9439762D}" srcOrd="0" destOrd="0" presId="urn:microsoft.com/office/officeart/2005/8/layout/vProcess5"/>
    <dgm:cxn modelId="{0569FCF0-9A7F-412F-8BEA-7320520CA809}" srcId="{BF2C20E6-4967-4D69-A861-6F1249F576BE}" destId="{DCFF8DC4-6460-4879-81CF-3829435ADEC3}" srcOrd="4" destOrd="0" parTransId="{4F8D29BD-6F32-4BA7-A6C3-FA0B97A452EA}" sibTransId="{6359D0F7-7B4E-45BC-9245-93B5B25BEA08}"/>
    <dgm:cxn modelId="{B8D0F503-1E0A-4B11-A0A4-BAF9C72A13BA}" type="presParOf" srcId="{27336546-45A8-4899-A793-A39FF2367427}" destId="{1A0CBE1D-D21D-4DB4-A1C0-D6D8F3F6D4C6}" srcOrd="0" destOrd="0" presId="urn:microsoft.com/office/officeart/2005/8/layout/vProcess5"/>
    <dgm:cxn modelId="{28AA18E2-660B-4C79-90C7-0E22E229571A}" type="presParOf" srcId="{27336546-45A8-4899-A793-A39FF2367427}" destId="{1D01CB17-B269-407C-91E6-736279F97CD5}" srcOrd="1" destOrd="0" presId="urn:microsoft.com/office/officeart/2005/8/layout/vProcess5"/>
    <dgm:cxn modelId="{8DF1540C-0987-49D5-B1A3-197D48822690}" type="presParOf" srcId="{27336546-45A8-4899-A793-A39FF2367427}" destId="{C6020D5A-FB13-424E-AF26-B259CD50B0E8}" srcOrd="2" destOrd="0" presId="urn:microsoft.com/office/officeart/2005/8/layout/vProcess5"/>
    <dgm:cxn modelId="{D975D5EE-DDA1-4EAE-82C5-F7ED1211442C}" type="presParOf" srcId="{27336546-45A8-4899-A793-A39FF2367427}" destId="{203F92FC-A539-488B-A453-F1A7563B626B}" srcOrd="3" destOrd="0" presId="urn:microsoft.com/office/officeart/2005/8/layout/vProcess5"/>
    <dgm:cxn modelId="{07ADFF49-FFF6-434D-B2BA-23A5A1E81442}" type="presParOf" srcId="{27336546-45A8-4899-A793-A39FF2367427}" destId="{A06FD7B9-0673-4ED3-A804-7EAA9439762D}" srcOrd="4" destOrd="0" presId="urn:microsoft.com/office/officeart/2005/8/layout/vProcess5"/>
    <dgm:cxn modelId="{8B7D748D-FB08-4F24-A5DC-7C2748E91FCA}" type="presParOf" srcId="{27336546-45A8-4899-A793-A39FF2367427}" destId="{FEA206F5-1C35-463C-84DE-06B3622EF73F}" srcOrd="5" destOrd="0" presId="urn:microsoft.com/office/officeart/2005/8/layout/vProcess5"/>
    <dgm:cxn modelId="{E92CD971-6D68-42F7-B742-772F9520007E}" type="presParOf" srcId="{27336546-45A8-4899-A793-A39FF2367427}" destId="{DC6513B1-D5F3-4A33-B70A-A57949CD1B59}" srcOrd="6" destOrd="0" presId="urn:microsoft.com/office/officeart/2005/8/layout/vProcess5"/>
    <dgm:cxn modelId="{2C103B91-AB43-4412-8225-C6ED1C7BE30A}" type="presParOf" srcId="{27336546-45A8-4899-A793-A39FF2367427}" destId="{47AF9F6F-8B30-415B-8EB7-9731E3E31633}" srcOrd="7" destOrd="0" presId="urn:microsoft.com/office/officeart/2005/8/layout/vProcess5"/>
    <dgm:cxn modelId="{F32412BC-86DF-4B7B-AEAA-8E565A93EF59}" type="presParOf" srcId="{27336546-45A8-4899-A793-A39FF2367427}" destId="{3ECC523C-C705-4154-AD56-8CB187EE286C}" srcOrd="8" destOrd="0" presId="urn:microsoft.com/office/officeart/2005/8/layout/vProcess5"/>
    <dgm:cxn modelId="{E5414647-91F5-4B38-A625-4190ABC009AB}" type="presParOf" srcId="{27336546-45A8-4899-A793-A39FF2367427}" destId="{C587BD7F-9191-44D2-97CB-893DAD4227BD}" srcOrd="9" destOrd="0" presId="urn:microsoft.com/office/officeart/2005/8/layout/vProcess5"/>
    <dgm:cxn modelId="{376A4815-001D-4C1C-A5F3-71E596AF1DE2}" type="presParOf" srcId="{27336546-45A8-4899-A793-A39FF2367427}" destId="{B1C2EE0F-EA60-46DF-91AE-D5851C5D7F8D}" srcOrd="10" destOrd="0" presId="urn:microsoft.com/office/officeart/2005/8/layout/vProcess5"/>
    <dgm:cxn modelId="{9D8C6A06-98A8-459B-B9C1-48502E1244EA}" type="presParOf" srcId="{27336546-45A8-4899-A793-A39FF2367427}" destId="{1FF99379-74D7-4C71-945D-0B21677DC327}" srcOrd="11" destOrd="0" presId="urn:microsoft.com/office/officeart/2005/8/layout/vProcess5"/>
    <dgm:cxn modelId="{52E60305-C489-4080-AF2C-CD5C9DB7761B}" type="presParOf" srcId="{27336546-45A8-4899-A793-A39FF2367427}" destId="{16921A9A-A56F-4C38-8398-708998433144}" srcOrd="12" destOrd="0" presId="urn:microsoft.com/office/officeart/2005/8/layout/vProcess5"/>
    <dgm:cxn modelId="{7B429209-D349-41D6-B2AC-B5E5CF9857F5}" type="presParOf" srcId="{27336546-45A8-4899-A793-A39FF2367427}" destId="{9420810F-0336-4D81-8751-E006E2C1E8B0}" srcOrd="13" destOrd="0" presId="urn:microsoft.com/office/officeart/2005/8/layout/vProcess5"/>
    <dgm:cxn modelId="{ABB5B2B1-290F-4AFA-B962-4DBDA2AFB6AA}" type="presParOf" srcId="{27336546-45A8-4899-A793-A39FF2367427}" destId="{48B3B2D0-EEAC-4C78-9371-5B406320D819}"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5CC57D4-F219-4122-B7C4-9384473B9298}"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2536FC94-E306-4E4A-8BC6-0642026BD90C}">
      <dgm:prSet/>
      <dgm:spPr/>
      <dgm:t>
        <a:bodyPr/>
        <a:lstStyle/>
        <a:p>
          <a:pPr>
            <a:lnSpc>
              <a:spcPct val="100000"/>
            </a:lnSpc>
          </a:pPr>
          <a:r>
            <a:rPr lang="en-US" dirty="0"/>
            <a:t>Connectors: HTTP, DB, FTP/SFTP, Salesforce, JMS, Kafka, SMTP</a:t>
          </a:r>
        </a:p>
      </dgm:t>
    </dgm:pt>
    <dgm:pt modelId="{69A0817F-895B-4E5E-8E0C-8CB8B691E439}" type="parTrans" cxnId="{E949FC33-AF67-41D3-8D5F-35FDD2BD8C5B}">
      <dgm:prSet/>
      <dgm:spPr/>
      <dgm:t>
        <a:bodyPr/>
        <a:lstStyle/>
        <a:p>
          <a:endParaRPr lang="en-US"/>
        </a:p>
      </dgm:t>
    </dgm:pt>
    <dgm:pt modelId="{2853BD10-FA27-4084-80F7-1B4C0265E397}" type="sibTrans" cxnId="{E949FC33-AF67-41D3-8D5F-35FDD2BD8C5B}">
      <dgm:prSet/>
      <dgm:spPr/>
      <dgm:t>
        <a:bodyPr/>
        <a:lstStyle/>
        <a:p>
          <a:endParaRPr lang="en-US"/>
        </a:p>
      </dgm:t>
    </dgm:pt>
    <dgm:pt modelId="{4A6530E2-F078-48A7-B412-AE3C572BC94A}">
      <dgm:prSet/>
      <dgm:spPr/>
      <dgm:t>
        <a:bodyPr/>
        <a:lstStyle/>
        <a:p>
          <a:pPr>
            <a:lnSpc>
              <a:spcPct val="100000"/>
            </a:lnSpc>
          </a:pPr>
          <a:r>
            <a:rPr lang="en-US" dirty="0"/>
            <a:t>Components: Logger, Transform, Set Variable, Validators</a:t>
          </a:r>
        </a:p>
      </dgm:t>
    </dgm:pt>
    <dgm:pt modelId="{82201569-3D8F-4DEE-87F5-5603EA987234}" type="parTrans" cxnId="{0CDCB9DB-ECC4-4722-B765-1E5D917AB069}">
      <dgm:prSet/>
      <dgm:spPr/>
      <dgm:t>
        <a:bodyPr/>
        <a:lstStyle/>
        <a:p>
          <a:endParaRPr lang="en-US"/>
        </a:p>
      </dgm:t>
    </dgm:pt>
    <dgm:pt modelId="{BE682860-5FC2-427B-8122-15520CDC7798}" type="sibTrans" cxnId="{0CDCB9DB-ECC4-4722-B765-1E5D917AB069}">
      <dgm:prSet/>
      <dgm:spPr/>
      <dgm:t>
        <a:bodyPr/>
        <a:lstStyle/>
        <a:p>
          <a:endParaRPr lang="en-US"/>
        </a:p>
      </dgm:t>
    </dgm:pt>
    <dgm:pt modelId="{F1103216-BE28-4BDF-B852-81A0166D67BC}">
      <dgm:prSet/>
      <dgm:spPr/>
      <dgm:t>
        <a:bodyPr/>
        <a:lstStyle/>
        <a:p>
          <a:pPr>
            <a:lnSpc>
              <a:spcPct val="100000"/>
            </a:lnSpc>
          </a:pPr>
          <a:r>
            <a:rPr lang="en-US"/>
            <a:t>Routers: Choice, Scatter-Gather, Round-Robin</a:t>
          </a:r>
        </a:p>
      </dgm:t>
    </dgm:pt>
    <dgm:pt modelId="{6574FFB0-DF83-4233-BD49-E492133D5218}" type="parTrans" cxnId="{50DBA967-76F0-4C41-850E-D95B268266E7}">
      <dgm:prSet/>
      <dgm:spPr/>
      <dgm:t>
        <a:bodyPr/>
        <a:lstStyle/>
        <a:p>
          <a:endParaRPr lang="en-US"/>
        </a:p>
      </dgm:t>
    </dgm:pt>
    <dgm:pt modelId="{DFBEEABA-2779-458B-B8F4-F44D057A542F}" type="sibTrans" cxnId="{50DBA967-76F0-4C41-850E-D95B268266E7}">
      <dgm:prSet/>
      <dgm:spPr/>
      <dgm:t>
        <a:bodyPr/>
        <a:lstStyle/>
        <a:p>
          <a:endParaRPr lang="en-US"/>
        </a:p>
      </dgm:t>
    </dgm:pt>
    <dgm:pt modelId="{99AE9567-84E1-4D3C-82BA-F299771E6DD9}">
      <dgm:prSet/>
      <dgm:spPr/>
      <dgm:t>
        <a:bodyPr/>
        <a:lstStyle/>
        <a:p>
          <a:pPr>
            <a:lnSpc>
              <a:spcPct val="100000"/>
            </a:lnSpc>
          </a:pPr>
          <a:r>
            <a:rPr lang="en-US"/>
            <a:t>Scopes: Try, Async, For Each, Parallel For Each</a:t>
          </a:r>
        </a:p>
      </dgm:t>
    </dgm:pt>
    <dgm:pt modelId="{F2E6F292-CCF3-4BEE-8D51-9B9559A21E18}" type="parTrans" cxnId="{C2B77C7E-64A4-40E5-8F50-F35535989AE7}">
      <dgm:prSet/>
      <dgm:spPr/>
      <dgm:t>
        <a:bodyPr/>
        <a:lstStyle/>
        <a:p>
          <a:endParaRPr lang="en-US"/>
        </a:p>
      </dgm:t>
    </dgm:pt>
    <dgm:pt modelId="{F0958268-31C2-4780-8BD4-5B37453EC046}" type="sibTrans" cxnId="{C2B77C7E-64A4-40E5-8F50-F35535989AE7}">
      <dgm:prSet/>
      <dgm:spPr/>
      <dgm:t>
        <a:bodyPr/>
        <a:lstStyle/>
        <a:p>
          <a:endParaRPr lang="en-US"/>
        </a:p>
      </dgm:t>
    </dgm:pt>
    <dgm:pt modelId="{151FDD1B-7015-43E8-A9FB-C31ED10A39CC}" type="pres">
      <dgm:prSet presAssocID="{C5CC57D4-F219-4122-B7C4-9384473B9298}" presName="root" presStyleCnt="0">
        <dgm:presLayoutVars>
          <dgm:dir/>
          <dgm:resizeHandles val="exact"/>
        </dgm:presLayoutVars>
      </dgm:prSet>
      <dgm:spPr/>
    </dgm:pt>
    <dgm:pt modelId="{227D94C7-4F55-42EE-A2C7-1FA4F5356F6A}" type="pres">
      <dgm:prSet presAssocID="{2536FC94-E306-4E4A-8BC6-0642026BD90C}" presName="compNode" presStyleCnt="0"/>
      <dgm:spPr/>
    </dgm:pt>
    <dgm:pt modelId="{5B790E33-F0EF-413D-A33C-84D8CA9DF8FD}" type="pres">
      <dgm:prSet presAssocID="{2536FC94-E306-4E4A-8BC6-0642026BD90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A3A6D380-0E3C-4F85-8517-CDDB93BB9311}" type="pres">
      <dgm:prSet presAssocID="{2536FC94-E306-4E4A-8BC6-0642026BD90C}" presName="spaceRect" presStyleCnt="0"/>
      <dgm:spPr/>
    </dgm:pt>
    <dgm:pt modelId="{10B85340-12D3-4FDF-B440-95C106C9A441}" type="pres">
      <dgm:prSet presAssocID="{2536FC94-E306-4E4A-8BC6-0642026BD90C}" presName="textRect" presStyleLbl="revTx" presStyleIdx="0" presStyleCnt="4">
        <dgm:presLayoutVars>
          <dgm:chMax val="1"/>
          <dgm:chPref val="1"/>
        </dgm:presLayoutVars>
      </dgm:prSet>
      <dgm:spPr/>
    </dgm:pt>
    <dgm:pt modelId="{D67AC838-34FC-473F-9D9F-4969593E589A}" type="pres">
      <dgm:prSet presAssocID="{2853BD10-FA27-4084-80F7-1B4C0265E397}" presName="sibTrans" presStyleCnt="0"/>
      <dgm:spPr/>
    </dgm:pt>
    <dgm:pt modelId="{0B7DDE87-AB85-480C-BD0E-E6EC58E2F31F}" type="pres">
      <dgm:prSet presAssocID="{4A6530E2-F078-48A7-B412-AE3C572BC94A}" presName="compNode" presStyleCnt="0"/>
      <dgm:spPr/>
    </dgm:pt>
    <dgm:pt modelId="{9A497384-449B-4DB7-948D-561016340414}" type="pres">
      <dgm:prSet presAssocID="{4A6530E2-F078-48A7-B412-AE3C572BC94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ble"/>
        </a:ext>
      </dgm:extLst>
    </dgm:pt>
    <dgm:pt modelId="{1959D77D-C06C-4A94-A716-82E5C3441D93}" type="pres">
      <dgm:prSet presAssocID="{4A6530E2-F078-48A7-B412-AE3C572BC94A}" presName="spaceRect" presStyleCnt="0"/>
      <dgm:spPr/>
    </dgm:pt>
    <dgm:pt modelId="{7D9DAB5D-2991-44F1-BFD6-2BFA443986A6}" type="pres">
      <dgm:prSet presAssocID="{4A6530E2-F078-48A7-B412-AE3C572BC94A}" presName="textRect" presStyleLbl="revTx" presStyleIdx="1" presStyleCnt="4">
        <dgm:presLayoutVars>
          <dgm:chMax val="1"/>
          <dgm:chPref val="1"/>
        </dgm:presLayoutVars>
      </dgm:prSet>
      <dgm:spPr/>
    </dgm:pt>
    <dgm:pt modelId="{C497D7DB-EBFE-44BC-BACB-01C0F4FE7590}" type="pres">
      <dgm:prSet presAssocID="{BE682860-5FC2-427B-8122-15520CDC7798}" presName="sibTrans" presStyleCnt="0"/>
      <dgm:spPr/>
    </dgm:pt>
    <dgm:pt modelId="{B9CD9933-1AF1-4AA8-B4F6-96EB5C7FAD15}" type="pres">
      <dgm:prSet presAssocID="{F1103216-BE28-4BDF-B852-81A0166D67BC}" presName="compNode" presStyleCnt="0"/>
      <dgm:spPr/>
    </dgm:pt>
    <dgm:pt modelId="{6C93B1E5-9CB0-4D4D-8B73-A635291FDD4D}" type="pres">
      <dgm:prSet presAssocID="{F1103216-BE28-4BDF-B852-81A0166D67B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rver"/>
        </a:ext>
      </dgm:extLst>
    </dgm:pt>
    <dgm:pt modelId="{11859248-B235-4E56-9F79-C56683CAA8F2}" type="pres">
      <dgm:prSet presAssocID="{F1103216-BE28-4BDF-B852-81A0166D67BC}" presName="spaceRect" presStyleCnt="0"/>
      <dgm:spPr/>
    </dgm:pt>
    <dgm:pt modelId="{2B7558C9-E77C-4FB4-B743-1C4029351CF9}" type="pres">
      <dgm:prSet presAssocID="{F1103216-BE28-4BDF-B852-81A0166D67BC}" presName="textRect" presStyleLbl="revTx" presStyleIdx="2" presStyleCnt="4">
        <dgm:presLayoutVars>
          <dgm:chMax val="1"/>
          <dgm:chPref val="1"/>
        </dgm:presLayoutVars>
      </dgm:prSet>
      <dgm:spPr/>
    </dgm:pt>
    <dgm:pt modelId="{CA2177DF-20EF-489E-8DD6-5B9DD12D582E}" type="pres">
      <dgm:prSet presAssocID="{DFBEEABA-2779-458B-B8F4-F44D057A542F}" presName="sibTrans" presStyleCnt="0"/>
      <dgm:spPr/>
    </dgm:pt>
    <dgm:pt modelId="{B083256C-BC67-4757-9F97-F701FB85436D}" type="pres">
      <dgm:prSet presAssocID="{99AE9567-84E1-4D3C-82BA-F299771E6DD9}" presName="compNode" presStyleCnt="0"/>
      <dgm:spPr/>
    </dgm:pt>
    <dgm:pt modelId="{DFBA4EA7-9F43-42DE-BA5F-F46DEACEC63F}" type="pres">
      <dgm:prSet presAssocID="{99AE9567-84E1-4D3C-82BA-F299771E6DD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Venn Diagram"/>
        </a:ext>
      </dgm:extLst>
    </dgm:pt>
    <dgm:pt modelId="{AE193DB3-6E8F-40D8-99AC-5CC1E6EB303F}" type="pres">
      <dgm:prSet presAssocID="{99AE9567-84E1-4D3C-82BA-F299771E6DD9}" presName="spaceRect" presStyleCnt="0"/>
      <dgm:spPr/>
    </dgm:pt>
    <dgm:pt modelId="{87FB9DA0-DAB5-49F8-A893-7F0411513B0A}" type="pres">
      <dgm:prSet presAssocID="{99AE9567-84E1-4D3C-82BA-F299771E6DD9}" presName="textRect" presStyleLbl="revTx" presStyleIdx="3" presStyleCnt="4">
        <dgm:presLayoutVars>
          <dgm:chMax val="1"/>
          <dgm:chPref val="1"/>
        </dgm:presLayoutVars>
      </dgm:prSet>
      <dgm:spPr/>
    </dgm:pt>
  </dgm:ptLst>
  <dgm:cxnLst>
    <dgm:cxn modelId="{E949FC33-AF67-41D3-8D5F-35FDD2BD8C5B}" srcId="{C5CC57D4-F219-4122-B7C4-9384473B9298}" destId="{2536FC94-E306-4E4A-8BC6-0642026BD90C}" srcOrd="0" destOrd="0" parTransId="{69A0817F-895B-4E5E-8E0C-8CB8B691E439}" sibTransId="{2853BD10-FA27-4084-80F7-1B4C0265E397}"/>
    <dgm:cxn modelId="{50DBA967-76F0-4C41-850E-D95B268266E7}" srcId="{C5CC57D4-F219-4122-B7C4-9384473B9298}" destId="{F1103216-BE28-4BDF-B852-81A0166D67BC}" srcOrd="2" destOrd="0" parTransId="{6574FFB0-DF83-4233-BD49-E492133D5218}" sibTransId="{DFBEEABA-2779-458B-B8F4-F44D057A542F}"/>
    <dgm:cxn modelId="{09FD326F-C18F-40B7-8C18-EE413EE83CA3}" type="presOf" srcId="{99AE9567-84E1-4D3C-82BA-F299771E6DD9}" destId="{87FB9DA0-DAB5-49F8-A893-7F0411513B0A}" srcOrd="0" destOrd="0" presId="urn:microsoft.com/office/officeart/2018/2/layout/IconLabelList"/>
    <dgm:cxn modelId="{12A38253-82F0-428F-B4C5-8C981B8F39DE}" type="presOf" srcId="{2536FC94-E306-4E4A-8BC6-0642026BD90C}" destId="{10B85340-12D3-4FDF-B440-95C106C9A441}" srcOrd="0" destOrd="0" presId="urn:microsoft.com/office/officeart/2018/2/layout/IconLabelList"/>
    <dgm:cxn modelId="{C2B77C7E-64A4-40E5-8F50-F35535989AE7}" srcId="{C5CC57D4-F219-4122-B7C4-9384473B9298}" destId="{99AE9567-84E1-4D3C-82BA-F299771E6DD9}" srcOrd="3" destOrd="0" parTransId="{F2E6F292-CCF3-4BEE-8D51-9B9559A21E18}" sibTransId="{F0958268-31C2-4780-8BD4-5B37453EC046}"/>
    <dgm:cxn modelId="{E2614480-683A-4E98-8ACA-A8F322195599}" type="presOf" srcId="{4A6530E2-F078-48A7-B412-AE3C572BC94A}" destId="{7D9DAB5D-2991-44F1-BFD6-2BFA443986A6}" srcOrd="0" destOrd="0" presId="urn:microsoft.com/office/officeart/2018/2/layout/IconLabelList"/>
    <dgm:cxn modelId="{5E7FC3A5-3FA4-4FAC-B2EA-CCD0E97EA10F}" type="presOf" srcId="{C5CC57D4-F219-4122-B7C4-9384473B9298}" destId="{151FDD1B-7015-43E8-A9FB-C31ED10A39CC}" srcOrd="0" destOrd="0" presId="urn:microsoft.com/office/officeart/2018/2/layout/IconLabelList"/>
    <dgm:cxn modelId="{0CDCB9DB-ECC4-4722-B765-1E5D917AB069}" srcId="{C5CC57D4-F219-4122-B7C4-9384473B9298}" destId="{4A6530E2-F078-48A7-B412-AE3C572BC94A}" srcOrd="1" destOrd="0" parTransId="{82201569-3D8F-4DEE-87F5-5603EA987234}" sibTransId="{BE682860-5FC2-427B-8122-15520CDC7798}"/>
    <dgm:cxn modelId="{7CA09BED-CF0F-4699-A063-D5D5DCF7AEDF}" type="presOf" srcId="{F1103216-BE28-4BDF-B852-81A0166D67BC}" destId="{2B7558C9-E77C-4FB4-B743-1C4029351CF9}" srcOrd="0" destOrd="0" presId="urn:microsoft.com/office/officeart/2018/2/layout/IconLabelList"/>
    <dgm:cxn modelId="{0FD0BB1A-062F-4F89-8B21-0C07166530B0}" type="presParOf" srcId="{151FDD1B-7015-43E8-A9FB-C31ED10A39CC}" destId="{227D94C7-4F55-42EE-A2C7-1FA4F5356F6A}" srcOrd="0" destOrd="0" presId="urn:microsoft.com/office/officeart/2018/2/layout/IconLabelList"/>
    <dgm:cxn modelId="{8BBC5677-C975-4BD8-8347-C01DE0F73E3C}" type="presParOf" srcId="{227D94C7-4F55-42EE-A2C7-1FA4F5356F6A}" destId="{5B790E33-F0EF-413D-A33C-84D8CA9DF8FD}" srcOrd="0" destOrd="0" presId="urn:microsoft.com/office/officeart/2018/2/layout/IconLabelList"/>
    <dgm:cxn modelId="{58881B2A-A3BD-4977-970D-382C8350C7B2}" type="presParOf" srcId="{227D94C7-4F55-42EE-A2C7-1FA4F5356F6A}" destId="{A3A6D380-0E3C-4F85-8517-CDDB93BB9311}" srcOrd="1" destOrd="0" presId="urn:microsoft.com/office/officeart/2018/2/layout/IconLabelList"/>
    <dgm:cxn modelId="{40A37C71-33E7-4247-ACD3-7C5408E5A35F}" type="presParOf" srcId="{227D94C7-4F55-42EE-A2C7-1FA4F5356F6A}" destId="{10B85340-12D3-4FDF-B440-95C106C9A441}" srcOrd="2" destOrd="0" presId="urn:microsoft.com/office/officeart/2018/2/layout/IconLabelList"/>
    <dgm:cxn modelId="{A834342A-D5D2-4EE1-BEFF-FA87CE1B6CF7}" type="presParOf" srcId="{151FDD1B-7015-43E8-A9FB-C31ED10A39CC}" destId="{D67AC838-34FC-473F-9D9F-4969593E589A}" srcOrd="1" destOrd="0" presId="urn:microsoft.com/office/officeart/2018/2/layout/IconLabelList"/>
    <dgm:cxn modelId="{1DE712DF-DC39-4D78-99E2-B4265E44A0EF}" type="presParOf" srcId="{151FDD1B-7015-43E8-A9FB-C31ED10A39CC}" destId="{0B7DDE87-AB85-480C-BD0E-E6EC58E2F31F}" srcOrd="2" destOrd="0" presId="urn:microsoft.com/office/officeart/2018/2/layout/IconLabelList"/>
    <dgm:cxn modelId="{85AF93CD-B9B9-40F8-83BF-8F2BACB3946F}" type="presParOf" srcId="{0B7DDE87-AB85-480C-BD0E-E6EC58E2F31F}" destId="{9A497384-449B-4DB7-948D-561016340414}" srcOrd="0" destOrd="0" presId="urn:microsoft.com/office/officeart/2018/2/layout/IconLabelList"/>
    <dgm:cxn modelId="{5C94FB74-3056-4890-81B9-70FA6EAFA525}" type="presParOf" srcId="{0B7DDE87-AB85-480C-BD0E-E6EC58E2F31F}" destId="{1959D77D-C06C-4A94-A716-82E5C3441D93}" srcOrd="1" destOrd="0" presId="urn:microsoft.com/office/officeart/2018/2/layout/IconLabelList"/>
    <dgm:cxn modelId="{A1EE02E3-3258-431F-B71E-D23B2DF9EB06}" type="presParOf" srcId="{0B7DDE87-AB85-480C-BD0E-E6EC58E2F31F}" destId="{7D9DAB5D-2991-44F1-BFD6-2BFA443986A6}" srcOrd="2" destOrd="0" presId="urn:microsoft.com/office/officeart/2018/2/layout/IconLabelList"/>
    <dgm:cxn modelId="{03BD3C6F-9956-4B77-9483-925E4F60D2C2}" type="presParOf" srcId="{151FDD1B-7015-43E8-A9FB-C31ED10A39CC}" destId="{C497D7DB-EBFE-44BC-BACB-01C0F4FE7590}" srcOrd="3" destOrd="0" presId="urn:microsoft.com/office/officeart/2018/2/layout/IconLabelList"/>
    <dgm:cxn modelId="{0453E892-6890-4709-B19E-C9785F44AABB}" type="presParOf" srcId="{151FDD1B-7015-43E8-A9FB-C31ED10A39CC}" destId="{B9CD9933-1AF1-4AA8-B4F6-96EB5C7FAD15}" srcOrd="4" destOrd="0" presId="urn:microsoft.com/office/officeart/2018/2/layout/IconLabelList"/>
    <dgm:cxn modelId="{69F13E41-8A75-4FA0-9B58-ED32F4BC0868}" type="presParOf" srcId="{B9CD9933-1AF1-4AA8-B4F6-96EB5C7FAD15}" destId="{6C93B1E5-9CB0-4D4D-8B73-A635291FDD4D}" srcOrd="0" destOrd="0" presId="urn:microsoft.com/office/officeart/2018/2/layout/IconLabelList"/>
    <dgm:cxn modelId="{F0BF91F0-50F1-4BF1-AD80-798317809516}" type="presParOf" srcId="{B9CD9933-1AF1-4AA8-B4F6-96EB5C7FAD15}" destId="{11859248-B235-4E56-9F79-C56683CAA8F2}" srcOrd="1" destOrd="0" presId="urn:microsoft.com/office/officeart/2018/2/layout/IconLabelList"/>
    <dgm:cxn modelId="{4EC28BB3-7547-41A0-93D8-6DE504A88218}" type="presParOf" srcId="{B9CD9933-1AF1-4AA8-B4F6-96EB5C7FAD15}" destId="{2B7558C9-E77C-4FB4-B743-1C4029351CF9}" srcOrd="2" destOrd="0" presId="urn:microsoft.com/office/officeart/2018/2/layout/IconLabelList"/>
    <dgm:cxn modelId="{1416BAAC-88C7-4359-B1B6-3E04375A6B7C}" type="presParOf" srcId="{151FDD1B-7015-43E8-A9FB-C31ED10A39CC}" destId="{CA2177DF-20EF-489E-8DD6-5B9DD12D582E}" srcOrd="5" destOrd="0" presId="urn:microsoft.com/office/officeart/2018/2/layout/IconLabelList"/>
    <dgm:cxn modelId="{26707337-4625-4D17-AA8D-9F0C68D336F1}" type="presParOf" srcId="{151FDD1B-7015-43E8-A9FB-C31ED10A39CC}" destId="{B083256C-BC67-4757-9F97-F701FB85436D}" srcOrd="6" destOrd="0" presId="urn:microsoft.com/office/officeart/2018/2/layout/IconLabelList"/>
    <dgm:cxn modelId="{62D88C15-8848-4F55-BF5C-75D6480A3DA9}" type="presParOf" srcId="{B083256C-BC67-4757-9F97-F701FB85436D}" destId="{DFBA4EA7-9F43-42DE-BA5F-F46DEACEC63F}" srcOrd="0" destOrd="0" presId="urn:microsoft.com/office/officeart/2018/2/layout/IconLabelList"/>
    <dgm:cxn modelId="{1D3BF2DC-8F81-4B4F-BB70-4AF2C0858FF6}" type="presParOf" srcId="{B083256C-BC67-4757-9F97-F701FB85436D}" destId="{AE193DB3-6E8F-40D8-99AC-5CC1E6EB303F}" srcOrd="1" destOrd="0" presId="urn:microsoft.com/office/officeart/2018/2/layout/IconLabelList"/>
    <dgm:cxn modelId="{45FEEBBA-9A97-4AEF-9399-9134CB7A7AAC}" type="presParOf" srcId="{B083256C-BC67-4757-9F97-F701FB85436D}" destId="{87FB9DA0-DAB5-49F8-A893-7F0411513B0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35F2D0A-5E32-494B-9C42-344EA6496A18}" type="doc">
      <dgm:prSet loTypeId="urn:microsoft.com/office/officeart/2008/layout/LinedList" loCatId="list" qsTypeId="urn:microsoft.com/office/officeart/2005/8/quickstyle/simple2" qsCatId="simple" csTypeId="urn:microsoft.com/office/officeart/2005/8/colors/accent3_2" csCatId="accent3"/>
      <dgm:spPr/>
      <dgm:t>
        <a:bodyPr/>
        <a:lstStyle/>
        <a:p>
          <a:endParaRPr lang="en-US"/>
        </a:p>
      </dgm:t>
    </dgm:pt>
    <dgm:pt modelId="{F263B3CE-0C60-4B51-9A3C-27CCB7FB2A43}">
      <dgm:prSet/>
      <dgm:spPr/>
      <dgm:t>
        <a:bodyPr/>
        <a:lstStyle/>
        <a:p>
          <a:r>
            <a:rPr lang="en-US" dirty="0"/>
            <a:t>HTTP Connector</a:t>
          </a:r>
        </a:p>
      </dgm:t>
    </dgm:pt>
    <dgm:pt modelId="{4FD3F783-A9BF-4F9D-9008-0C899D03899B}" type="parTrans" cxnId="{0F086C9F-CE48-4F5A-865C-021E8B0E393A}">
      <dgm:prSet/>
      <dgm:spPr/>
      <dgm:t>
        <a:bodyPr/>
        <a:lstStyle/>
        <a:p>
          <a:endParaRPr lang="en-US"/>
        </a:p>
      </dgm:t>
    </dgm:pt>
    <dgm:pt modelId="{BD5F42D2-E34D-43F0-B7C6-01D51F0A6E42}" type="sibTrans" cxnId="{0F086C9F-CE48-4F5A-865C-021E8B0E393A}">
      <dgm:prSet/>
      <dgm:spPr/>
      <dgm:t>
        <a:bodyPr/>
        <a:lstStyle/>
        <a:p>
          <a:endParaRPr lang="en-US"/>
        </a:p>
      </dgm:t>
    </dgm:pt>
    <dgm:pt modelId="{BBF69A56-BF90-4269-90F3-6FEABBFAA4BF}">
      <dgm:prSet/>
      <dgm:spPr/>
      <dgm:t>
        <a:bodyPr/>
        <a:lstStyle/>
        <a:p>
          <a:r>
            <a:rPr lang="en-US"/>
            <a:t>Listener Config (HTTP_Listener_Configuration)</a:t>
          </a:r>
        </a:p>
      </dgm:t>
    </dgm:pt>
    <dgm:pt modelId="{CC9EE068-3360-4E3A-94C3-1C75A24BF9FD}" type="parTrans" cxnId="{FE976A07-1AB3-4343-B12D-9FFA0A9DEE58}">
      <dgm:prSet/>
      <dgm:spPr/>
      <dgm:t>
        <a:bodyPr/>
        <a:lstStyle/>
        <a:p>
          <a:endParaRPr lang="en-US"/>
        </a:p>
      </dgm:t>
    </dgm:pt>
    <dgm:pt modelId="{FA108F10-0D2C-48C5-96F7-5CF04F914306}" type="sibTrans" cxnId="{FE976A07-1AB3-4343-B12D-9FFA0A9DEE58}">
      <dgm:prSet/>
      <dgm:spPr/>
      <dgm:t>
        <a:bodyPr/>
        <a:lstStyle/>
        <a:p>
          <a:endParaRPr lang="en-US"/>
        </a:p>
      </dgm:t>
    </dgm:pt>
    <dgm:pt modelId="{3B419E07-5EA8-4213-9E87-2A932CB26F45}">
      <dgm:prSet/>
      <dgm:spPr/>
      <dgm:t>
        <a:bodyPr/>
        <a:lstStyle/>
        <a:p>
          <a:r>
            <a:rPr lang="en-US"/>
            <a:t>Request Config (HTTP_Request_Configuration)</a:t>
          </a:r>
        </a:p>
      </dgm:t>
    </dgm:pt>
    <dgm:pt modelId="{F81E159D-8B75-4D15-96A3-EC9F71F839EE}" type="parTrans" cxnId="{B3EDAA83-35E7-425D-AAFE-EE70716EA341}">
      <dgm:prSet/>
      <dgm:spPr/>
      <dgm:t>
        <a:bodyPr/>
        <a:lstStyle/>
        <a:p>
          <a:endParaRPr lang="en-US"/>
        </a:p>
      </dgm:t>
    </dgm:pt>
    <dgm:pt modelId="{61A5BD10-331F-4E3B-969A-01C466353863}" type="sibTrans" cxnId="{B3EDAA83-35E7-425D-AAFE-EE70716EA341}">
      <dgm:prSet/>
      <dgm:spPr/>
      <dgm:t>
        <a:bodyPr/>
        <a:lstStyle/>
        <a:p>
          <a:endParaRPr lang="en-US"/>
        </a:p>
      </dgm:t>
    </dgm:pt>
    <dgm:pt modelId="{16BF7EC9-D579-4BAC-B506-9C4C4FCA625A}">
      <dgm:prSet/>
      <dgm:spPr/>
      <dgm:t>
        <a:bodyPr/>
        <a:lstStyle/>
        <a:p>
          <a:r>
            <a:rPr lang="en-US"/>
            <a:t>DB Connector</a:t>
          </a:r>
        </a:p>
      </dgm:t>
    </dgm:pt>
    <dgm:pt modelId="{AF39BD97-91DE-4826-86C1-C5AD6CB56EAC}" type="parTrans" cxnId="{F385B720-9070-4466-B000-951542EDA392}">
      <dgm:prSet/>
      <dgm:spPr/>
      <dgm:t>
        <a:bodyPr/>
        <a:lstStyle/>
        <a:p>
          <a:endParaRPr lang="en-US"/>
        </a:p>
      </dgm:t>
    </dgm:pt>
    <dgm:pt modelId="{5C300D39-95D7-41F1-8DBE-474C74AC2E5F}" type="sibTrans" cxnId="{F385B720-9070-4466-B000-951542EDA392}">
      <dgm:prSet/>
      <dgm:spPr/>
      <dgm:t>
        <a:bodyPr/>
        <a:lstStyle/>
        <a:p>
          <a:endParaRPr lang="en-US"/>
        </a:p>
      </dgm:t>
    </dgm:pt>
    <dgm:pt modelId="{F71FFAF3-B7B7-4C37-8D5C-1DA103DE637B}">
      <dgm:prSet/>
      <dgm:spPr/>
      <dgm:t>
        <a:bodyPr/>
        <a:lstStyle/>
        <a:p>
          <a:r>
            <a:rPr lang="en-US"/>
            <a:t>Configuration (DB_Config)</a:t>
          </a:r>
        </a:p>
      </dgm:t>
    </dgm:pt>
    <dgm:pt modelId="{4035A258-76B2-4426-99E9-0CB7960A55B3}" type="parTrans" cxnId="{40E7C12A-FB7D-49A9-B8CC-FD233EEE46F8}">
      <dgm:prSet/>
      <dgm:spPr/>
      <dgm:t>
        <a:bodyPr/>
        <a:lstStyle/>
        <a:p>
          <a:endParaRPr lang="en-US"/>
        </a:p>
      </dgm:t>
    </dgm:pt>
    <dgm:pt modelId="{5540F261-3330-43D1-92ED-2687A344FC81}" type="sibTrans" cxnId="{40E7C12A-FB7D-49A9-B8CC-FD233EEE46F8}">
      <dgm:prSet/>
      <dgm:spPr/>
      <dgm:t>
        <a:bodyPr/>
        <a:lstStyle/>
        <a:p>
          <a:endParaRPr lang="en-US"/>
        </a:p>
      </dgm:t>
    </dgm:pt>
    <dgm:pt modelId="{10D75608-A859-44CA-B031-110FFEDA39B2}">
      <dgm:prSet/>
      <dgm:spPr/>
      <dgm:t>
        <a:bodyPr/>
        <a:lstStyle/>
        <a:p>
          <a:r>
            <a:rPr lang="en-US"/>
            <a:t>Salesforce Connector</a:t>
          </a:r>
        </a:p>
      </dgm:t>
    </dgm:pt>
    <dgm:pt modelId="{CA339CA9-05FB-4405-B962-DD0E4F314575}" type="parTrans" cxnId="{624A8B19-AB06-4712-80D9-267CD076755B}">
      <dgm:prSet/>
      <dgm:spPr/>
      <dgm:t>
        <a:bodyPr/>
        <a:lstStyle/>
        <a:p>
          <a:endParaRPr lang="en-US"/>
        </a:p>
      </dgm:t>
    </dgm:pt>
    <dgm:pt modelId="{68716726-5D74-47AD-A35D-039434756CEC}" type="sibTrans" cxnId="{624A8B19-AB06-4712-80D9-267CD076755B}">
      <dgm:prSet/>
      <dgm:spPr/>
      <dgm:t>
        <a:bodyPr/>
        <a:lstStyle/>
        <a:p>
          <a:endParaRPr lang="en-US"/>
        </a:p>
      </dgm:t>
    </dgm:pt>
    <dgm:pt modelId="{F7660210-4261-46E9-BFFF-6EF137999D9E}">
      <dgm:prSet/>
      <dgm:spPr/>
      <dgm:t>
        <a:bodyPr/>
        <a:lstStyle/>
        <a:p>
          <a:r>
            <a:rPr lang="en-US"/>
            <a:t>SF_Config</a:t>
          </a:r>
        </a:p>
      </dgm:t>
    </dgm:pt>
    <dgm:pt modelId="{7F8F62C0-BDF7-43B1-84AB-452C9DCFC058}" type="parTrans" cxnId="{42BFBA05-8FB7-434E-9F16-03BC2022F42C}">
      <dgm:prSet/>
      <dgm:spPr/>
      <dgm:t>
        <a:bodyPr/>
        <a:lstStyle/>
        <a:p>
          <a:endParaRPr lang="en-US"/>
        </a:p>
      </dgm:t>
    </dgm:pt>
    <dgm:pt modelId="{A58C7A53-0934-4586-B01B-DCBBE1CB0A4D}" type="sibTrans" cxnId="{42BFBA05-8FB7-434E-9F16-03BC2022F42C}">
      <dgm:prSet/>
      <dgm:spPr/>
      <dgm:t>
        <a:bodyPr/>
        <a:lstStyle/>
        <a:p>
          <a:endParaRPr lang="en-US"/>
        </a:p>
      </dgm:t>
    </dgm:pt>
    <dgm:pt modelId="{36F7AAFD-45C8-41F2-82A9-314A8B0627DA}">
      <dgm:prSet/>
      <dgm:spPr/>
      <dgm:t>
        <a:bodyPr/>
        <a:lstStyle/>
        <a:p>
          <a:r>
            <a:rPr lang="en-US"/>
            <a:t>FTP/SFTP Connector</a:t>
          </a:r>
        </a:p>
      </dgm:t>
    </dgm:pt>
    <dgm:pt modelId="{906B4435-6741-4BAF-A945-5DF3B93730AB}" type="parTrans" cxnId="{B1027FC5-B330-4372-9FED-B7D4047BA441}">
      <dgm:prSet/>
      <dgm:spPr/>
      <dgm:t>
        <a:bodyPr/>
        <a:lstStyle/>
        <a:p>
          <a:endParaRPr lang="en-US"/>
        </a:p>
      </dgm:t>
    </dgm:pt>
    <dgm:pt modelId="{422B2BD6-D13A-4DC3-B6BC-2A0F9DF6E4E7}" type="sibTrans" cxnId="{B1027FC5-B330-4372-9FED-B7D4047BA441}">
      <dgm:prSet/>
      <dgm:spPr/>
      <dgm:t>
        <a:bodyPr/>
        <a:lstStyle/>
        <a:p>
          <a:endParaRPr lang="en-US"/>
        </a:p>
      </dgm:t>
    </dgm:pt>
    <dgm:pt modelId="{DAA15FA6-219D-43D2-80A8-B66321B957C9}">
      <dgm:prSet/>
      <dgm:spPr/>
      <dgm:t>
        <a:bodyPr/>
        <a:lstStyle/>
        <a:p>
          <a:r>
            <a:rPr lang="en-US"/>
            <a:t>SFTP_Config</a:t>
          </a:r>
        </a:p>
      </dgm:t>
    </dgm:pt>
    <dgm:pt modelId="{901A70F9-6BA5-409B-97CF-A4C2A450A0A5}" type="parTrans" cxnId="{C3CC0934-4669-4F46-9217-388F28FCDD6B}">
      <dgm:prSet/>
      <dgm:spPr/>
      <dgm:t>
        <a:bodyPr/>
        <a:lstStyle/>
        <a:p>
          <a:endParaRPr lang="en-US"/>
        </a:p>
      </dgm:t>
    </dgm:pt>
    <dgm:pt modelId="{6BF8A92B-B4CC-45DF-B177-5FA0623A72A3}" type="sibTrans" cxnId="{C3CC0934-4669-4F46-9217-388F28FCDD6B}">
      <dgm:prSet/>
      <dgm:spPr/>
      <dgm:t>
        <a:bodyPr/>
        <a:lstStyle/>
        <a:p>
          <a:endParaRPr lang="en-US"/>
        </a:p>
      </dgm:t>
    </dgm:pt>
    <dgm:pt modelId="{E72686F9-6E86-4836-B9CB-8CF664DE179C}">
      <dgm:prSet/>
      <dgm:spPr/>
      <dgm:t>
        <a:bodyPr/>
        <a:lstStyle/>
        <a:p>
          <a:r>
            <a:rPr lang="en-US"/>
            <a:t>JMS/Kafka</a:t>
          </a:r>
        </a:p>
      </dgm:t>
    </dgm:pt>
    <dgm:pt modelId="{0D024C2C-0CCF-4BDF-B77A-C43302BCCB2A}" type="parTrans" cxnId="{0EBDF4B7-2CE4-42DA-9C4B-1623818A790C}">
      <dgm:prSet/>
      <dgm:spPr/>
      <dgm:t>
        <a:bodyPr/>
        <a:lstStyle/>
        <a:p>
          <a:endParaRPr lang="en-US"/>
        </a:p>
      </dgm:t>
    </dgm:pt>
    <dgm:pt modelId="{77701FE9-DF6E-4010-9034-1A7842061CFC}" type="sibTrans" cxnId="{0EBDF4B7-2CE4-42DA-9C4B-1623818A790C}">
      <dgm:prSet/>
      <dgm:spPr/>
      <dgm:t>
        <a:bodyPr/>
        <a:lstStyle/>
        <a:p>
          <a:endParaRPr lang="en-US"/>
        </a:p>
      </dgm:t>
    </dgm:pt>
    <dgm:pt modelId="{CA6231C4-FD84-4458-940C-0BE00BE92837}">
      <dgm:prSet/>
      <dgm:spPr/>
      <dgm:t>
        <a:bodyPr/>
        <a:lstStyle/>
        <a:p>
          <a:r>
            <a:rPr lang="en-US"/>
            <a:t>JMS_Config or Kafka_Config</a:t>
          </a:r>
        </a:p>
      </dgm:t>
    </dgm:pt>
    <dgm:pt modelId="{2214DC94-9B30-4C4C-98D8-696A3717DD8B}" type="parTrans" cxnId="{62B7E607-CE47-4FDA-9434-FA069E71FDA3}">
      <dgm:prSet/>
      <dgm:spPr/>
      <dgm:t>
        <a:bodyPr/>
        <a:lstStyle/>
        <a:p>
          <a:endParaRPr lang="en-US"/>
        </a:p>
      </dgm:t>
    </dgm:pt>
    <dgm:pt modelId="{0EB420E9-5FB1-459D-9606-17C37468DDE1}" type="sibTrans" cxnId="{62B7E607-CE47-4FDA-9434-FA069E71FDA3}">
      <dgm:prSet/>
      <dgm:spPr/>
      <dgm:t>
        <a:bodyPr/>
        <a:lstStyle/>
        <a:p>
          <a:endParaRPr lang="en-US"/>
        </a:p>
      </dgm:t>
    </dgm:pt>
    <dgm:pt modelId="{5BA417B5-1A25-45FD-B9F4-4C9A0A055923}" type="pres">
      <dgm:prSet presAssocID="{F35F2D0A-5E32-494B-9C42-344EA6496A18}" presName="vert0" presStyleCnt="0">
        <dgm:presLayoutVars>
          <dgm:dir/>
          <dgm:animOne val="branch"/>
          <dgm:animLvl val="lvl"/>
        </dgm:presLayoutVars>
      </dgm:prSet>
      <dgm:spPr/>
    </dgm:pt>
    <dgm:pt modelId="{C953C993-039C-4254-93CE-06EBCEA51398}" type="pres">
      <dgm:prSet presAssocID="{F263B3CE-0C60-4B51-9A3C-27CCB7FB2A43}" presName="thickLine" presStyleLbl="alignNode1" presStyleIdx="0" presStyleCnt="11"/>
      <dgm:spPr/>
    </dgm:pt>
    <dgm:pt modelId="{5738BD60-2C02-4640-B3E5-B9AEA32788A6}" type="pres">
      <dgm:prSet presAssocID="{F263B3CE-0C60-4B51-9A3C-27CCB7FB2A43}" presName="horz1" presStyleCnt="0"/>
      <dgm:spPr/>
    </dgm:pt>
    <dgm:pt modelId="{0B7AFF04-1F5E-4E38-A6E9-DEA36F7E92A9}" type="pres">
      <dgm:prSet presAssocID="{F263B3CE-0C60-4B51-9A3C-27CCB7FB2A43}" presName="tx1" presStyleLbl="revTx" presStyleIdx="0" presStyleCnt="11"/>
      <dgm:spPr/>
    </dgm:pt>
    <dgm:pt modelId="{F22D6291-B794-48A3-88B3-18530C40ECBA}" type="pres">
      <dgm:prSet presAssocID="{F263B3CE-0C60-4B51-9A3C-27CCB7FB2A43}" presName="vert1" presStyleCnt="0"/>
      <dgm:spPr/>
    </dgm:pt>
    <dgm:pt modelId="{988704FF-DA49-4342-B51B-03E874A8CDFF}" type="pres">
      <dgm:prSet presAssocID="{BBF69A56-BF90-4269-90F3-6FEABBFAA4BF}" presName="thickLine" presStyleLbl="alignNode1" presStyleIdx="1" presStyleCnt="11"/>
      <dgm:spPr/>
    </dgm:pt>
    <dgm:pt modelId="{427402A9-38BB-4638-B7A4-407D32910C2D}" type="pres">
      <dgm:prSet presAssocID="{BBF69A56-BF90-4269-90F3-6FEABBFAA4BF}" presName="horz1" presStyleCnt="0"/>
      <dgm:spPr/>
    </dgm:pt>
    <dgm:pt modelId="{25C238B2-CFFA-41E4-9A8D-1738866700F9}" type="pres">
      <dgm:prSet presAssocID="{BBF69A56-BF90-4269-90F3-6FEABBFAA4BF}" presName="tx1" presStyleLbl="revTx" presStyleIdx="1" presStyleCnt="11"/>
      <dgm:spPr/>
    </dgm:pt>
    <dgm:pt modelId="{A0FE2BBD-E1F3-4264-90C5-61614810697B}" type="pres">
      <dgm:prSet presAssocID="{BBF69A56-BF90-4269-90F3-6FEABBFAA4BF}" presName="vert1" presStyleCnt="0"/>
      <dgm:spPr/>
    </dgm:pt>
    <dgm:pt modelId="{07380720-0FDD-41FE-8EF0-FA8771B351E2}" type="pres">
      <dgm:prSet presAssocID="{3B419E07-5EA8-4213-9E87-2A932CB26F45}" presName="thickLine" presStyleLbl="alignNode1" presStyleIdx="2" presStyleCnt="11"/>
      <dgm:spPr/>
    </dgm:pt>
    <dgm:pt modelId="{BA5B34A9-5EEC-40F3-9953-E51E3715C8A7}" type="pres">
      <dgm:prSet presAssocID="{3B419E07-5EA8-4213-9E87-2A932CB26F45}" presName="horz1" presStyleCnt="0"/>
      <dgm:spPr/>
    </dgm:pt>
    <dgm:pt modelId="{1576A103-EFCB-4798-9581-54AE3E8E7CFA}" type="pres">
      <dgm:prSet presAssocID="{3B419E07-5EA8-4213-9E87-2A932CB26F45}" presName="tx1" presStyleLbl="revTx" presStyleIdx="2" presStyleCnt="11"/>
      <dgm:spPr/>
    </dgm:pt>
    <dgm:pt modelId="{DFEDFDB7-8B67-4D8B-8D5A-E67C5291FC41}" type="pres">
      <dgm:prSet presAssocID="{3B419E07-5EA8-4213-9E87-2A932CB26F45}" presName="vert1" presStyleCnt="0"/>
      <dgm:spPr/>
    </dgm:pt>
    <dgm:pt modelId="{1950CB28-FC9A-4F08-A94C-C79E5EC6A6D2}" type="pres">
      <dgm:prSet presAssocID="{16BF7EC9-D579-4BAC-B506-9C4C4FCA625A}" presName="thickLine" presStyleLbl="alignNode1" presStyleIdx="3" presStyleCnt="11"/>
      <dgm:spPr/>
    </dgm:pt>
    <dgm:pt modelId="{C8EB848E-393D-48F7-92ED-5BB2CEE54B61}" type="pres">
      <dgm:prSet presAssocID="{16BF7EC9-D579-4BAC-B506-9C4C4FCA625A}" presName="horz1" presStyleCnt="0"/>
      <dgm:spPr/>
    </dgm:pt>
    <dgm:pt modelId="{E09E7013-B089-4BC8-BB0C-A0F60ACB31E2}" type="pres">
      <dgm:prSet presAssocID="{16BF7EC9-D579-4BAC-B506-9C4C4FCA625A}" presName="tx1" presStyleLbl="revTx" presStyleIdx="3" presStyleCnt="11"/>
      <dgm:spPr/>
    </dgm:pt>
    <dgm:pt modelId="{CD12634E-F427-4149-96AC-B2C4C4A6BD64}" type="pres">
      <dgm:prSet presAssocID="{16BF7EC9-D579-4BAC-B506-9C4C4FCA625A}" presName="vert1" presStyleCnt="0"/>
      <dgm:spPr/>
    </dgm:pt>
    <dgm:pt modelId="{F7C37087-DAB0-4AE7-9A6F-4D1EE997D81D}" type="pres">
      <dgm:prSet presAssocID="{F71FFAF3-B7B7-4C37-8D5C-1DA103DE637B}" presName="thickLine" presStyleLbl="alignNode1" presStyleIdx="4" presStyleCnt="11"/>
      <dgm:spPr/>
    </dgm:pt>
    <dgm:pt modelId="{30F9EA42-89DB-4090-AA63-6D493E464157}" type="pres">
      <dgm:prSet presAssocID="{F71FFAF3-B7B7-4C37-8D5C-1DA103DE637B}" presName="horz1" presStyleCnt="0"/>
      <dgm:spPr/>
    </dgm:pt>
    <dgm:pt modelId="{052036E6-C5FD-47CF-A0EB-BFA625B57640}" type="pres">
      <dgm:prSet presAssocID="{F71FFAF3-B7B7-4C37-8D5C-1DA103DE637B}" presName="tx1" presStyleLbl="revTx" presStyleIdx="4" presStyleCnt="11"/>
      <dgm:spPr/>
    </dgm:pt>
    <dgm:pt modelId="{47E602A0-7EDF-492E-8803-CBB18C2D048A}" type="pres">
      <dgm:prSet presAssocID="{F71FFAF3-B7B7-4C37-8D5C-1DA103DE637B}" presName="vert1" presStyleCnt="0"/>
      <dgm:spPr/>
    </dgm:pt>
    <dgm:pt modelId="{D5B3321C-887A-47A1-9435-021E56D9C6A0}" type="pres">
      <dgm:prSet presAssocID="{10D75608-A859-44CA-B031-110FFEDA39B2}" presName="thickLine" presStyleLbl="alignNode1" presStyleIdx="5" presStyleCnt="11"/>
      <dgm:spPr/>
    </dgm:pt>
    <dgm:pt modelId="{34DE8D7F-FA53-4861-94A9-45D45B06FEF4}" type="pres">
      <dgm:prSet presAssocID="{10D75608-A859-44CA-B031-110FFEDA39B2}" presName="horz1" presStyleCnt="0"/>
      <dgm:spPr/>
    </dgm:pt>
    <dgm:pt modelId="{0DAB8452-CF91-4370-B925-007E50ED4633}" type="pres">
      <dgm:prSet presAssocID="{10D75608-A859-44CA-B031-110FFEDA39B2}" presName="tx1" presStyleLbl="revTx" presStyleIdx="5" presStyleCnt="11"/>
      <dgm:spPr/>
    </dgm:pt>
    <dgm:pt modelId="{4F8400BB-68A2-4527-B407-05A6787F5D15}" type="pres">
      <dgm:prSet presAssocID="{10D75608-A859-44CA-B031-110FFEDA39B2}" presName="vert1" presStyleCnt="0"/>
      <dgm:spPr/>
    </dgm:pt>
    <dgm:pt modelId="{42F2FF31-F9B9-4108-A6CF-5060E4B377F0}" type="pres">
      <dgm:prSet presAssocID="{F7660210-4261-46E9-BFFF-6EF137999D9E}" presName="thickLine" presStyleLbl="alignNode1" presStyleIdx="6" presStyleCnt="11"/>
      <dgm:spPr/>
    </dgm:pt>
    <dgm:pt modelId="{F4976342-1C89-45F9-9CA2-AF064FE02564}" type="pres">
      <dgm:prSet presAssocID="{F7660210-4261-46E9-BFFF-6EF137999D9E}" presName="horz1" presStyleCnt="0"/>
      <dgm:spPr/>
    </dgm:pt>
    <dgm:pt modelId="{AD1E455C-4A5F-422C-A989-2F7923FC96B1}" type="pres">
      <dgm:prSet presAssocID="{F7660210-4261-46E9-BFFF-6EF137999D9E}" presName="tx1" presStyleLbl="revTx" presStyleIdx="6" presStyleCnt="11"/>
      <dgm:spPr/>
    </dgm:pt>
    <dgm:pt modelId="{C02DF3C6-EA14-417D-91CB-92074475834C}" type="pres">
      <dgm:prSet presAssocID="{F7660210-4261-46E9-BFFF-6EF137999D9E}" presName="vert1" presStyleCnt="0"/>
      <dgm:spPr/>
    </dgm:pt>
    <dgm:pt modelId="{FCBC264A-A545-4093-AB18-8D891E701332}" type="pres">
      <dgm:prSet presAssocID="{36F7AAFD-45C8-41F2-82A9-314A8B0627DA}" presName="thickLine" presStyleLbl="alignNode1" presStyleIdx="7" presStyleCnt="11"/>
      <dgm:spPr/>
    </dgm:pt>
    <dgm:pt modelId="{55F68C62-A70A-4E62-807E-F51153269BE0}" type="pres">
      <dgm:prSet presAssocID="{36F7AAFD-45C8-41F2-82A9-314A8B0627DA}" presName="horz1" presStyleCnt="0"/>
      <dgm:spPr/>
    </dgm:pt>
    <dgm:pt modelId="{8474F2AE-C418-495A-8B59-0E325D40C272}" type="pres">
      <dgm:prSet presAssocID="{36F7AAFD-45C8-41F2-82A9-314A8B0627DA}" presName="tx1" presStyleLbl="revTx" presStyleIdx="7" presStyleCnt="11"/>
      <dgm:spPr/>
    </dgm:pt>
    <dgm:pt modelId="{8D778D88-B0BF-4666-86F3-40BDC3076391}" type="pres">
      <dgm:prSet presAssocID="{36F7AAFD-45C8-41F2-82A9-314A8B0627DA}" presName="vert1" presStyleCnt="0"/>
      <dgm:spPr/>
    </dgm:pt>
    <dgm:pt modelId="{420BF24F-35A2-4838-A2EC-2E6B081A702B}" type="pres">
      <dgm:prSet presAssocID="{DAA15FA6-219D-43D2-80A8-B66321B957C9}" presName="thickLine" presStyleLbl="alignNode1" presStyleIdx="8" presStyleCnt="11"/>
      <dgm:spPr/>
    </dgm:pt>
    <dgm:pt modelId="{2063D729-4211-4438-AC2D-9FC215BB8E2F}" type="pres">
      <dgm:prSet presAssocID="{DAA15FA6-219D-43D2-80A8-B66321B957C9}" presName="horz1" presStyleCnt="0"/>
      <dgm:spPr/>
    </dgm:pt>
    <dgm:pt modelId="{C1D4CDAD-A2AC-46F2-86E1-B80184CB7B70}" type="pres">
      <dgm:prSet presAssocID="{DAA15FA6-219D-43D2-80A8-B66321B957C9}" presName="tx1" presStyleLbl="revTx" presStyleIdx="8" presStyleCnt="11"/>
      <dgm:spPr/>
    </dgm:pt>
    <dgm:pt modelId="{2E2B9452-F52D-40C6-8C8B-D3B450C5B8F6}" type="pres">
      <dgm:prSet presAssocID="{DAA15FA6-219D-43D2-80A8-B66321B957C9}" presName="vert1" presStyleCnt="0"/>
      <dgm:spPr/>
    </dgm:pt>
    <dgm:pt modelId="{2630E8F3-ECFB-48B2-8CFA-1C1F1481B72E}" type="pres">
      <dgm:prSet presAssocID="{E72686F9-6E86-4836-B9CB-8CF664DE179C}" presName="thickLine" presStyleLbl="alignNode1" presStyleIdx="9" presStyleCnt="11"/>
      <dgm:spPr/>
    </dgm:pt>
    <dgm:pt modelId="{F608C839-2EE2-48FF-BAA0-A34D6D2B911F}" type="pres">
      <dgm:prSet presAssocID="{E72686F9-6E86-4836-B9CB-8CF664DE179C}" presName="horz1" presStyleCnt="0"/>
      <dgm:spPr/>
    </dgm:pt>
    <dgm:pt modelId="{F617A23A-7AA1-4B4E-A4A2-DA36964BB525}" type="pres">
      <dgm:prSet presAssocID="{E72686F9-6E86-4836-B9CB-8CF664DE179C}" presName="tx1" presStyleLbl="revTx" presStyleIdx="9" presStyleCnt="11"/>
      <dgm:spPr/>
    </dgm:pt>
    <dgm:pt modelId="{83E505A7-5723-4C48-B5E4-4917A0EE5295}" type="pres">
      <dgm:prSet presAssocID="{E72686F9-6E86-4836-B9CB-8CF664DE179C}" presName="vert1" presStyleCnt="0"/>
      <dgm:spPr/>
    </dgm:pt>
    <dgm:pt modelId="{6EC7EA9B-80B3-48E5-BD66-EA18A088DF80}" type="pres">
      <dgm:prSet presAssocID="{CA6231C4-FD84-4458-940C-0BE00BE92837}" presName="thickLine" presStyleLbl="alignNode1" presStyleIdx="10" presStyleCnt="11"/>
      <dgm:spPr/>
    </dgm:pt>
    <dgm:pt modelId="{973599E7-D6B4-4CE6-876D-27163EF4CF0A}" type="pres">
      <dgm:prSet presAssocID="{CA6231C4-FD84-4458-940C-0BE00BE92837}" presName="horz1" presStyleCnt="0"/>
      <dgm:spPr/>
    </dgm:pt>
    <dgm:pt modelId="{E833C68E-D047-410F-9C8E-1C276F27CF60}" type="pres">
      <dgm:prSet presAssocID="{CA6231C4-FD84-4458-940C-0BE00BE92837}" presName="tx1" presStyleLbl="revTx" presStyleIdx="10" presStyleCnt="11"/>
      <dgm:spPr/>
    </dgm:pt>
    <dgm:pt modelId="{F6E6F926-279D-4550-8F5E-CF03FDDE7F9B}" type="pres">
      <dgm:prSet presAssocID="{CA6231C4-FD84-4458-940C-0BE00BE92837}" presName="vert1" presStyleCnt="0"/>
      <dgm:spPr/>
    </dgm:pt>
  </dgm:ptLst>
  <dgm:cxnLst>
    <dgm:cxn modelId="{42BFBA05-8FB7-434E-9F16-03BC2022F42C}" srcId="{F35F2D0A-5E32-494B-9C42-344EA6496A18}" destId="{F7660210-4261-46E9-BFFF-6EF137999D9E}" srcOrd="6" destOrd="0" parTransId="{7F8F62C0-BDF7-43B1-84AB-452C9DCFC058}" sibTransId="{A58C7A53-0934-4586-B01B-DCBBE1CB0A4D}"/>
    <dgm:cxn modelId="{FE976A07-1AB3-4343-B12D-9FFA0A9DEE58}" srcId="{F35F2D0A-5E32-494B-9C42-344EA6496A18}" destId="{BBF69A56-BF90-4269-90F3-6FEABBFAA4BF}" srcOrd="1" destOrd="0" parTransId="{CC9EE068-3360-4E3A-94C3-1C75A24BF9FD}" sibTransId="{FA108F10-0D2C-48C5-96F7-5CF04F914306}"/>
    <dgm:cxn modelId="{62B7E607-CE47-4FDA-9434-FA069E71FDA3}" srcId="{F35F2D0A-5E32-494B-9C42-344EA6496A18}" destId="{CA6231C4-FD84-4458-940C-0BE00BE92837}" srcOrd="10" destOrd="0" parTransId="{2214DC94-9B30-4C4C-98D8-696A3717DD8B}" sibTransId="{0EB420E9-5FB1-459D-9606-17C37468DDE1}"/>
    <dgm:cxn modelId="{FFAEF208-83E6-4C2D-B094-840B6D4A7ED0}" type="presOf" srcId="{F71FFAF3-B7B7-4C37-8D5C-1DA103DE637B}" destId="{052036E6-C5FD-47CF-A0EB-BFA625B57640}" srcOrd="0" destOrd="0" presId="urn:microsoft.com/office/officeart/2008/layout/LinedList"/>
    <dgm:cxn modelId="{FA0F9B13-94B5-40F0-9F8B-4CD9EB7511CE}" type="presOf" srcId="{10D75608-A859-44CA-B031-110FFEDA39B2}" destId="{0DAB8452-CF91-4370-B925-007E50ED4633}" srcOrd="0" destOrd="0" presId="urn:microsoft.com/office/officeart/2008/layout/LinedList"/>
    <dgm:cxn modelId="{AACBF017-0393-4295-B124-85CD5F4E9097}" type="presOf" srcId="{F263B3CE-0C60-4B51-9A3C-27CCB7FB2A43}" destId="{0B7AFF04-1F5E-4E38-A6E9-DEA36F7E92A9}" srcOrd="0" destOrd="0" presId="urn:microsoft.com/office/officeart/2008/layout/LinedList"/>
    <dgm:cxn modelId="{624A8B19-AB06-4712-80D9-267CD076755B}" srcId="{F35F2D0A-5E32-494B-9C42-344EA6496A18}" destId="{10D75608-A859-44CA-B031-110FFEDA39B2}" srcOrd="5" destOrd="0" parTransId="{CA339CA9-05FB-4405-B962-DD0E4F314575}" sibTransId="{68716726-5D74-47AD-A35D-039434756CEC}"/>
    <dgm:cxn modelId="{D995C71A-17C1-4EBB-9691-B865943C25F7}" type="presOf" srcId="{36F7AAFD-45C8-41F2-82A9-314A8B0627DA}" destId="{8474F2AE-C418-495A-8B59-0E325D40C272}" srcOrd="0" destOrd="0" presId="urn:microsoft.com/office/officeart/2008/layout/LinedList"/>
    <dgm:cxn modelId="{F385B720-9070-4466-B000-951542EDA392}" srcId="{F35F2D0A-5E32-494B-9C42-344EA6496A18}" destId="{16BF7EC9-D579-4BAC-B506-9C4C4FCA625A}" srcOrd="3" destOrd="0" parTransId="{AF39BD97-91DE-4826-86C1-C5AD6CB56EAC}" sibTransId="{5C300D39-95D7-41F1-8DBE-474C74AC2E5F}"/>
    <dgm:cxn modelId="{40E7C12A-FB7D-49A9-B8CC-FD233EEE46F8}" srcId="{F35F2D0A-5E32-494B-9C42-344EA6496A18}" destId="{F71FFAF3-B7B7-4C37-8D5C-1DA103DE637B}" srcOrd="4" destOrd="0" parTransId="{4035A258-76B2-4426-99E9-0CB7960A55B3}" sibTransId="{5540F261-3330-43D1-92ED-2687A344FC81}"/>
    <dgm:cxn modelId="{C3CC0934-4669-4F46-9217-388F28FCDD6B}" srcId="{F35F2D0A-5E32-494B-9C42-344EA6496A18}" destId="{DAA15FA6-219D-43D2-80A8-B66321B957C9}" srcOrd="8" destOrd="0" parTransId="{901A70F9-6BA5-409B-97CF-A4C2A450A0A5}" sibTransId="{6BF8A92B-B4CC-45DF-B177-5FA0623A72A3}"/>
    <dgm:cxn modelId="{D09B6A6D-F0E8-4F29-A149-C84A13CB7559}" type="presOf" srcId="{F7660210-4261-46E9-BFFF-6EF137999D9E}" destId="{AD1E455C-4A5F-422C-A989-2F7923FC96B1}" srcOrd="0" destOrd="0" presId="urn:microsoft.com/office/officeart/2008/layout/LinedList"/>
    <dgm:cxn modelId="{B3EDAA83-35E7-425D-AAFE-EE70716EA341}" srcId="{F35F2D0A-5E32-494B-9C42-344EA6496A18}" destId="{3B419E07-5EA8-4213-9E87-2A932CB26F45}" srcOrd="2" destOrd="0" parTransId="{F81E159D-8B75-4D15-96A3-EC9F71F839EE}" sibTransId="{61A5BD10-331F-4E3B-969A-01C466353863}"/>
    <dgm:cxn modelId="{AC394194-C451-40BF-9F08-670F8558ACFE}" type="presOf" srcId="{16BF7EC9-D579-4BAC-B506-9C4C4FCA625A}" destId="{E09E7013-B089-4BC8-BB0C-A0F60ACB31E2}" srcOrd="0" destOrd="0" presId="urn:microsoft.com/office/officeart/2008/layout/LinedList"/>
    <dgm:cxn modelId="{0F086C9F-CE48-4F5A-865C-021E8B0E393A}" srcId="{F35F2D0A-5E32-494B-9C42-344EA6496A18}" destId="{F263B3CE-0C60-4B51-9A3C-27CCB7FB2A43}" srcOrd="0" destOrd="0" parTransId="{4FD3F783-A9BF-4F9D-9008-0C899D03899B}" sibTransId="{BD5F42D2-E34D-43F0-B7C6-01D51F0A6E42}"/>
    <dgm:cxn modelId="{983F879F-AB89-4091-BADB-120957B83C10}" type="presOf" srcId="{CA6231C4-FD84-4458-940C-0BE00BE92837}" destId="{E833C68E-D047-410F-9C8E-1C276F27CF60}" srcOrd="0" destOrd="0" presId="urn:microsoft.com/office/officeart/2008/layout/LinedList"/>
    <dgm:cxn modelId="{0F78C59F-B11E-4980-862C-013D31135AED}" type="presOf" srcId="{F35F2D0A-5E32-494B-9C42-344EA6496A18}" destId="{5BA417B5-1A25-45FD-B9F4-4C9A0A055923}" srcOrd="0" destOrd="0" presId="urn:microsoft.com/office/officeart/2008/layout/LinedList"/>
    <dgm:cxn modelId="{0EBDF4B7-2CE4-42DA-9C4B-1623818A790C}" srcId="{F35F2D0A-5E32-494B-9C42-344EA6496A18}" destId="{E72686F9-6E86-4836-B9CB-8CF664DE179C}" srcOrd="9" destOrd="0" parTransId="{0D024C2C-0CCF-4BDF-B77A-C43302BCCB2A}" sibTransId="{77701FE9-DF6E-4010-9034-1A7842061CFC}"/>
    <dgm:cxn modelId="{104683B8-F4E1-4915-AF96-1288480B2851}" type="presOf" srcId="{E72686F9-6E86-4836-B9CB-8CF664DE179C}" destId="{F617A23A-7AA1-4B4E-A4A2-DA36964BB525}" srcOrd="0" destOrd="0" presId="urn:microsoft.com/office/officeart/2008/layout/LinedList"/>
    <dgm:cxn modelId="{26CE1CBB-7BC5-4660-AB53-1B71112011F2}" type="presOf" srcId="{3B419E07-5EA8-4213-9E87-2A932CB26F45}" destId="{1576A103-EFCB-4798-9581-54AE3E8E7CFA}" srcOrd="0" destOrd="0" presId="urn:microsoft.com/office/officeart/2008/layout/LinedList"/>
    <dgm:cxn modelId="{B1027FC5-B330-4372-9FED-B7D4047BA441}" srcId="{F35F2D0A-5E32-494B-9C42-344EA6496A18}" destId="{36F7AAFD-45C8-41F2-82A9-314A8B0627DA}" srcOrd="7" destOrd="0" parTransId="{906B4435-6741-4BAF-A945-5DF3B93730AB}" sibTransId="{422B2BD6-D13A-4DC3-B6BC-2A0F9DF6E4E7}"/>
    <dgm:cxn modelId="{BE8CAFCC-3714-4729-A020-F46D8F44D307}" type="presOf" srcId="{DAA15FA6-219D-43D2-80A8-B66321B957C9}" destId="{C1D4CDAD-A2AC-46F2-86E1-B80184CB7B70}" srcOrd="0" destOrd="0" presId="urn:microsoft.com/office/officeart/2008/layout/LinedList"/>
    <dgm:cxn modelId="{88D1CDCD-D75A-467A-B70E-D0795E6FCB71}" type="presOf" srcId="{BBF69A56-BF90-4269-90F3-6FEABBFAA4BF}" destId="{25C238B2-CFFA-41E4-9A8D-1738866700F9}" srcOrd="0" destOrd="0" presId="urn:microsoft.com/office/officeart/2008/layout/LinedList"/>
    <dgm:cxn modelId="{1BA18A94-28F7-4DD9-8AB3-890D99063059}" type="presParOf" srcId="{5BA417B5-1A25-45FD-B9F4-4C9A0A055923}" destId="{C953C993-039C-4254-93CE-06EBCEA51398}" srcOrd="0" destOrd="0" presId="urn:microsoft.com/office/officeart/2008/layout/LinedList"/>
    <dgm:cxn modelId="{6E827B92-848B-40A6-9464-9435F8C7316F}" type="presParOf" srcId="{5BA417B5-1A25-45FD-B9F4-4C9A0A055923}" destId="{5738BD60-2C02-4640-B3E5-B9AEA32788A6}" srcOrd="1" destOrd="0" presId="urn:microsoft.com/office/officeart/2008/layout/LinedList"/>
    <dgm:cxn modelId="{1750614E-49C2-488F-A6BA-4EEFC661191F}" type="presParOf" srcId="{5738BD60-2C02-4640-B3E5-B9AEA32788A6}" destId="{0B7AFF04-1F5E-4E38-A6E9-DEA36F7E92A9}" srcOrd="0" destOrd="0" presId="urn:microsoft.com/office/officeart/2008/layout/LinedList"/>
    <dgm:cxn modelId="{91B081ED-4A9A-47BE-A004-6C08FC827F44}" type="presParOf" srcId="{5738BD60-2C02-4640-B3E5-B9AEA32788A6}" destId="{F22D6291-B794-48A3-88B3-18530C40ECBA}" srcOrd="1" destOrd="0" presId="urn:microsoft.com/office/officeart/2008/layout/LinedList"/>
    <dgm:cxn modelId="{2A632E07-55E2-4423-8A45-842089CF0542}" type="presParOf" srcId="{5BA417B5-1A25-45FD-B9F4-4C9A0A055923}" destId="{988704FF-DA49-4342-B51B-03E874A8CDFF}" srcOrd="2" destOrd="0" presId="urn:microsoft.com/office/officeart/2008/layout/LinedList"/>
    <dgm:cxn modelId="{04B53C1C-0CE3-4FCE-898F-6D3A95D7DEDF}" type="presParOf" srcId="{5BA417B5-1A25-45FD-B9F4-4C9A0A055923}" destId="{427402A9-38BB-4638-B7A4-407D32910C2D}" srcOrd="3" destOrd="0" presId="urn:microsoft.com/office/officeart/2008/layout/LinedList"/>
    <dgm:cxn modelId="{AFB9066C-C789-4867-9D12-338C6C9CEAAB}" type="presParOf" srcId="{427402A9-38BB-4638-B7A4-407D32910C2D}" destId="{25C238B2-CFFA-41E4-9A8D-1738866700F9}" srcOrd="0" destOrd="0" presId="urn:microsoft.com/office/officeart/2008/layout/LinedList"/>
    <dgm:cxn modelId="{D7A51788-2BF8-4213-8A75-10BC09AF7326}" type="presParOf" srcId="{427402A9-38BB-4638-B7A4-407D32910C2D}" destId="{A0FE2BBD-E1F3-4264-90C5-61614810697B}" srcOrd="1" destOrd="0" presId="urn:microsoft.com/office/officeart/2008/layout/LinedList"/>
    <dgm:cxn modelId="{38A9E92B-AA43-454B-B7A2-8582963ADFA5}" type="presParOf" srcId="{5BA417B5-1A25-45FD-B9F4-4C9A0A055923}" destId="{07380720-0FDD-41FE-8EF0-FA8771B351E2}" srcOrd="4" destOrd="0" presId="urn:microsoft.com/office/officeart/2008/layout/LinedList"/>
    <dgm:cxn modelId="{8FF0F6BE-5902-48BD-BF2D-4F399E8E9AE5}" type="presParOf" srcId="{5BA417B5-1A25-45FD-B9F4-4C9A0A055923}" destId="{BA5B34A9-5EEC-40F3-9953-E51E3715C8A7}" srcOrd="5" destOrd="0" presId="urn:microsoft.com/office/officeart/2008/layout/LinedList"/>
    <dgm:cxn modelId="{B177CDB4-29BD-4671-97C7-5633FD0A8ADC}" type="presParOf" srcId="{BA5B34A9-5EEC-40F3-9953-E51E3715C8A7}" destId="{1576A103-EFCB-4798-9581-54AE3E8E7CFA}" srcOrd="0" destOrd="0" presId="urn:microsoft.com/office/officeart/2008/layout/LinedList"/>
    <dgm:cxn modelId="{3C24C3B0-BE0E-45BE-BFEA-8F7D6B7007FF}" type="presParOf" srcId="{BA5B34A9-5EEC-40F3-9953-E51E3715C8A7}" destId="{DFEDFDB7-8B67-4D8B-8D5A-E67C5291FC41}" srcOrd="1" destOrd="0" presId="urn:microsoft.com/office/officeart/2008/layout/LinedList"/>
    <dgm:cxn modelId="{F2C6082E-4969-402A-BADA-F40EB29B0E3D}" type="presParOf" srcId="{5BA417B5-1A25-45FD-B9F4-4C9A0A055923}" destId="{1950CB28-FC9A-4F08-A94C-C79E5EC6A6D2}" srcOrd="6" destOrd="0" presId="urn:microsoft.com/office/officeart/2008/layout/LinedList"/>
    <dgm:cxn modelId="{7AF6F14F-FA46-4E51-9562-8B448BFA6F1F}" type="presParOf" srcId="{5BA417B5-1A25-45FD-B9F4-4C9A0A055923}" destId="{C8EB848E-393D-48F7-92ED-5BB2CEE54B61}" srcOrd="7" destOrd="0" presId="urn:microsoft.com/office/officeart/2008/layout/LinedList"/>
    <dgm:cxn modelId="{E5D16380-B313-427C-A6AB-ED41D0E5907E}" type="presParOf" srcId="{C8EB848E-393D-48F7-92ED-5BB2CEE54B61}" destId="{E09E7013-B089-4BC8-BB0C-A0F60ACB31E2}" srcOrd="0" destOrd="0" presId="urn:microsoft.com/office/officeart/2008/layout/LinedList"/>
    <dgm:cxn modelId="{67BBE5EC-9667-4CB1-9938-AF30EE8E7F23}" type="presParOf" srcId="{C8EB848E-393D-48F7-92ED-5BB2CEE54B61}" destId="{CD12634E-F427-4149-96AC-B2C4C4A6BD64}" srcOrd="1" destOrd="0" presId="urn:microsoft.com/office/officeart/2008/layout/LinedList"/>
    <dgm:cxn modelId="{E147A846-00BA-4278-BDCE-B8A12FDC5F84}" type="presParOf" srcId="{5BA417B5-1A25-45FD-B9F4-4C9A0A055923}" destId="{F7C37087-DAB0-4AE7-9A6F-4D1EE997D81D}" srcOrd="8" destOrd="0" presId="urn:microsoft.com/office/officeart/2008/layout/LinedList"/>
    <dgm:cxn modelId="{CD72FF47-3C84-439F-8B81-06BE0F823997}" type="presParOf" srcId="{5BA417B5-1A25-45FD-B9F4-4C9A0A055923}" destId="{30F9EA42-89DB-4090-AA63-6D493E464157}" srcOrd="9" destOrd="0" presId="urn:microsoft.com/office/officeart/2008/layout/LinedList"/>
    <dgm:cxn modelId="{652ECD67-DC84-4DE3-8E2C-F60316ABA5F4}" type="presParOf" srcId="{30F9EA42-89DB-4090-AA63-6D493E464157}" destId="{052036E6-C5FD-47CF-A0EB-BFA625B57640}" srcOrd="0" destOrd="0" presId="urn:microsoft.com/office/officeart/2008/layout/LinedList"/>
    <dgm:cxn modelId="{3FF154B5-AB1A-442B-BA5B-4382492D3D12}" type="presParOf" srcId="{30F9EA42-89DB-4090-AA63-6D493E464157}" destId="{47E602A0-7EDF-492E-8803-CBB18C2D048A}" srcOrd="1" destOrd="0" presId="urn:microsoft.com/office/officeart/2008/layout/LinedList"/>
    <dgm:cxn modelId="{9F21BDAD-DACE-4058-83E7-26932ACE0A72}" type="presParOf" srcId="{5BA417B5-1A25-45FD-B9F4-4C9A0A055923}" destId="{D5B3321C-887A-47A1-9435-021E56D9C6A0}" srcOrd="10" destOrd="0" presId="urn:microsoft.com/office/officeart/2008/layout/LinedList"/>
    <dgm:cxn modelId="{FB205A19-CCC1-44E9-8981-6AAAF86871A4}" type="presParOf" srcId="{5BA417B5-1A25-45FD-B9F4-4C9A0A055923}" destId="{34DE8D7F-FA53-4861-94A9-45D45B06FEF4}" srcOrd="11" destOrd="0" presId="urn:microsoft.com/office/officeart/2008/layout/LinedList"/>
    <dgm:cxn modelId="{D622AD41-171C-4085-9279-6B38FE448275}" type="presParOf" srcId="{34DE8D7F-FA53-4861-94A9-45D45B06FEF4}" destId="{0DAB8452-CF91-4370-B925-007E50ED4633}" srcOrd="0" destOrd="0" presId="urn:microsoft.com/office/officeart/2008/layout/LinedList"/>
    <dgm:cxn modelId="{60B21C9E-6FE3-48EE-A0A9-3F58ED98F1BE}" type="presParOf" srcId="{34DE8D7F-FA53-4861-94A9-45D45B06FEF4}" destId="{4F8400BB-68A2-4527-B407-05A6787F5D15}" srcOrd="1" destOrd="0" presId="urn:microsoft.com/office/officeart/2008/layout/LinedList"/>
    <dgm:cxn modelId="{58DD040A-14BE-4176-A903-7B575BD08BFF}" type="presParOf" srcId="{5BA417B5-1A25-45FD-B9F4-4C9A0A055923}" destId="{42F2FF31-F9B9-4108-A6CF-5060E4B377F0}" srcOrd="12" destOrd="0" presId="urn:microsoft.com/office/officeart/2008/layout/LinedList"/>
    <dgm:cxn modelId="{6415CCF9-9685-4C59-A46F-0E7087417C10}" type="presParOf" srcId="{5BA417B5-1A25-45FD-B9F4-4C9A0A055923}" destId="{F4976342-1C89-45F9-9CA2-AF064FE02564}" srcOrd="13" destOrd="0" presId="urn:microsoft.com/office/officeart/2008/layout/LinedList"/>
    <dgm:cxn modelId="{7FDBA66C-54F7-4790-BA29-BDB4AF517D07}" type="presParOf" srcId="{F4976342-1C89-45F9-9CA2-AF064FE02564}" destId="{AD1E455C-4A5F-422C-A989-2F7923FC96B1}" srcOrd="0" destOrd="0" presId="urn:microsoft.com/office/officeart/2008/layout/LinedList"/>
    <dgm:cxn modelId="{7B8E66DE-7398-43B1-96C7-AFA8B4CFAF65}" type="presParOf" srcId="{F4976342-1C89-45F9-9CA2-AF064FE02564}" destId="{C02DF3C6-EA14-417D-91CB-92074475834C}" srcOrd="1" destOrd="0" presId="urn:microsoft.com/office/officeart/2008/layout/LinedList"/>
    <dgm:cxn modelId="{E67DF030-5018-4877-AFC0-5CC9E768137F}" type="presParOf" srcId="{5BA417B5-1A25-45FD-B9F4-4C9A0A055923}" destId="{FCBC264A-A545-4093-AB18-8D891E701332}" srcOrd="14" destOrd="0" presId="urn:microsoft.com/office/officeart/2008/layout/LinedList"/>
    <dgm:cxn modelId="{B5720193-5E5D-4923-92FC-ED7D08FAF4F3}" type="presParOf" srcId="{5BA417B5-1A25-45FD-B9F4-4C9A0A055923}" destId="{55F68C62-A70A-4E62-807E-F51153269BE0}" srcOrd="15" destOrd="0" presId="urn:microsoft.com/office/officeart/2008/layout/LinedList"/>
    <dgm:cxn modelId="{215DF192-DD19-431D-B749-B4BAC75EF264}" type="presParOf" srcId="{55F68C62-A70A-4E62-807E-F51153269BE0}" destId="{8474F2AE-C418-495A-8B59-0E325D40C272}" srcOrd="0" destOrd="0" presId="urn:microsoft.com/office/officeart/2008/layout/LinedList"/>
    <dgm:cxn modelId="{655D524F-13CA-4801-A62A-7B81F0FE0A17}" type="presParOf" srcId="{55F68C62-A70A-4E62-807E-F51153269BE0}" destId="{8D778D88-B0BF-4666-86F3-40BDC3076391}" srcOrd="1" destOrd="0" presId="urn:microsoft.com/office/officeart/2008/layout/LinedList"/>
    <dgm:cxn modelId="{B536B072-0B0A-49CE-B1B2-0B56C131F206}" type="presParOf" srcId="{5BA417B5-1A25-45FD-B9F4-4C9A0A055923}" destId="{420BF24F-35A2-4838-A2EC-2E6B081A702B}" srcOrd="16" destOrd="0" presId="urn:microsoft.com/office/officeart/2008/layout/LinedList"/>
    <dgm:cxn modelId="{3B60EF10-866C-4D57-B152-C7067E4289ED}" type="presParOf" srcId="{5BA417B5-1A25-45FD-B9F4-4C9A0A055923}" destId="{2063D729-4211-4438-AC2D-9FC215BB8E2F}" srcOrd="17" destOrd="0" presId="urn:microsoft.com/office/officeart/2008/layout/LinedList"/>
    <dgm:cxn modelId="{2B36AE4E-172F-41E9-B8C3-974B6EB3AE70}" type="presParOf" srcId="{2063D729-4211-4438-AC2D-9FC215BB8E2F}" destId="{C1D4CDAD-A2AC-46F2-86E1-B80184CB7B70}" srcOrd="0" destOrd="0" presId="urn:microsoft.com/office/officeart/2008/layout/LinedList"/>
    <dgm:cxn modelId="{C45A5B61-E9D6-45F7-A041-564A25813D89}" type="presParOf" srcId="{2063D729-4211-4438-AC2D-9FC215BB8E2F}" destId="{2E2B9452-F52D-40C6-8C8B-D3B450C5B8F6}" srcOrd="1" destOrd="0" presId="urn:microsoft.com/office/officeart/2008/layout/LinedList"/>
    <dgm:cxn modelId="{3312F62B-3EA1-4F1E-A3FE-697C7AA73896}" type="presParOf" srcId="{5BA417B5-1A25-45FD-B9F4-4C9A0A055923}" destId="{2630E8F3-ECFB-48B2-8CFA-1C1F1481B72E}" srcOrd="18" destOrd="0" presId="urn:microsoft.com/office/officeart/2008/layout/LinedList"/>
    <dgm:cxn modelId="{32E72A97-6F95-4838-B11D-CEAA51192CEF}" type="presParOf" srcId="{5BA417B5-1A25-45FD-B9F4-4C9A0A055923}" destId="{F608C839-2EE2-48FF-BAA0-A34D6D2B911F}" srcOrd="19" destOrd="0" presId="urn:microsoft.com/office/officeart/2008/layout/LinedList"/>
    <dgm:cxn modelId="{9F591FEF-43F9-49CA-A556-A1990C1F2E96}" type="presParOf" srcId="{F608C839-2EE2-48FF-BAA0-A34D6D2B911F}" destId="{F617A23A-7AA1-4B4E-A4A2-DA36964BB525}" srcOrd="0" destOrd="0" presId="urn:microsoft.com/office/officeart/2008/layout/LinedList"/>
    <dgm:cxn modelId="{3F4289A5-9898-4EAD-A7EF-D1D163C4050D}" type="presParOf" srcId="{F608C839-2EE2-48FF-BAA0-A34D6D2B911F}" destId="{83E505A7-5723-4C48-B5E4-4917A0EE5295}" srcOrd="1" destOrd="0" presId="urn:microsoft.com/office/officeart/2008/layout/LinedList"/>
    <dgm:cxn modelId="{3515B306-2DF2-404A-B50D-582E5A077B8B}" type="presParOf" srcId="{5BA417B5-1A25-45FD-B9F4-4C9A0A055923}" destId="{6EC7EA9B-80B3-48E5-BD66-EA18A088DF80}" srcOrd="20" destOrd="0" presId="urn:microsoft.com/office/officeart/2008/layout/LinedList"/>
    <dgm:cxn modelId="{01D480B7-9875-4333-9835-E07ACF6AAEAD}" type="presParOf" srcId="{5BA417B5-1A25-45FD-B9F4-4C9A0A055923}" destId="{973599E7-D6B4-4CE6-876D-27163EF4CF0A}" srcOrd="21" destOrd="0" presId="urn:microsoft.com/office/officeart/2008/layout/LinedList"/>
    <dgm:cxn modelId="{6C97D52C-6C4F-4D84-BF10-A7406C91B0E0}" type="presParOf" srcId="{973599E7-D6B4-4CE6-876D-27163EF4CF0A}" destId="{E833C68E-D047-410F-9C8E-1C276F27CF60}" srcOrd="0" destOrd="0" presId="urn:microsoft.com/office/officeart/2008/layout/LinedList"/>
    <dgm:cxn modelId="{0E7DDB7A-E95E-4CBB-9D81-D1231B3D59A5}" type="presParOf" srcId="{973599E7-D6B4-4CE6-876D-27163EF4CF0A}" destId="{F6E6F926-279D-4550-8F5E-CF03FDDE7F9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C8500EC-BC81-48BB-96BD-6DF9AC6F5EF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B9774A0-A9F1-4D8E-9CA4-C438E921A16F}">
      <dgm:prSet/>
      <dgm:spPr/>
      <dgm:t>
        <a:bodyPr/>
        <a:lstStyle/>
        <a:p>
          <a:r>
            <a:rPr lang="en-GB" dirty="0">
              <a:solidFill>
                <a:schemeClr val="bg1"/>
              </a:solidFill>
            </a:rPr>
            <a:t>flowVars: variables within flow</a:t>
          </a:r>
          <a:endParaRPr lang="en-US" dirty="0">
            <a:solidFill>
              <a:schemeClr val="bg1"/>
            </a:solidFill>
          </a:endParaRPr>
        </a:p>
      </dgm:t>
    </dgm:pt>
    <dgm:pt modelId="{BFB7AEBA-FB86-40BF-AA13-6F1E36C80DF5}" type="parTrans" cxnId="{22EA4900-7D86-4042-A84C-7DC0D097A347}">
      <dgm:prSet/>
      <dgm:spPr/>
      <dgm:t>
        <a:bodyPr/>
        <a:lstStyle/>
        <a:p>
          <a:endParaRPr lang="en-US"/>
        </a:p>
      </dgm:t>
    </dgm:pt>
    <dgm:pt modelId="{4EB0691C-7897-4D9A-A5C5-FA1D06C4C04F}" type="sibTrans" cxnId="{22EA4900-7D86-4042-A84C-7DC0D097A347}">
      <dgm:prSet/>
      <dgm:spPr/>
      <dgm:t>
        <a:bodyPr/>
        <a:lstStyle/>
        <a:p>
          <a:endParaRPr lang="en-US"/>
        </a:p>
      </dgm:t>
    </dgm:pt>
    <dgm:pt modelId="{9B49BD3F-C4EE-4CCC-9488-C55966FB8036}">
      <dgm:prSet/>
      <dgm:spPr/>
      <dgm:t>
        <a:bodyPr/>
        <a:lstStyle/>
        <a:p>
          <a:r>
            <a:rPr lang="en-GB" dirty="0">
              <a:solidFill>
                <a:schemeClr val="bg1"/>
              </a:solidFill>
            </a:rPr>
            <a:t>sessionVars: deprecated</a:t>
          </a:r>
          <a:endParaRPr lang="en-US" dirty="0">
            <a:solidFill>
              <a:schemeClr val="bg1"/>
            </a:solidFill>
          </a:endParaRPr>
        </a:p>
      </dgm:t>
    </dgm:pt>
    <dgm:pt modelId="{070C54F9-6092-4A98-81F8-7032245992F7}" type="parTrans" cxnId="{D231A043-8676-4CFF-8872-0F33A69B5A11}">
      <dgm:prSet/>
      <dgm:spPr/>
      <dgm:t>
        <a:bodyPr/>
        <a:lstStyle/>
        <a:p>
          <a:endParaRPr lang="en-US"/>
        </a:p>
      </dgm:t>
    </dgm:pt>
    <dgm:pt modelId="{8A731F66-2F28-48C7-BFF1-96C045FD3113}" type="sibTrans" cxnId="{D231A043-8676-4CFF-8872-0F33A69B5A11}">
      <dgm:prSet/>
      <dgm:spPr/>
      <dgm:t>
        <a:bodyPr/>
        <a:lstStyle/>
        <a:p>
          <a:endParaRPr lang="en-US"/>
        </a:p>
      </dgm:t>
    </dgm:pt>
    <dgm:pt modelId="{F504F957-2A56-4151-9457-8B12BC2D4A63}">
      <dgm:prSet/>
      <dgm:spPr/>
      <dgm:t>
        <a:bodyPr/>
        <a:lstStyle/>
        <a:p>
          <a:r>
            <a:rPr lang="en-GB" dirty="0">
              <a:solidFill>
                <a:schemeClr val="bg1"/>
              </a:solidFill>
            </a:rPr>
            <a:t>attributes: metadata (headers, query params)</a:t>
          </a:r>
          <a:endParaRPr lang="en-US" dirty="0">
            <a:solidFill>
              <a:schemeClr val="bg1"/>
            </a:solidFill>
          </a:endParaRPr>
        </a:p>
      </dgm:t>
    </dgm:pt>
    <dgm:pt modelId="{C799D1BD-A87F-4C2C-ABA6-DB7F3696C8D2}" type="parTrans" cxnId="{7E6C907C-DA81-4D86-B5EB-0EC556F064B6}">
      <dgm:prSet/>
      <dgm:spPr/>
      <dgm:t>
        <a:bodyPr/>
        <a:lstStyle/>
        <a:p>
          <a:endParaRPr lang="en-US"/>
        </a:p>
      </dgm:t>
    </dgm:pt>
    <dgm:pt modelId="{183F3489-0E7E-49C7-A8CA-3F2032BA6145}" type="sibTrans" cxnId="{7E6C907C-DA81-4D86-B5EB-0EC556F064B6}">
      <dgm:prSet/>
      <dgm:spPr/>
      <dgm:t>
        <a:bodyPr/>
        <a:lstStyle/>
        <a:p>
          <a:endParaRPr lang="en-US"/>
        </a:p>
      </dgm:t>
    </dgm:pt>
    <dgm:pt modelId="{616E0FD4-D4AC-4E9C-8F5A-89E22ED50927}">
      <dgm:prSet/>
      <dgm:spPr/>
      <dgm:t>
        <a:bodyPr/>
        <a:lstStyle/>
        <a:p>
          <a:r>
            <a:rPr lang="en-GB" dirty="0">
              <a:solidFill>
                <a:schemeClr val="bg1"/>
              </a:solidFill>
            </a:rPr>
            <a:t>property files : environment configs</a:t>
          </a:r>
          <a:endParaRPr lang="en-US" dirty="0">
            <a:solidFill>
              <a:schemeClr val="bg1"/>
            </a:solidFill>
          </a:endParaRPr>
        </a:p>
      </dgm:t>
    </dgm:pt>
    <dgm:pt modelId="{61C21056-F592-4CFE-A1AF-AFC585A4281A}" type="parTrans" cxnId="{22A292F1-B170-48E7-A0F7-54E2FFFC799D}">
      <dgm:prSet/>
      <dgm:spPr/>
      <dgm:t>
        <a:bodyPr/>
        <a:lstStyle/>
        <a:p>
          <a:endParaRPr lang="en-US"/>
        </a:p>
      </dgm:t>
    </dgm:pt>
    <dgm:pt modelId="{4A931E4F-E4D4-40C7-A098-1537E59C2D67}" type="sibTrans" cxnId="{22A292F1-B170-48E7-A0F7-54E2FFFC799D}">
      <dgm:prSet/>
      <dgm:spPr/>
      <dgm:t>
        <a:bodyPr/>
        <a:lstStyle/>
        <a:p>
          <a:endParaRPr lang="en-US"/>
        </a:p>
      </dgm:t>
    </dgm:pt>
    <dgm:pt modelId="{13CAF857-ED52-4CD1-B453-766D2FFAEB47}" type="pres">
      <dgm:prSet presAssocID="{9C8500EC-BC81-48BB-96BD-6DF9AC6F5EFD}" presName="root" presStyleCnt="0">
        <dgm:presLayoutVars>
          <dgm:dir/>
          <dgm:resizeHandles val="exact"/>
        </dgm:presLayoutVars>
      </dgm:prSet>
      <dgm:spPr/>
    </dgm:pt>
    <dgm:pt modelId="{1C38DE6F-FC77-43CD-A0DF-38D0C65D7500}" type="pres">
      <dgm:prSet presAssocID="{CB9774A0-A9F1-4D8E-9CA4-C438E921A16F}" presName="compNode" presStyleCnt="0"/>
      <dgm:spPr/>
    </dgm:pt>
    <dgm:pt modelId="{646E8435-F959-46F5-8E9F-E984800D9591}" type="pres">
      <dgm:prSet presAssocID="{CB9774A0-A9F1-4D8E-9CA4-C438E921A16F}" presName="bgRect" presStyleLbl="bgShp" presStyleIdx="0" presStyleCnt="4"/>
      <dgm:spPr>
        <a:solidFill>
          <a:srgbClr val="5F0229"/>
        </a:solidFill>
      </dgm:spPr>
    </dgm:pt>
    <dgm:pt modelId="{D6B5DD7C-E912-4741-BFEA-5FDC7F22A46F}" type="pres">
      <dgm:prSet presAssocID="{CB9774A0-A9F1-4D8E-9CA4-C438E921A16F}"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ox outline"/>
        </a:ext>
      </dgm:extLst>
    </dgm:pt>
    <dgm:pt modelId="{FAD111C4-2BC1-46F3-9A7F-8A36D54D2FBF}" type="pres">
      <dgm:prSet presAssocID="{CB9774A0-A9F1-4D8E-9CA4-C438E921A16F}" presName="spaceRect" presStyleCnt="0"/>
      <dgm:spPr/>
    </dgm:pt>
    <dgm:pt modelId="{21F985AE-ECFF-4035-95CA-42ECA85D1731}" type="pres">
      <dgm:prSet presAssocID="{CB9774A0-A9F1-4D8E-9CA4-C438E921A16F}" presName="parTx" presStyleLbl="revTx" presStyleIdx="0" presStyleCnt="4">
        <dgm:presLayoutVars>
          <dgm:chMax val="0"/>
          <dgm:chPref val="0"/>
        </dgm:presLayoutVars>
      </dgm:prSet>
      <dgm:spPr/>
    </dgm:pt>
    <dgm:pt modelId="{D31C98E9-CD39-424C-B3D8-1B27C3A637C8}" type="pres">
      <dgm:prSet presAssocID="{4EB0691C-7897-4D9A-A5C5-FA1D06C4C04F}" presName="sibTrans" presStyleCnt="0"/>
      <dgm:spPr/>
    </dgm:pt>
    <dgm:pt modelId="{E8026DF6-1BBD-4B0A-B79E-8E4ADAD383A2}" type="pres">
      <dgm:prSet presAssocID="{9B49BD3F-C4EE-4CCC-9488-C55966FB8036}" presName="compNode" presStyleCnt="0"/>
      <dgm:spPr/>
    </dgm:pt>
    <dgm:pt modelId="{67C2585E-6BB8-42DD-861D-F93D123971B7}" type="pres">
      <dgm:prSet presAssocID="{9B49BD3F-C4EE-4CCC-9488-C55966FB8036}" presName="bgRect" presStyleLbl="bgShp" presStyleIdx="1" presStyleCnt="4"/>
      <dgm:spPr>
        <a:solidFill>
          <a:srgbClr val="5F0229"/>
        </a:solidFill>
      </dgm:spPr>
    </dgm:pt>
    <dgm:pt modelId="{02FB3CA6-FA0D-445A-A3BA-1B1A5B7F14D7}" type="pres">
      <dgm:prSet presAssocID="{9B49BD3F-C4EE-4CCC-9488-C55966FB8036}"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Stopwatch with solid fill"/>
        </a:ext>
      </dgm:extLst>
    </dgm:pt>
    <dgm:pt modelId="{7A02AC4C-4DC6-47C4-9492-495FF71BF94B}" type="pres">
      <dgm:prSet presAssocID="{9B49BD3F-C4EE-4CCC-9488-C55966FB8036}" presName="spaceRect" presStyleCnt="0"/>
      <dgm:spPr/>
    </dgm:pt>
    <dgm:pt modelId="{A3B2D92A-8A11-4FB6-AC24-E3D233EA3B70}" type="pres">
      <dgm:prSet presAssocID="{9B49BD3F-C4EE-4CCC-9488-C55966FB8036}" presName="parTx" presStyleLbl="revTx" presStyleIdx="1" presStyleCnt="4">
        <dgm:presLayoutVars>
          <dgm:chMax val="0"/>
          <dgm:chPref val="0"/>
        </dgm:presLayoutVars>
      </dgm:prSet>
      <dgm:spPr/>
    </dgm:pt>
    <dgm:pt modelId="{541F401C-6840-480D-BC65-B6629B287DD9}" type="pres">
      <dgm:prSet presAssocID="{8A731F66-2F28-48C7-BFF1-96C045FD3113}" presName="sibTrans" presStyleCnt="0"/>
      <dgm:spPr/>
    </dgm:pt>
    <dgm:pt modelId="{DCCB7CD5-129A-46C8-A178-930F21D4BC31}" type="pres">
      <dgm:prSet presAssocID="{F504F957-2A56-4151-9457-8B12BC2D4A63}" presName="compNode" presStyleCnt="0"/>
      <dgm:spPr/>
    </dgm:pt>
    <dgm:pt modelId="{25579CF5-FB19-401C-86CF-D302000AEB67}" type="pres">
      <dgm:prSet presAssocID="{F504F957-2A56-4151-9457-8B12BC2D4A63}" presName="bgRect" presStyleLbl="bgShp" presStyleIdx="2" presStyleCnt="4"/>
      <dgm:spPr>
        <a:solidFill>
          <a:srgbClr val="5F0229"/>
        </a:solidFill>
      </dgm:spPr>
    </dgm:pt>
    <dgm:pt modelId="{C274B30A-1B5A-4345-8B1B-736CE49ABBAF}" type="pres">
      <dgm:prSet presAssocID="{F504F957-2A56-4151-9457-8B12BC2D4A6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B74282E7-F524-4A06-8463-1213DCDE41D6}" type="pres">
      <dgm:prSet presAssocID="{F504F957-2A56-4151-9457-8B12BC2D4A63}" presName="spaceRect" presStyleCnt="0"/>
      <dgm:spPr/>
    </dgm:pt>
    <dgm:pt modelId="{97960715-97AC-45AB-A5EC-8D632025CB8B}" type="pres">
      <dgm:prSet presAssocID="{F504F957-2A56-4151-9457-8B12BC2D4A63}" presName="parTx" presStyleLbl="revTx" presStyleIdx="2" presStyleCnt="4">
        <dgm:presLayoutVars>
          <dgm:chMax val="0"/>
          <dgm:chPref val="0"/>
        </dgm:presLayoutVars>
      </dgm:prSet>
      <dgm:spPr/>
    </dgm:pt>
    <dgm:pt modelId="{20AF898E-DE5E-4E8F-B3CA-3592CF319390}" type="pres">
      <dgm:prSet presAssocID="{183F3489-0E7E-49C7-A8CA-3F2032BA6145}" presName="sibTrans" presStyleCnt="0"/>
      <dgm:spPr/>
    </dgm:pt>
    <dgm:pt modelId="{CC558FE7-8F0F-48C5-8E1E-E1B5E1AF2352}" type="pres">
      <dgm:prSet presAssocID="{616E0FD4-D4AC-4E9C-8F5A-89E22ED50927}" presName="compNode" presStyleCnt="0"/>
      <dgm:spPr/>
    </dgm:pt>
    <dgm:pt modelId="{7B7BAA97-2151-408A-B0FA-7C7C04C35259}" type="pres">
      <dgm:prSet presAssocID="{616E0FD4-D4AC-4E9C-8F5A-89E22ED50927}" presName="bgRect" presStyleLbl="bgShp" presStyleIdx="3" presStyleCnt="4"/>
      <dgm:spPr>
        <a:solidFill>
          <a:srgbClr val="5F0229"/>
        </a:solidFill>
      </dgm:spPr>
    </dgm:pt>
    <dgm:pt modelId="{40A5AF1C-A965-4950-A151-A1EEAC5F5F86}" type="pres">
      <dgm:prSet presAssocID="{616E0FD4-D4AC-4E9C-8F5A-89E22ED5092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Open Folder"/>
        </a:ext>
      </dgm:extLst>
    </dgm:pt>
    <dgm:pt modelId="{72527042-C745-485F-98E9-181DEDFE4A70}" type="pres">
      <dgm:prSet presAssocID="{616E0FD4-D4AC-4E9C-8F5A-89E22ED50927}" presName="spaceRect" presStyleCnt="0"/>
      <dgm:spPr/>
    </dgm:pt>
    <dgm:pt modelId="{DA74AAEB-F2C2-4199-9AC1-20016D6EEBBE}" type="pres">
      <dgm:prSet presAssocID="{616E0FD4-D4AC-4E9C-8F5A-89E22ED50927}" presName="parTx" presStyleLbl="revTx" presStyleIdx="3" presStyleCnt="4">
        <dgm:presLayoutVars>
          <dgm:chMax val="0"/>
          <dgm:chPref val="0"/>
        </dgm:presLayoutVars>
      </dgm:prSet>
      <dgm:spPr/>
    </dgm:pt>
  </dgm:ptLst>
  <dgm:cxnLst>
    <dgm:cxn modelId="{22EA4900-7D86-4042-A84C-7DC0D097A347}" srcId="{9C8500EC-BC81-48BB-96BD-6DF9AC6F5EFD}" destId="{CB9774A0-A9F1-4D8E-9CA4-C438E921A16F}" srcOrd="0" destOrd="0" parTransId="{BFB7AEBA-FB86-40BF-AA13-6F1E36C80DF5}" sibTransId="{4EB0691C-7897-4D9A-A5C5-FA1D06C4C04F}"/>
    <dgm:cxn modelId="{0415D60A-BCB0-4336-AA8B-3175F4449684}" type="presOf" srcId="{F504F957-2A56-4151-9457-8B12BC2D4A63}" destId="{97960715-97AC-45AB-A5EC-8D632025CB8B}" srcOrd="0" destOrd="0" presId="urn:microsoft.com/office/officeart/2018/2/layout/IconVerticalSolidList"/>
    <dgm:cxn modelId="{DB59BB15-0FF4-40C4-B2CD-DCD053892821}" type="presOf" srcId="{9B49BD3F-C4EE-4CCC-9488-C55966FB8036}" destId="{A3B2D92A-8A11-4FB6-AC24-E3D233EA3B70}" srcOrd="0" destOrd="0" presId="urn:microsoft.com/office/officeart/2018/2/layout/IconVerticalSolidList"/>
    <dgm:cxn modelId="{71562E2E-DF14-4C02-AB4E-EB07E8C60440}" type="presOf" srcId="{9C8500EC-BC81-48BB-96BD-6DF9AC6F5EFD}" destId="{13CAF857-ED52-4CD1-B453-766D2FFAEB47}" srcOrd="0" destOrd="0" presId="urn:microsoft.com/office/officeart/2018/2/layout/IconVerticalSolidList"/>
    <dgm:cxn modelId="{D231A043-8676-4CFF-8872-0F33A69B5A11}" srcId="{9C8500EC-BC81-48BB-96BD-6DF9AC6F5EFD}" destId="{9B49BD3F-C4EE-4CCC-9488-C55966FB8036}" srcOrd="1" destOrd="0" parTransId="{070C54F9-6092-4A98-81F8-7032245992F7}" sibTransId="{8A731F66-2F28-48C7-BFF1-96C045FD3113}"/>
    <dgm:cxn modelId="{7E6C907C-DA81-4D86-B5EB-0EC556F064B6}" srcId="{9C8500EC-BC81-48BB-96BD-6DF9AC6F5EFD}" destId="{F504F957-2A56-4151-9457-8B12BC2D4A63}" srcOrd="2" destOrd="0" parTransId="{C799D1BD-A87F-4C2C-ABA6-DB7F3696C8D2}" sibTransId="{183F3489-0E7E-49C7-A8CA-3F2032BA6145}"/>
    <dgm:cxn modelId="{004A817D-9D27-420B-92D8-8FED3C60AA1C}" type="presOf" srcId="{616E0FD4-D4AC-4E9C-8F5A-89E22ED50927}" destId="{DA74AAEB-F2C2-4199-9AC1-20016D6EEBBE}" srcOrd="0" destOrd="0" presId="urn:microsoft.com/office/officeart/2018/2/layout/IconVerticalSolidList"/>
    <dgm:cxn modelId="{4F2FAB87-97BC-41CE-BEAB-CDE6AC1A4321}" type="presOf" srcId="{CB9774A0-A9F1-4D8E-9CA4-C438E921A16F}" destId="{21F985AE-ECFF-4035-95CA-42ECA85D1731}" srcOrd="0" destOrd="0" presId="urn:microsoft.com/office/officeart/2018/2/layout/IconVerticalSolidList"/>
    <dgm:cxn modelId="{22A292F1-B170-48E7-A0F7-54E2FFFC799D}" srcId="{9C8500EC-BC81-48BB-96BD-6DF9AC6F5EFD}" destId="{616E0FD4-D4AC-4E9C-8F5A-89E22ED50927}" srcOrd="3" destOrd="0" parTransId="{61C21056-F592-4CFE-A1AF-AFC585A4281A}" sibTransId="{4A931E4F-E4D4-40C7-A098-1537E59C2D67}"/>
    <dgm:cxn modelId="{1C2FA4A7-E4BC-497D-A90A-767FC4DE0F08}" type="presParOf" srcId="{13CAF857-ED52-4CD1-B453-766D2FFAEB47}" destId="{1C38DE6F-FC77-43CD-A0DF-38D0C65D7500}" srcOrd="0" destOrd="0" presId="urn:microsoft.com/office/officeart/2018/2/layout/IconVerticalSolidList"/>
    <dgm:cxn modelId="{7F75CFA3-7638-4924-AEFA-F4744B034188}" type="presParOf" srcId="{1C38DE6F-FC77-43CD-A0DF-38D0C65D7500}" destId="{646E8435-F959-46F5-8E9F-E984800D9591}" srcOrd="0" destOrd="0" presId="urn:microsoft.com/office/officeart/2018/2/layout/IconVerticalSolidList"/>
    <dgm:cxn modelId="{61192A62-88D8-4F57-BE17-2205F6514A97}" type="presParOf" srcId="{1C38DE6F-FC77-43CD-A0DF-38D0C65D7500}" destId="{D6B5DD7C-E912-4741-BFEA-5FDC7F22A46F}" srcOrd="1" destOrd="0" presId="urn:microsoft.com/office/officeart/2018/2/layout/IconVerticalSolidList"/>
    <dgm:cxn modelId="{C2A008B7-6B1B-4BA3-AEC7-EEE056E2A4CA}" type="presParOf" srcId="{1C38DE6F-FC77-43CD-A0DF-38D0C65D7500}" destId="{FAD111C4-2BC1-46F3-9A7F-8A36D54D2FBF}" srcOrd="2" destOrd="0" presId="urn:microsoft.com/office/officeart/2018/2/layout/IconVerticalSolidList"/>
    <dgm:cxn modelId="{B75B3BDB-E9A0-4DBC-A8FA-50C87325FA28}" type="presParOf" srcId="{1C38DE6F-FC77-43CD-A0DF-38D0C65D7500}" destId="{21F985AE-ECFF-4035-95CA-42ECA85D1731}" srcOrd="3" destOrd="0" presId="urn:microsoft.com/office/officeart/2018/2/layout/IconVerticalSolidList"/>
    <dgm:cxn modelId="{003BB161-C3A5-4D4B-B7FE-4383E800D74E}" type="presParOf" srcId="{13CAF857-ED52-4CD1-B453-766D2FFAEB47}" destId="{D31C98E9-CD39-424C-B3D8-1B27C3A637C8}" srcOrd="1" destOrd="0" presId="urn:microsoft.com/office/officeart/2018/2/layout/IconVerticalSolidList"/>
    <dgm:cxn modelId="{F636183F-B4F3-4EAB-9939-C39C0DE69278}" type="presParOf" srcId="{13CAF857-ED52-4CD1-B453-766D2FFAEB47}" destId="{E8026DF6-1BBD-4B0A-B79E-8E4ADAD383A2}" srcOrd="2" destOrd="0" presId="urn:microsoft.com/office/officeart/2018/2/layout/IconVerticalSolidList"/>
    <dgm:cxn modelId="{A7E284B9-8CAB-46CA-B623-DEC6CC8B5D3F}" type="presParOf" srcId="{E8026DF6-1BBD-4B0A-B79E-8E4ADAD383A2}" destId="{67C2585E-6BB8-42DD-861D-F93D123971B7}" srcOrd="0" destOrd="0" presId="urn:microsoft.com/office/officeart/2018/2/layout/IconVerticalSolidList"/>
    <dgm:cxn modelId="{FCF0A2F1-7F6E-4492-AB35-BB485DE5F252}" type="presParOf" srcId="{E8026DF6-1BBD-4B0A-B79E-8E4ADAD383A2}" destId="{02FB3CA6-FA0D-445A-A3BA-1B1A5B7F14D7}" srcOrd="1" destOrd="0" presId="urn:microsoft.com/office/officeart/2018/2/layout/IconVerticalSolidList"/>
    <dgm:cxn modelId="{69BDE315-DE82-4C9D-A221-3210C9DC61D8}" type="presParOf" srcId="{E8026DF6-1BBD-4B0A-B79E-8E4ADAD383A2}" destId="{7A02AC4C-4DC6-47C4-9492-495FF71BF94B}" srcOrd="2" destOrd="0" presId="urn:microsoft.com/office/officeart/2018/2/layout/IconVerticalSolidList"/>
    <dgm:cxn modelId="{5805F58D-30CB-4F31-A3E1-F6D48C9E3ECC}" type="presParOf" srcId="{E8026DF6-1BBD-4B0A-B79E-8E4ADAD383A2}" destId="{A3B2D92A-8A11-4FB6-AC24-E3D233EA3B70}" srcOrd="3" destOrd="0" presId="urn:microsoft.com/office/officeart/2018/2/layout/IconVerticalSolidList"/>
    <dgm:cxn modelId="{1FADAAD0-E9F4-456B-BFDF-CC2F1074CB64}" type="presParOf" srcId="{13CAF857-ED52-4CD1-B453-766D2FFAEB47}" destId="{541F401C-6840-480D-BC65-B6629B287DD9}" srcOrd="3" destOrd="0" presId="urn:microsoft.com/office/officeart/2018/2/layout/IconVerticalSolidList"/>
    <dgm:cxn modelId="{1D7A07B1-CE5F-43DD-BDB8-3D1086FC3C3C}" type="presParOf" srcId="{13CAF857-ED52-4CD1-B453-766D2FFAEB47}" destId="{DCCB7CD5-129A-46C8-A178-930F21D4BC31}" srcOrd="4" destOrd="0" presId="urn:microsoft.com/office/officeart/2018/2/layout/IconVerticalSolidList"/>
    <dgm:cxn modelId="{2E019BA0-99E3-4765-A6E0-51EC286B2D30}" type="presParOf" srcId="{DCCB7CD5-129A-46C8-A178-930F21D4BC31}" destId="{25579CF5-FB19-401C-86CF-D302000AEB67}" srcOrd="0" destOrd="0" presId="urn:microsoft.com/office/officeart/2018/2/layout/IconVerticalSolidList"/>
    <dgm:cxn modelId="{3B6651CC-3460-47A0-905A-A304039C52E0}" type="presParOf" srcId="{DCCB7CD5-129A-46C8-A178-930F21D4BC31}" destId="{C274B30A-1B5A-4345-8B1B-736CE49ABBAF}" srcOrd="1" destOrd="0" presId="urn:microsoft.com/office/officeart/2018/2/layout/IconVerticalSolidList"/>
    <dgm:cxn modelId="{95620259-D082-44D5-996D-44FCB29247A6}" type="presParOf" srcId="{DCCB7CD5-129A-46C8-A178-930F21D4BC31}" destId="{B74282E7-F524-4A06-8463-1213DCDE41D6}" srcOrd="2" destOrd="0" presId="urn:microsoft.com/office/officeart/2018/2/layout/IconVerticalSolidList"/>
    <dgm:cxn modelId="{A470906D-F278-477A-B96C-349F27551908}" type="presParOf" srcId="{DCCB7CD5-129A-46C8-A178-930F21D4BC31}" destId="{97960715-97AC-45AB-A5EC-8D632025CB8B}" srcOrd="3" destOrd="0" presId="urn:microsoft.com/office/officeart/2018/2/layout/IconVerticalSolidList"/>
    <dgm:cxn modelId="{61079051-28B0-44F9-A547-DD314037F406}" type="presParOf" srcId="{13CAF857-ED52-4CD1-B453-766D2FFAEB47}" destId="{20AF898E-DE5E-4E8F-B3CA-3592CF319390}" srcOrd="5" destOrd="0" presId="urn:microsoft.com/office/officeart/2018/2/layout/IconVerticalSolidList"/>
    <dgm:cxn modelId="{DE1085B8-F544-4023-9555-26F14976C047}" type="presParOf" srcId="{13CAF857-ED52-4CD1-B453-766D2FFAEB47}" destId="{CC558FE7-8F0F-48C5-8E1E-E1B5E1AF2352}" srcOrd="6" destOrd="0" presId="urn:microsoft.com/office/officeart/2018/2/layout/IconVerticalSolidList"/>
    <dgm:cxn modelId="{B65E628B-CEA3-4A78-B3FD-ABFF042558C3}" type="presParOf" srcId="{CC558FE7-8F0F-48C5-8E1E-E1B5E1AF2352}" destId="{7B7BAA97-2151-408A-B0FA-7C7C04C35259}" srcOrd="0" destOrd="0" presId="urn:microsoft.com/office/officeart/2018/2/layout/IconVerticalSolidList"/>
    <dgm:cxn modelId="{B3CA5C9D-DD85-49BB-9EA8-6AFBF6D1699F}" type="presParOf" srcId="{CC558FE7-8F0F-48C5-8E1E-E1B5E1AF2352}" destId="{40A5AF1C-A965-4950-A151-A1EEAC5F5F86}" srcOrd="1" destOrd="0" presId="urn:microsoft.com/office/officeart/2018/2/layout/IconVerticalSolidList"/>
    <dgm:cxn modelId="{35BF7102-782D-4DEB-AA56-483217DD6C5A}" type="presParOf" srcId="{CC558FE7-8F0F-48C5-8E1E-E1B5E1AF2352}" destId="{72527042-C745-485F-98E9-181DEDFE4A70}" srcOrd="2" destOrd="0" presId="urn:microsoft.com/office/officeart/2018/2/layout/IconVerticalSolidList"/>
    <dgm:cxn modelId="{410A9F15-6633-4A26-91B0-32D5C52DE3CD}" type="presParOf" srcId="{CC558FE7-8F0F-48C5-8E1E-E1B5E1AF2352}" destId="{DA74AAEB-F2C2-4199-9AC1-20016D6EEBB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6812127-AA5C-4949-A478-6AB700A3528B}"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85193371-9322-4466-A469-39C476A9A09C}">
      <dgm:prSet custT="1"/>
      <dgm:spPr/>
      <dgm:t>
        <a:bodyPr/>
        <a:lstStyle/>
        <a:p>
          <a:r>
            <a:rPr lang="en-IN" sz="2800" b="0" i="0" dirty="0"/>
            <a:t>Powerful data transformation language used in “Transform Message”</a:t>
          </a:r>
          <a:endParaRPr lang="en-US" sz="2800" dirty="0"/>
        </a:p>
      </dgm:t>
    </dgm:pt>
    <dgm:pt modelId="{1FA2CF38-74D9-4666-A42A-6F340DBC4AD7}" type="parTrans" cxnId="{962252F3-2F97-4E51-9F84-693ECCBEB875}">
      <dgm:prSet/>
      <dgm:spPr/>
      <dgm:t>
        <a:bodyPr/>
        <a:lstStyle/>
        <a:p>
          <a:endParaRPr lang="en-US"/>
        </a:p>
      </dgm:t>
    </dgm:pt>
    <dgm:pt modelId="{435D2B4C-C26A-46C8-821B-B1015D8C4AD7}" type="sibTrans" cxnId="{962252F3-2F97-4E51-9F84-693ECCBEB875}">
      <dgm:prSet/>
      <dgm:spPr/>
      <dgm:t>
        <a:bodyPr/>
        <a:lstStyle/>
        <a:p>
          <a:endParaRPr lang="en-US"/>
        </a:p>
      </dgm:t>
    </dgm:pt>
    <dgm:pt modelId="{E30656E6-7B88-40AF-BB73-23CCE1980D6C}">
      <dgm:prSet custT="1"/>
      <dgm:spPr/>
      <dgm:t>
        <a:bodyPr/>
        <a:lstStyle/>
        <a:p>
          <a:r>
            <a:rPr lang="en-IN" sz="2800" b="0" i="0" dirty="0"/>
            <a:t>Supports JSON, XML, CSV, Java Objects, and more</a:t>
          </a:r>
          <a:endParaRPr lang="en-US" sz="2800" dirty="0"/>
        </a:p>
      </dgm:t>
    </dgm:pt>
    <dgm:pt modelId="{CCA984D1-040B-456D-8B2D-3C409F2513B4}" type="parTrans" cxnId="{BF1AB0E4-F597-486F-BD54-027767F34005}">
      <dgm:prSet/>
      <dgm:spPr/>
      <dgm:t>
        <a:bodyPr/>
        <a:lstStyle/>
        <a:p>
          <a:endParaRPr lang="en-US"/>
        </a:p>
      </dgm:t>
    </dgm:pt>
    <dgm:pt modelId="{6252005C-BE88-4142-BBDF-1FDC233A7BA2}" type="sibTrans" cxnId="{BF1AB0E4-F597-486F-BD54-027767F34005}">
      <dgm:prSet/>
      <dgm:spPr/>
      <dgm:t>
        <a:bodyPr/>
        <a:lstStyle/>
        <a:p>
          <a:endParaRPr lang="en-US"/>
        </a:p>
      </dgm:t>
    </dgm:pt>
    <dgm:pt modelId="{D20116FE-8373-41CA-BBFC-DE2A99A4B840}">
      <dgm:prSet custT="1"/>
      <dgm:spPr/>
      <dgm:t>
        <a:bodyPr/>
        <a:lstStyle/>
        <a:p>
          <a:r>
            <a:rPr lang="en-IN" sz="2800" b="0" i="0" dirty="0"/>
            <a:t>Transforms both message body (payload) and headers (attributes)</a:t>
          </a:r>
          <a:endParaRPr lang="en-US" sz="2800" dirty="0"/>
        </a:p>
      </dgm:t>
    </dgm:pt>
    <dgm:pt modelId="{18490FE1-26B5-4332-BE11-AAA20777F018}" type="parTrans" cxnId="{259A3FD0-E7C6-475C-BFEB-6727B76A0F74}">
      <dgm:prSet/>
      <dgm:spPr/>
      <dgm:t>
        <a:bodyPr/>
        <a:lstStyle/>
        <a:p>
          <a:endParaRPr lang="en-US"/>
        </a:p>
      </dgm:t>
    </dgm:pt>
    <dgm:pt modelId="{529BE677-1AAF-4A35-B50E-3CCB3EF7EB78}" type="sibTrans" cxnId="{259A3FD0-E7C6-475C-BFEB-6727B76A0F74}">
      <dgm:prSet/>
      <dgm:spPr/>
      <dgm:t>
        <a:bodyPr/>
        <a:lstStyle/>
        <a:p>
          <a:endParaRPr lang="en-US"/>
        </a:p>
      </dgm:t>
    </dgm:pt>
    <dgm:pt modelId="{545D4B3A-B896-489B-A983-3AA11DFECA0C}">
      <dgm:prSet custT="1"/>
      <dgm:spPr/>
      <dgm:t>
        <a:bodyPr/>
        <a:lstStyle/>
        <a:p>
          <a:r>
            <a:rPr lang="en-IN" sz="2800" b="0" i="0"/>
            <a:t>Functional programming: map, filter, reduce, custom functions</a:t>
          </a:r>
          <a:endParaRPr lang="en-US" sz="2800"/>
        </a:p>
      </dgm:t>
    </dgm:pt>
    <dgm:pt modelId="{ABE0A8F0-ACFF-44F6-836D-29111A7377AB}" type="parTrans" cxnId="{529701B3-D30F-4E2D-869D-5F8918CE9209}">
      <dgm:prSet/>
      <dgm:spPr/>
      <dgm:t>
        <a:bodyPr/>
        <a:lstStyle/>
        <a:p>
          <a:endParaRPr lang="en-US"/>
        </a:p>
      </dgm:t>
    </dgm:pt>
    <dgm:pt modelId="{D9C61052-28EF-458F-B1D9-997D724AE5F0}" type="sibTrans" cxnId="{529701B3-D30F-4E2D-869D-5F8918CE9209}">
      <dgm:prSet/>
      <dgm:spPr/>
      <dgm:t>
        <a:bodyPr/>
        <a:lstStyle/>
        <a:p>
          <a:endParaRPr lang="en-US"/>
        </a:p>
      </dgm:t>
    </dgm:pt>
    <dgm:pt modelId="{D81D14E9-01F0-441D-B565-EF0438A87E84}">
      <dgm:prSet custT="1"/>
      <dgm:spPr/>
      <dgm:t>
        <a:bodyPr/>
        <a:lstStyle/>
        <a:p>
          <a:r>
            <a:rPr lang="en-IN" sz="2800" b="0" i="0" dirty="0"/>
            <a:t>Enables fast, modular, and reusable data mapping across formats</a:t>
          </a:r>
          <a:endParaRPr lang="en-US" sz="2800" dirty="0"/>
        </a:p>
      </dgm:t>
    </dgm:pt>
    <dgm:pt modelId="{C600DED6-74C3-40EE-BD5C-AD37E851EA38}" type="parTrans" cxnId="{9799C463-6499-47D7-902A-7C8CCA8B1A02}">
      <dgm:prSet/>
      <dgm:spPr/>
      <dgm:t>
        <a:bodyPr/>
        <a:lstStyle/>
        <a:p>
          <a:endParaRPr lang="en-US"/>
        </a:p>
      </dgm:t>
    </dgm:pt>
    <dgm:pt modelId="{38E95333-FD68-4ED6-AAA5-01287276932E}" type="sibTrans" cxnId="{9799C463-6499-47D7-902A-7C8CCA8B1A02}">
      <dgm:prSet/>
      <dgm:spPr/>
      <dgm:t>
        <a:bodyPr/>
        <a:lstStyle/>
        <a:p>
          <a:endParaRPr lang="en-US"/>
        </a:p>
      </dgm:t>
    </dgm:pt>
    <dgm:pt modelId="{F7F52EC7-D330-4E61-8C39-CEDB63C6A7C0}" type="pres">
      <dgm:prSet presAssocID="{26812127-AA5C-4949-A478-6AB700A3528B}" presName="vert0" presStyleCnt="0">
        <dgm:presLayoutVars>
          <dgm:dir/>
          <dgm:animOne val="branch"/>
          <dgm:animLvl val="lvl"/>
        </dgm:presLayoutVars>
      </dgm:prSet>
      <dgm:spPr/>
    </dgm:pt>
    <dgm:pt modelId="{F60F930D-3289-4042-94B6-D0CC518DDEA6}" type="pres">
      <dgm:prSet presAssocID="{85193371-9322-4466-A469-39C476A9A09C}" presName="thickLine" presStyleLbl="alignNode1" presStyleIdx="0" presStyleCnt="5"/>
      <dgm:spPr/>
    </dgm:pt>
    <dgm:pt modelId="{6091914B-44D2-4902-9348-9C979433F444}" type="pres">
      <dgm:prSet presAssocID="{85193371-9322-4466-A469-39C476A9A09C}" presName="horz1" presStyleCnt="0"/>
      <dgm:spPr/>
    </dgm:pt>
    <dgm:pt modelId="{D77D2167-E406-4233-9240-80FC8418CE73}" type="pres">
      <dgm:prSet presAssocID="{85193371-9322-4466-A469-39C476A9A09C}" presName="tx1" presStyleLbl="revTx" presStyleIdx="0" presStyleCnt="5"/>
      <dgm:spPr/>
    </dgm:pt>
    <dgm:pt modelId="{5306CAFC-3039-441F-A970-B0498AD0E4CE}" type="pres">
      <dgm:prSet presAssocID="{85193371-9322-4466-A469-39C476A9A09C}" presName="vert1" presStyleCnt="0"/>
      <dgm:spPr/>
    </dgm:pt>
    <dgm:pt modelId="{D4F75E55-9775-49B3-8129-CD063FAA4B50}" type="pres">
      <dgm:prSet presAssocID="{E30656E6-7B88-40AF-BB73-23CCE1980D6C}" presName="thickLine" presStyleLbl="alignNode1" presStyleIdx="1" presStyleCnt="5"/>
      <dgm:spPr/>
    </dgm:pt>
    <dgm:pt modelId="{FC237B16-4A27-44CE-8D2C-5D31CBA356C0}" type="pres">
      <dgm:prSet presAssocID="{E30656E6-7B88-40AF-BB73-23CCE1980D6C}" presName="horz1" presStyleCnt="0"/>
      <dgm:spPr/>
    </dgm:pt>
    <dgm:pt modelId="{35189A5E-68C8-44F2-A03E-C1BFBB09370C}" type="pres">
      <dgm:prSet presAssocID="{E30656E6-7B88-40AF-BB73-23CCE1980D6C}" presName="tx1" presStyleLbl="revTx" presStyleIdx="1" presStyleCnt="5"/>
      <dgm:spPr/>
    </dgm:pt>
    <dgm:pt modelId="{78CA7135-28B3-420E-8A80-4A8B489EA37F}" type="pres">
      <dgm:prSet presAssocID="{E30656E6-7B88-40AF-BB73-23CCE1980D6C}" presName="vert1" presStyleCnt="0"/>
      <dgm:spPr/>
    </dgm:pt>
    <dgm:pt modelId="{BE074EF2-5C83-4E03-AE06-A54FEFE990A2}" type="pres">
      <dgm:prSet presAssocID="{D20116FE-8373-41CA-BBFC-DE2A99A4B840}" presName="thickLine" presStyleLbl="alignNode1" presStyleIdx="2" presStyleCnt="5"/>
      <dgm:spPr/>
    </dgm:pt>
    <dgm:pt modelId="{E91FF6C0-E375-4F51-B44C-99A9B0DF8342}" type="pres">
      <dgm:prSet presAssocID="{D20116FE-8373-41CA-BBFC-DE2A99A4B840}" presName="horz1" presStyleCnt="0"/>
      <dgm:spPr/>
    </dgm:pt>
    <dgm:pt modelId="{A3945345-B102-4840-9567-188EDDB3A5AD}" type="pres">
      <dgm:prSet presAssocID="{D20116FE-8373-41CA-BBFC-DE2A99A4B840}" presName="tx1" presStyleLbl="revTx" presStyleIdx="2" presStyleCnt="5"/>
      <dgm:spPr/>
    </dgm:pt>
    <dgm:pt modelId="{79EED812-54F7-4559-A051-A8E3239F32F0}" type="pres">
      <dgm:prSet presAssocID="{D20116FE-8373-41CA-BBFC-DE2A99A4B840}" presName="vert1" presStyleCnt="0"/>
      <dgm:spPr/>
    </dgm:pt>
    <dgm:pt modelId="{F1024FB3-E702-4407-89EC-9C7D04664D8B}" type="pres">
      <dgm:prSet presAssocID="{545D4B3A-B896-489B-A983-3AA11DFECA0C}" presName="thickLine" presStyleLbl="alignNode1" presStyleIdx="3" presStyleCnt="5"/>
      <dgm:spPr/>
    </dgm:pt>
    <dgm:pt modelId="{96D3CA86-0975-4829-8C6F-B1CC1C8A48F2}" type="pres">
      <dgm:prSet presAssocID="{545D4B3A-B896-489B-A983-3AA11DFECA0C}" presName="horz1" presStyleCnt="0"/>
      <dgm:spPr/>
    </dgm:pt>
    <dgm:pt modelId="{07F3E448-C04B-45FB-B026-6D5C6C30F795}" type="pres">
      <dgm:prSet presAssocID="{545D4B3A-B896-489B-A983-3AA11DFECA0C}" presName="tx1" presStyleLbl="revTx" presStyleIdx="3" presStyleCnt="5"/>
      <dgm:spPr/>
    </dgm:pt>
    <dgm:pt modelId="{FD872C0A-45AF-447C-AE49-0829B452AF29}" type="pres">
      <dgm:prSet presAssocID="{545D4B3A-B896-489B-A983-3AA11DFECA0C}" presName="vert1" presStyleCnt="0"/>
      <dgm:spPr/>
    </dgm:pt>
    <dgm:pt modelId="{D1036053-B7A1-4F8A-A185-4823207DD057}" type="pres">
      <dgm:prSet presAssocID="{D81D14E9-01F0-441D-B565-EF0438A87E84}" presName="thickLine" presStyleLbl="alignNode1" presStyleIdx="4" presStyleCnt="5"/>
      <dgm:spPr/>
    </dgm:pt>
    <dgm:pt modelId="{5A3C877C-9C01-4B0F-9A80-45C100F693A2}" type="pres">
      <dgm:prSet presAssocID="{D81D14E9-01F0-441D-B565-EF0438A87E84}" presName="horz1" presStyleCnt="0"/>
      <dgm:spPr/>
    </dgm:pt>
    <dgm:pt modelId="{42FF227B-2B3B-4550-94C5-35A4CED5320B}" type="pres">
      <dgm:prSet presAssocID="{D81D14E9-01F0-441D-B565-EF0438A87E84}" presName="tx1" presStyleLbl="revTx" presStyleIdx="4" presStyleCnt="5"/>
      <dgm:spPr/>
    </dgm:pt>
    <dgm:pt modelId="{DBA498AA-96E6-414B-8A4A-FDB6AD77E63A}" type="pres">
      <dgm:prSet presAssocID="{D81D14E9-01F0-441D-B565-EF0438A87E84}" presName="vert1" presStyleCnt="0"/>
      <dgm:spPr/>
    </dgm:pt>
  </dgm:ptLst>
  <dgm:cxnLst>
    <dgm:cxn modelId="{9799C463-6499-47D7-902A-7C8CCA8B1A02}" srcId="{26812127-AA5C-4949-A478-6AB700A3528B}" destId="{D81D14E9-01F0-441D-B565-EF0438A87E84}" srcOrd="4" destOrd="0" parTransId="{C600DED6-74C3-40EE-BD5C-AD37E851EA38}" sibTransId="{38E95333-FD68-4ED6-AAA5-01287276932E}"/>
    <dgm:cxn modelId="{A8AB8765-E558-488D-B2D2-7E553E870F6F}" type="presOf" srcId="{85193371-9322-4466-A469-39C476A9A09C}" destId="{D77D2167-E406-4233-9240-80FC8418CE73}" srcOrd="0" destOrd="0" presId="urn:microsoft.com/office/officeart/2008/layout/LinedList"/>
    <dgm:cxn modelId="{9DA28C53-3FE0-4A68-BD56-F073D24D5CFB}" type="presOf" srcId="{26812127-AA5C-4949-A478-6AB700A3528B}" destId="{F7F52EC7-D330-4E61-8C39-CEDB63C6A7C0}" srcOrd="0" destOrd="0" presId="urn:microsoft.com/office/officeart/2008/layout/LinedList"/>
    <dgm:cxn modelId="{9BC3968B-F6BC-45E4-9848-5BBB501C979F}" type="presOf" srcId="{E30656E6-7B88-40AF-BB73-23CCE1980D6C}" destId="{35189A5E-68C8-44F2-A03E-C1BFBB09370C}" srcOrd="0" destOrd="0" presId="urn:microsoft.com/office/officeart/2008/layout/LinedList"/>
    <dgm:cxn modelId="{529701B3-D30F-4E2D-869D-5F8918CE9209}" srcId="{26812127-AA5C-4949-A478-6AB700A3528B}" destId="{545D4B3A-B896-489B-A983-3AA11DFECA0C}" srcOrd="3" destOrd="0" parTransId="{ABE0A8F0-ACFF-44F6-836D-29111A7377AB}" sibTransId="{D9C61052-28EF-458F-B1D9-997D724AE5F0}"/>
    <dgm:cxn modelId="{259A3FD0-E7C6-475C-BFEB-6727B76A0F74}" srcId="{26812127-AA5C-4949-A478-6AB700A3528B}" destId="{D20116FE-8373-41CA-BBFC-DE2A99A4B840}" srcOrd="2" destOrd="0" parTransId="{18490FE1-26B5-4332-BE11-AAA20777F018}" sibTransId="{529BE677-1AAF-4A35-B50E-3CCB3EF7EB78}"/>
    <dgm:cxn modelId="{E3B081DF-3266-4AAC-A16C-EB024791D560}" type="presOf" srcId="{545D4B3A-B896-489B-A983-3AA11DFECA0C}" destId="{07F3E448-C04B-45FB-B026-6D5C6C30F795}" srcOrd="0" destOrd="0" presId="urn:microsoft.com/office/officeart/2008/layout/LinedList"/>
    <dgm:cxn modelId="{72A472E3-6B4B-40B4-BEB1-31BF4DB80C31}" type="presOf" srcId="{D81D14E9-01F0-441D-B565-EF0438A87E84}" destId="{42FF227B-2B3B-4550-94C5-35A4CED5320B}" srcOrd="0" destOrd="0" presId="urn:microsoft.com/office/officeart/2008/layout/LinedList"/>
    <dgm:cxn modelId="{BF1AB0E4-F597-486F-BD54-027767F34005}" srcId="{26812127-AA5C-4949-A478-6AB700A3528B}" destId="{E30656E6-7B88-40AF-BB73-23CCE1980D6C}" srcOrd="1" destOrd="0" parTransId="{CCA984D1-040B-456D-8B2D-3C409F2513B4}" sibTransId="{6252005C-BE88-4142-BBDF-1FDC233A7BA2}"/>
    <dgm:cxn modelId="{258D98EC-7F5D-4998-BD3E-7AB4390FE691}" type="presOf" srcId="{D20116FE-8373-41CA-BBFC-DE2A99A4B840}" destId="{A3945345-B102-4840-9567-188EDDB3A5AD}" srcOrd="0" destOrd="0" presId="urn:microsoft.com/office/officeart/2008/layout/LinedList"/>
    <dgm:cxn modelId="{962252F3-2F97-4E51-9F84-693ECCBEB875}" srcId="{26812127-AA5C-4949-A478-6AB700A3528B}" destId="{85193371-9322-4466-A469-39C476A9A09C}" srcOrd="0" destOrd="0" parTransId="{1FA2CF38-74D9-4666-A42A-6F340DBC4AD7}" sibTransId="{435D2B4C-C26A-46C8-821B-B1015D8C4AD7}"/>
    <dgm:cxn modelId="{38A6EA63-BDF9-4179-9513-AC4BBCFE5654}" type="presParOf" srcId="{F7F52EC7-D330-4E61-8C39-CEDB63C6A7C0}" destId="{F60F930D-3289-4042-94B6-D0CC518DDEA6}" srcOrd="0" destOrd="0" presId="urn:microsoft.com/office/officeart/2008/layout/LinedList"/>
    <dgm:cxn modelId="{116D17FA-1F8E-46F8-8D5F-240667733034}" type="presParOf" srcId="{F7F52EC7-D330-4E61-8C39-CEDB63C6A7C0}" destId="{6091914B-44D2-4902-9348-9C979433F444}" srcOrd="1" destOrd="0" presId="urn:microsoft.com/office/officeart/2008/layout/LinedList"/>
    <dgm:cxn modelId="{6FB26309-9ACD-4428-86D9-97D27031763D}" type="presParOf" srcId="{6091914B-44D2-4902-9348-9C979433F444}" destId="{D77D2167-E406-4233-9240-80FC8418CE73}" srcOrd="0" destOrd="0" presId="urn:microsoft.com/office/officeart/2008/layout/LinedList"/>
    <dgm:cxn modelId="{5086FC1A-B6CB-4DF8-BFDF-C6ED21BE3FCF}" type="presParOf" srcId="{6091914B-44D2-4902-9348-9C979433F444}" destId="{5306CAFC-3039-441F-A970-B0498AD0E4CE}" srcOrd="1" destOrd="0" presId="urn:microsoft.com/office/officeart/2008/layout/LinedList"/>
    <dgm:cxn modelId="{33ACC60B-C547-4073-BC66-70441DC2CB86}" type="presParOf" srcId="{F7F52EC7-D330-4E61-8C39-CEDB63C6A7C0}" destId="{D4F75E55-9775-49B3-8129-CD063FAA4B50}" srcOrd="2" destOrd="0" presId="urn:microsoft.com/office/officeart/2008/layout/LinedList"/>
    <dgm:cxn modelId="{F7879477-6E1C-4938-A9A8-70452C80F3D0}" type="presParOf" srcId="{F7F52EC7-D330-4E61-8C39-CEDB63C6A7C0}" destId="{FC237B16-4A27-44CE-8D2C-5D31CBA356C0}" srcOrd="3" destOrd="0" presId="urn:microsoft.com/office/officeart/2008/layout/LinedList"/>
    <dgm:cxn modelId="{B4FB34FB-20A9-4CD1-9F13-5B188E8719AF}" type="presParOf" srcId="{FC237B16-4A27-44CE-8D2C-5D31CBA356C0}" destId="{35189A5E-68C8-44F2-A03E-C1BFBB09370C}" srcOrd="0" destOrd="0" presId="urn:microsoft.com/office/officeart/2008/layout/LinedList"/>
    <dgm:cxn modelId="{3621DA0A-0707-4789-9E47-C923A2E26DF0}" type="presParOf" srcId="{FC237B16-4A27-44CE-8D2C-5D31CBA356C0}" destId="{78CA7135-28B3-420E-8A80-4A8B489EA37F}" srcOrd="1" destOrd="0" presId="urn:microsoft.com/office/officeart/2008/layout/LinedList"/>
    <dgm:cxn modelId="{A8A01C00-F306-430B-A28B-1E9BBEB67A9D}" type="presParOf" srcId="{F7F52EC7-D330-4E61-8C39-CEDB63C6A7C0}" destId="{BE074EF2-5C83-4E03-AE06-A54FEFE990A2}" srcOrd="4" destOrd="0" presId="urn:microsoft.com/office/officeart/2008/layout/LinedList"/>
    <dgm:cxn modelId="{129E94F9-D936-4820-8DA8-260E40695049}" type="presParOf" srcId="{F7F52EC7-D330-4E61-8C39-CEDB63C6A7C0}" destId="{E91FF6C0-E375-4F51-B44C-99A9B0DF8342}" srcOrd="5" destOrd="0" presId="urn:microsoft.com/office/officeart/2008/layout/LinedList"/>
    <dgm:cxn modelId="{C91ADF8D-9B54-40E1-9C32-2B78F08EA137}" type="presParOf" srcId="{E91FF6C0-E375-4F51-B44C-99A9B0DF8342}" destId="{A3945345-B102-4840-9567-188EDDB3A5AD}" srcOrd="0" destOrd="0" presId="urn:microsoft.com/office/officeart/2008/layout/LinedList"/>
    <dgm:cxn modelId="{7D9AA302-FFB2-4CE2-A53B-5CD84FBB5174}" type="presParOf" srcId="{E91FF6C0-E375-4F51-B44C-99A9B0DF8342}" destId="{79EED812-54F7-4559-A051-A8E3239F32F0}" srcOrd="1" destOrd="0" presId="urn:microsoft.com/office/officeart/2008/layout/LinedList"/>
    <dgm:cxn modelId="{87B91F14-17D1-4ED3-BB88-54DFE4AAF541}" type="presParOf" srcId="{F7F52EC7-D330-4E61-8C39-CEDB63C6A7C0}" destId="{F1024FB3-E702-4407-89EC-9C7D04664D8B}" srcOrd="6" destOrd="0" presId="urn:microsoft.com/office/officeart/2008/layout/LinedList"/>
    <dgm:cxn modelId="{462A635D-CCF7-4507-B8A1-BDB21D25C025}" type="presParOf" srcId="{F7F52EC7-D330-4E61-8C39-CEDB63C6A7C0}" destId="{96D3CA86-0975-4829-8C6F-B1CC1C8A48F2}" srcOrd="7" destOrd="0" presId="urn:microsoft.com/office/officeart/2008/layout/LinedList"/>
    <dgm:cxn modelId="{CD7CAB96-8370-4C03-AF7A-00B787FA6666}" type="presParOf" srcId="{96D3CA86-0975-4829-8C6F-B1CC1C8A48F2}" destId="{07F3E448-C04B-45FB-B026-6D5C6C30F795}" srcOrd="0" destOrd="0" presId="urn:microsoft.com/office/officeart/2008/layout/LinedList"/>
    <dgm:cxn modelId="{DEE7433A-B900-4C29-9D87-1C666A239AC0}" type="presParOf" srcId="{96D3CA86-0975-4829-8C6F-B1CC1C8A48F2}" destId="{FD872C0A-45AF-447C-AE49-0829B452AF29}" srcOrd="1" destOrd="0" presId="urn:microsoft.com/office/officeart/2008/layout/LinedList"/>
    <dgm:cxn modelId="{FD57AE95-0CE0-4939-A685-00720AD61B2E}" type="presParOf" srcId="{F7F52EC7-D330-4E61-8C39-CEDB63C6A7C0}" destId="{D1036053-B7A1-4F8A-A185-4823207DD057}" srcOrd="8" destOrd="0" presId="urn:microsoft.com/office/officeart/2008/layout/LinedList"/>
    <dgm:cxn modelId="{910AD675-6B51-42A8-B41D-8E36E2FA19C8}" type="presParOf" srcId="{F7F52EC7-D330-4E61-8C39-CEDB63C6A7C0}" destId="{5A3C877C-9C01-4B0F-9A80-45C100F693A2}" srcOrd="9" destOrd="0" presId="urn:microsoft.com/office/officeart/2008/layout/LinedList"/>
    <dgm:cxn modelId="{7C339A58-1453-403C-885C-47DA3D6F8CC9}" type="presParOf" srcId="{5A3C877C-9C01-4B0F-9A80-45C100F693A2}" destId="{42FF227B-2B3B-4550-94C5-35A4CED5320B}" srcOrd="0" destOrd="0" presId="urn:microsoft.com/office/officeart/2008/layout/LinedList"/>
    <dgm:cxn modelId="{199B09B2-E23C-48C6-9E5D-99324445B96E}" type="presParOf" srcId="{5A3C877C-9C01-4B0F-9A80-45C100F693A2}" destId="{DBA498AA-96E6-414B-8A4A-FDB6AD77E63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6D2C738-507E-41F1-B732-AC4541125CEF}" type="doc">
      <dgm:prSet loTypeId="urn:microsoft.com/office/officeart/2005/8/layout/hierarchy1" loCatId="hierarchy" qsTypeId="urn:microsoft.com/office/officeart/2005/8/quickstyle/simple5" qsCatId="simple" csTypeId="urn:microsoft.com/office/officeart/2005/8/colors/accent2_2" csCatId="accent2"/>
      <dgm:spPr/>
      <dgm:t>
        <a:bodyPr/>
        <a:lstStyle/>
        <a:p>
          <a:endParaRPr lang="en-US"/>
        </a:p>
      </dgm:t>
    </dgm:pt>
    <dgm:pt modelId="{2CEF10FC-3073-478F-AD17-BF1C3E015CC0}">
      <dgm:prSet/>
      <dgm:spPr/>
      <dgm:t>
        <a:bodyPr/>
        <a:lstStyle/>
        <a:p>
          <a:r>
            <a:rPr lang="en-GB"/>
            <a:t>On Error Continue</a:t>
          </a:r>
          <a:endParaRPr lang="en-US"/>
        </a:p>
      </dgm:t>
    </dgm:pt>
    <dgm:pt modelId="{1AF6DC5F-7DD5-4B4F-A60D-A8C5186DB08D}" type="parTrans" cxnId="{DFB347B6-1FC8-4F14-8DD1-2A0434F4CE89}">
      <dgm:prSet/>
      <dgm:spPr/>
      <dgm:t>
        <a:bodyPr/>
        <a:lstStyle/>
        <a:p>
          <a:endParaRPr lang="en-US"/>
        </a:p>
      </dgm:t>
    </dgm:pt>
    <dgm:pt modelId="{E82223D3-0A9D-46B6-BDD5-EE405E93F5F6}" type="sibTrans" cxnId="{DFB347B6-1FC8-4F14-8DD1-2A0434F4CE89}">
      <dgm:prSet/>
      <dgm:spPr/>
      <dgm:t>
        <a:bodyPr/>
        <a:lstStyle/>
        <a:p>
          <a:endParaRPr lang="en-US"/>
        </a:p>
      </dgm:t>
    </dgm:pt>
    <dgm:pt modelId="{F972607C-A2AA-4382-A7AE-08D96543B20F}">
      <dgm:prSet/>
      <dgm:spPr/>
      <dgm:t>
        <a:bodyPr/>
        <a:lstStyle/>
        <a:p>
          <a:r>
            <a:rPr lang="en-GB"/>
            <a:t>On Error Propagate</a:t>
          </a:r>
          <a:endParaRPr lang="en-US"/>
        </a:p>
      </dgm:t>
    </dgm:pt>
    <dgm:pt modelId="{6A94494B-D00F-4715-B39C-B1126F20632B}" type="parTrans" cxnId="{81CFF915-6DB2-4E17-AB54-8045A10BD5A6}">
      <dgm:prSet/>
      <dgm:spPr/>
      <dgm:t>
        <a:bodyPr/>
        <a:lstStyle/>
        <a:p>
          <a:endParaRPr lang="en-US"/>
        </a:p>
      </dgm:t>
    </dgm:pt>
    <dgm:pt modelId="{325C4A74-B785-403E-976A-B2D4DE310AD1}" type="sibTrans" cxnId="{81CFF915-6DB2-4E17-AB54-8045A10BD5A6}">
      <dgm:prSet/>
      <dgm:spPr/>
      <dgm:t>
        <a:bodyPr/>
        <a:lstStyle/>
        <a:p>
          <a:endParaRPr lang="en-US"/>
        </a:p>
      </dgm:t>
    </dgm:pt>
    <dgm:pt modelId="{4AE9FBC0-5922-4D10-BCD1-15489982B6F4}">
      <dgm:prSet/>
      <dgm:spPr/>
      <dgm:t>
        <a:bodyPr/>
        <a:lstStyle/>
        <a:p>
          <a:r>
            <a:rPr lang="en-GB"/>
            <a:t>Try Scope</a:t>
          </a:r>
          <a:endParaRPr lang="en-US"/>
        </a:p>
      </dgm:t>
    </dgm:pt>
    <dgm:pt modelId="{3D093FBC-6F9E-4FD4-B615-95D6267DBFD7}" type="parTrans" cxnId="{C44A499A-7F73-4A5B-AD16-434DEC1B6545}">
      <dgm:prSet/>
      <dgm:spPr/>
      <dgm:t>
        <a:bodyPr/>
        <a:lstStyle/>
        <a:p>
          <a:endParaRPr lang="en-US"/>
        </a:p>
      </dgm:t>
    </dgm:pt>
    <dgm:pt modelId="{989CA67A-373A-441B-9A23-5FD1964A8330}" type="sibTrans" cxnId="{C44A499A-7F73-4A5B-AD16-434DEC1B6545}">
      <dgm:prSet/>
      <dgm:spPr/>
      <dgm:t>
        <a:bodyPr/>
        <a:lstStyle/>
        <a:p>
          <a:endParaRPr lang="en-US"/>
        </a:p>
      </dgm:t>
    </dgm:pt>
    <dgm:pt modelId="{B0412D3D-C6B5-4F9A-9394-8F3EA915E220}">
      <dgm:prSet/>
      <dgm:spPr/>
      <dgm:t>
        <a:bodyPr/>
        <a:lstStyle/>
        <a:p>
          <a:r>
            <a:rPr lang="en-GB"/>
            <a:t>Global Error Handler</a:t>
          </a:r>
          <a:endParaRPr lang="en-US"/>
        </a:p>
      </dgm:t>
    </dgm:pt>
    <dgm:pt modelId="{F2095BD5-2022-4940-8D6F-9483FDC8B9FF}" type="parTrans" cxnId="{4B7D749E-F1F8-4833-A416-CB7D2D9A79A6}">
      <dgm:prSet/>
      <dgm:spPr/>
      <dgm:t>
        <a:bodyPr/>
        <a:lstStyle/>
        <a:p>
          <a:endParaRPr lang="en-US"/>
        </a:p>
      </dgm:t>
    </dgm:pt>
    <dgm:pt modelId="{029D88DA-708D-42E9-90AF-9B9296A7AF3F}" type="sibTrans" cxnId="{4B7D749E-F1F8-4833-A416-CB7D2D9A79A6}">
      <dgm:prSet/>
      <dgm:spPr/>
      <dgm:t>
        <a:bodyPr/>
        <a:lstStyle/>
        <a:p>
          <a:endParaRPr lang="en-US"/>
        </a:p>
      </dgm:t>
    </dgm:pt>
    <dgm:pt modelId="{0DB4A42B-DC6A-4FD0-8409-AEFEBB493423}">
      <dgm:prSet/>
      <dgm:spPr/>
      <dgm:t>
        <a:bodyPr/>
        <a:lstStyle/>
        <a:p>
          <a:r>
            <a:rPr lang="en-GB"/>
            <a:t>Custom error objects</a:t>
          </a:r>
          <a:endParaRPr lang="en-US"/>
        </a:p>
      </dgm:t>
    </dgm:pt>
    <dgm:pt modelId="{1604F9AA-A55A-4B64-89B3-AB0F07E01411}" type="parTrans" cxnId="{8109CE7A-08F8-489E-89A8-9FA2465A278D}">
      <dgm:prSet/>
      <dgm:spPr/>
      <dgm:t>
        <a:bodyPr/>
        <a:lstStyle/>
        <a:p>
          <a:endParaRPr lang="en-US"/>
        </a:p>
      </dgm:t>
    </dgm:pt>
    <dgm:pt modelId="{9662415B-00BE-41E6-B7BB-302D4EFD145C}" type="sibTrans" cxnId="{8109CE7A-08F8-489E-89A8-9FA2465A278D}">
      <dgm:prSet/>
      <dgm:spPr/>
      <dgm:t>
        <a:bodyPr/>
        <a:lstStyle/>
        <a:p>
          <a:endParaRPr lang="en-US"/>
        </a:p>
      </dgm:t>
    </dgm:pt>
    <dgm:pt modelId="{2BDF5438-36C1-415C-B701-BACA7A82F4DE}" type="pres">
      <dgm:prSet presAssocID="{56D2C738-507E-41F1-B732-AC4541125CEF}" presName="hierChild1" presStyleCnt="0">
        <dgm:presLayoutVars>
          <dgm:chPref val="1"/>
          <dgm:dir/>
          <dgm:animOne val="branch"/>
          <dgm:animLvl val="lvl"/>
          <dgm:resizeHandles/>
        </dgm:presLayoutVars>
      </dgm:prSet>
      <dgm:spPr/>
    </dgm:pt>
    <dgm:pt modelId="{6E3F03C6-7DA5-4493-AA0A-85CC8A20BF30}" type="pres">
      <dgm:prSet presAssocID="{2CEF10FC-3073-478F-AD17-BF1C3E015CC0}" presName="hierRoot1" presStyleCnt="0"/>
      <dgm:spPr/>
    </dgm:pt>
    <dgm:pt modelId="{2EF729D9-D094-46E1-9BE4-A2048211E212}" type="pres">
      <dgm:prSet presAssocID="{2CEF10FC-3073-478F-AD17-BF1C3E015CC0}" presName="composite" presStyleCnt="0"/>
      <dgm:spPr/>
    </dgm:pt>
    <dgm:pt modelId="{718A14ED-5269-4C18-84D4-1E4BE41A8A73}" type="pres">
      <dgm:prSet presAssocID="{2CEF10FC-3073-478F-AD17-BF1C3E015CC0}" presName="background" presStyleLbl="node0" presStyleIdx="0" presStyleCnt="5"/>
      <dgm:spPr/>
    </dgm:pt>
    <dgm:pt modelId="{CA661DA6-0474-4AC1-8815-7723358233AF}" type="pres">
      <dgm:prSet presAssocID="{2CEF10FC-3073-478F-AD17-BF1C3E015CC0}" presName="text" presStyleLbl="fgAcc0" presStyleIdx="0" presStyleCnt="5">
        <dgm:presLayoutVars>
          <dgm:chPref val="3"/>
        </dgm:presLayoutVars>
      </dgm:prSet>
      <dgm:spPr/>
    </dgm:pt>
    <dgm:pt modelId="{C5AA8B96-7148-4444-B34A-461D6E11CDBF}" type="pres">
      <dgm:prSet presAssocID="{2CEF10FC-3073-478F-AD17-BF1C3E015CC0}" presName="hierChild2" presStyleCnt="0"/>
      <dgm:spPr/>
    </dgm:pt>
    <dgm:pt modelId="{E75CF100-66D5-431B-95D5-E8ED14A3F889}" type="pres">
      <dgm:prSet presAssocID="{F972607C-A2AA-4382-A7AE-08D96543B20F}" presName="hierRoot1" presStyleCnt="0"/>
      <dgm:spPr/>
    </dgm:pt>
    <dgm:pt modelId="{85A6B81E-6C60-4F38-9699-9724AEA1CAC3}" type="pres">
      <dgm:prSet presAssocID="{F972607C-A2AA-4382-A7AE-08D96543B20F}" presName="composite" presStyleCnt="0"/>
      <dgm:spPr/>
    </dgm:pt>
    <dgm:pt modelId="{5A0C9C51-819A-477C-9C22-EB4CA717FE47}" type="pres">
      <dgm:prSet presAssocID="{F972607C-A2AA-4382-A7AE-08D96543B20F}" presName="background" presStyleLbl="node0" presStyleIdx="1" presStyleCnt="5"/>
      <dgm:spPr/>
    </dgm:pt>
    <dgm:pt modelId="{619AE8D4-E0B2-4E49-AE38-BE175063D885}" type="pres">
      <dgm:prSet presAssocID="{F972607C-A2AA-4382-A7AE-08D96543B20F}" presName="text" presStyleLbl="fgAcc0" presStyleIdx="1" presStyleCnt="5">
        <dgm:presLayoutVars>
          <dgm:chPref val="3"/>
        </dgm:presLayoutVars>
      </dgm:prSet>
      <dgm:spPr/>
    </dgm:pt>
    <dgm:pt modelId="{1ADFBFEE-4BA4-4582-8906-786F5B34461A}" type="pres">
      <dgm:prSet presAssocID="{F972607C-A2AA-4382-A7AE-08D96543B20F}" presName="hierChild2" presStyleCnt="0"/>
      <dgm:spPr/>
    </dgm:pt>
    <dgm:pt modelId="{9451173C-97A6-417E-BB38-EC636A9F83F6}" type="pres">
      <dgm:prSet presAssocID="{4AE9FBC0-5922-4D10-BCD1-15489982B6F4}" presName="hierRoot1" presStyleCnt="0"/>
      <dgm:spPr/>
    </dgm:pt>
    <dgm:pt modelId="{469DD530-92C9-470E-8571-BDBF5EB10D3B}" type="pres">
      <dgm:prSet presAssocID="{4AE9FBC0-5922-4D10-BCD1-15489982B6F4}" presName="composite" presStyleCnt="0"/>
      <dgm:spPr/>
    </dgm:pt>
    <dgm:pt modelId="{0ECE51CA-75FB-484E-A71F-9CDC1C5E4956}" type="pres">
      <dgm:prSet presAssocID="{4AE9FBC0-5922-4D10-BCD1-15489982B6F4}" presName="background" presStyleLbl="node0" presStyleIdx="2" presStyleCnt="5"/>
      <dgm:spPr/>
    </dgm:pt>
    <dgm:pt modelId="{28987C3C-B7F3-4DFD-B5D9-72793AA562F2}" type="pres">
      <dgm:prSet presAssocID="{4AE9FBC0-5922-4D10-BCD1-15489982B6F4}" presName="text" presStyleLbl="fgAcc0" presStyleIdx="2" presStyleCnt="5">
        <dgm:presLayoutVars>
          <dgm:chPref val="3"/>
        </dgm:presLayoutVars>
      </dgm:prSet>
      <dgm:spPr/>
    </dgm:pt>
    <dgm:pt modelId="{4CEE7319-16BC-44D2-B3C7-21ABA64E3845}" type="pres">
      <dgm:prSet presAssocID="{4AE9FBC0-5922-4D10-BCD1-15489982B6F4}" presName="hierChild2" presStyleCnt="0"/>
      <dgm:spPr/>
    </dgm:pt>
    <dgm:pt modelId="{421C1E51-2ADD-439F-964C-0563B40CBE44}" type="pres">
      <dgm:prSet presAssocID="{B0412D3D-C6B5-4F9A-9394-8F3EA915E220}" presName="hierRoot1" presStyleCnt="0"/>
      <dgm:spPr/>
    </dgm:pt>
    <dgm:pt modelId="{F9CE1DD2-FE4D-442D-98CC-D5FDEDA49787}" type="pres">
      <dgm:prSet presAssocID="{B0412D3D-C6B5-4F9A-9394-8F3EA915E220}" presName="composite" presStyleCnt="0"/>
      <dgm:spPr/>
    </dgm:pt>
    <dgm:pt modelId="{A7F64C57-5859-4441-919D-9B9D3694D4A3}" type="pres">
      <dgm:prSet presAssocID="{B0412D3D-C6B5-4F9A-9394-8F3EA915E220}" presName="background" presStyleLbl="node0" presStyleIdx="3" presStyleCnt="5"/>
      <dgm:spPr/>
    </dgm:pt>
    <dgm:pt modelId="{F40A6F2E-0752-4A97-B125-32D1D46F96C5}" type="pres">
      <dgm:prSet presAssocID="{B0412D3D-C6B5-4F9A-9394-8F3EA915E220}" presName="text" presStyleLbl="fgAcc0" presStyleIdx="3" presStyleCnt="5">
        <dgm:presLayoutVars>
          <dgm:chPref val="3"/>
        </dgm:presLayoutVars>
      </dgm:prSet>
      <dgm:spPr/>
    </dgm:pt>
    <dgm:pt modelId="{AF3C12C5-67F0-4B4F-9E21-4E5D81182FC3}" type="pres">
      <dgm:prSet presAssocID="{B0412D3D-C6B5-4F9A-9394-8F3EA915E220}" presName="hierChild2" presStyleCnt="0"/>
      <dgm:spPr/>
    </dgm:pt>
    <dgm:pt modelId="{13845B4D-30C7-4B95-A1A3-91537879303F}" type="pres">
      <dgm:prSet presAssocID="{0DB4A42B-DC6A-4FD0-8409-AEFEBB493423}" presName="hierRoot1" presStyleCnt="0"/>
      <dgm:spPr/>
    </dgm:pt>
    <dgm:pt modelId="{8FA3437B-4736-4736-99E7-AC801FBFBE2C}" type="pres">
      <dgm:prSet presAssocID="{0DB4A42B-DC6A-4FD0-8409-AEFEBB493423}" presName="composite" presStyleCnt="0"/>
      <dgm:spPr/>
    </dgm:pt>
    <dgm:pt modelId="{751EBFA4-0697-40CD-B060-A53B2ABDF265}" type="pres">
      <dgm:prSet presAssocID="{0DB4A42B-DC6A-4FD0-8409-AEFEBB493423}" presName="background" presStyleLbl="node0" presStyleIdx="4" presStyleCnt="5"/>
      <dgm:spPr/>
    </dgm:pt>
    <dgm:pt modelId="{B84F276E-B468-4ADC-A7C8-059B72269028}" type="pres">
      <dgm:prSet presAssocID="{0DB4A42B-DC6A-4FD0-8409-AEFEBB493423}" presName="text" presStyleLbl="fgAcc0" presStyleIdx="4" presStyleCnt="5">
        <dgm:presLayoutVars>
          <dgm:chPref val="3"/>
        </dgm:presLayoutVars>
      </dgm:prSet>
      <dgm:spPr/>
    </dgm:pt>
    <dgm:pt modelId="{868622D5-3EE2-4840-86AF-AC1F114EF04B}" type="pres">
      <dgm:prSet presAssocID="{0DB4A42B-DC6A-4FD0-8409-AEFEBB493423}" presName="hierChild2" presStyleCnt="0"/>
      <dgm:spPr/>
    </dgm:pt>
  </dgm:ptLst>
  <dgm:cxnLst>
    <dgm:cxn modelId="{42273506-85A6-4367-B7E0-A501D77431AC}" type="presOf" srcId="{56D2C738-507E-41F1-B732-AC4541125CEF}" destId="{2BDF5438-36C1-415C-B701-BACA7A82F4DE}" srcOrd="0" destOrd="0" presId="urn:microsoft.com/office/officeart/2005/8/layout/hierarchy1"/>
    <dgm:cxn modelId="{7080F914-CA04-46D3-A8B8-3454EACC768B}" type="presOf" srcId="{0DB4A42B-DC6A-4FD0-8409-AEFEBB493423}" destId="{B84F276E-B468-4ADC-A7C8-059B72269028}" srcOrd="0" destOrd="0" presId="urn:microsoft.com/office/officeart/2005/8/layout/hierarchy1"/>
    <dgm:cxn modelId="{81CFF915-6DB2-4E17-AB54-8045A10BD5A6}" srcId="{56D2C738-507E-41F1-B732-AC4541125CEF}" destId="{F972607C-A2AA-4382-A7AE-08D96543B20F}" srcOrd="1" destOrd="0" parTransId="{6A94494B-D00F-4715-B39C-B1126F20632B}" sibTransId="{325C4A74-B785-403E-976A-B2D4DE310AD1}"/>
    <dgm:cxn modelId="{6A31BC33-E474-4625-B09D-713F17A24353}" type="presOf" srcId="{F972607C-A2AA-4382-A7AE-08D96543B20F}" destId="{619AE8D4-E0B2-4E49-AE38-BE175063D885}" srcOrd="0" destOrd="0" presId="urn:microsoft.com/office/officeart/2005/8/layout/hierarchy1"/>
    <dgm:cxn modelId="{0339F038-C845-4238-8AF0-F912AC064125}" type="presOf" srcId="{4AE9FBC0-5922-4D10-BCD1-15489982B6F4}" destId="{28987C3C-B7F3-4DFD-B5D9-72793AA562F2}" srcOrd="0" destOrd="0" presId="urn:microsoft.com/office/officeart/2005/8/layout/hierarchy1"/>
    <dgm:cxn modelId="{8109CE7A-08F8-489E-89A8-9FA2465A278D}" srcId="{56D2C738-507E-41F1-B732-AC4541125CEF}" destId="{0DB4A42B-DC6A-4FD0-8409-AEFEBB493423}" srcOrd="4" destOrd="0" parTransId="{1604F9AA-A55A-4B64-89B3-AB0F07E01411}" sibTransId="{9662415B-00BE-41E6-B7BB-302D4EFD145C}"/>
    <dgm:cxn modelId="{011AD78B-ECED-4635-A0C1-EDF3E48081AC}" type="presOf" srcId="{B0412D3D-C6B5-4F9A-9394-8F3EA915E220}" destId="{F40A6F2E-0752-4A97-B125-32D1D46F96C5}" srcOrd="0" destOrd="0" presId="urn:microsoft.com/office/officeart/2005/8/layout/hierarchy1"/>
    <dgm:cxn modelId="{C44A499A-7F73-4A5B-AD16-434DEC1B6545}" srcId="{56D2C738-507E-41F1-B732-AC4541125CEF}" destId="{4AE9FBC0-5922-4D10-BCD1-15489982B6F4}" srcOrd="2" destOrd="0" parTransId="{3D093FBC-6F9E-4FD4-B615-95D6267DBFD7}" sibTransId="{989CA67A-373A-441B-9A23-5FD1964A8330}"/>
    <dgm:cxn modelId="{4B7D749E-F1F8-4833-A416-CB7D2D9A79A6}" srcId="{56D2C738-507E-41F1-B732-AC4541125CEF}" destId="{B0412D3D-C6B5-4F9A-9394-8F3EA915E220}" srcOrd="3" destOrd="0" parTransId="{F2095BD5-2022-4940-8D6F-9483FDC8B9FF}" sibTransId="{029D88DA-708D-42E9-90AF-9B9296A7AF3F}"/>
    <dgm:cxn modelId="{6E0C92A1-69DB-4F83-A68A-7A8A6057D0A0}" type="presOf" srcId="{2CEF10FC-3073-478F-AD17-BF1C3E015CC0}" destId="{CA661DA6-0474-4AC1-8815-7723358233AF}" srcOrd="0" destOrd="0" presId="urn:microsoft.com/office/officeart/2005/8/layout/hierarchy1"/>
    <dgm:cxn modelId="{DFB347B6-1FC8-4F14-8DD1-2A0434F4CE89}" srcId="{56D2C738-507E-41F1-B732-AC4541125CEF}" destId="{2CEF10FC-3073-478F-AD17-BF1C3E015CC0}" srcOrd="0" destOrd="0" parTransId="{1AF6DC5F-7DD5-4B4F-A60D-A8C5186DB08D}" sibTransId="{E82223D3-0A9D-46B6-BDD5-EE405E93F5F6}"/>
    <dgm:cxn modelId="{87F94F76-761E-40D3-9C8C-7FD645A1CEDF}" type="presParOf" srcId="{2BDF5438-36C1-415C-B701-BACA7A82F4DE}" destId="{6E3F03C6-7DA5-4493-AA0A-85CC8A20BF30}" srcOrd="0" destOrd="0" presId="urn:microsoft.com/office/officeart/2005/8/layout/hierarchy1"/>
    <dgm:cxn modelId="{267D6B77-E386-4C45-B183-9B95B66CBAB9}" type="presParOf" srcId="{6E3F03C6-7DA5-4493-AA0A-85CC8A20BF30}" destId="{2EF729D9-D094-46E1-9BE4-A2048211E212}" srcOrd="0" destOrd="0" presId="urn:microsoft.com/office/officeart/2005/8/layout/hierarchy1"/>
    <dgm:cxn modelId="{17329219-D085-4C27-95A1-14E4F25FE0B0}" type="presParOf" srcId="{2EF729D9-D094-46E1-9BE4-A2048211E212}" destId="{718A14ED-5269-4C18-84D4-1E4BE41A8A73}" srcOrd="0" destOrd="0" presId="urn:microsoft.com/office/officeart/2005/8/layout/hierarchy1"/>
    <dgm:cxn modelId="{F8BABA2B-1EB9-437F-9D57-7F1EDA06FDCA}" type="presParOf" srcId="{2EF729D9-D094-46E1-9BE4-A2048211E212}" destId="{CA661DA6-0474-4AC1-8815-7723358233AF}" srcOrd="1" destOrd="0" presId="urn:microsoft.com/office/officeart/2005/8/layout/hierarchy1"/>
    <dgm:cxn modelId="{B797D970-198E-45C0-A7D7-107FE2EBDA17}" type="presParOf" srcId="{6E3F03C6-7DA5-4493-AA0A-85CC8A20BF30}" destId="{C5AA8B96-7148-4444-B34A-461D6E11CDBF}" srcOrd="1" destOrd="0" presId="urn:microsoft.com/office/officeart/2005/8/layout/hierarchy1"/>
    <dgm:cxn modelId="{96D0A8AE-F36A-458B-9FAF-08BED9009671}" type="presParOf" srcId="{2BDF5438-36C1-415C-B701-BACA7A82F4DE}" destId="{E75CF100-66D5-431B-95D5-E8ED14A3F889}" srcOrd="1" destOrd="0" presId="urn:microsoft.com/office/officeart/2005/8/layout/hierarchy1"/>
    <dgm:cxn modelId="{D41F94ED-82A0-4D21-B903-37F15F4E0347}" type="presParOf" srcId="{E75CF100-66D5-431B-95D5-E8ED14A3F889}" destId="{85A6B81E-6C60-4F38-9699-9724AEA1CAC3}" srcOrd="0" destOrd="0" presId="urn:microsoft.com/office/officeart/2005/8/layout/hierarchy1"/>
    <dgm:cxn modelId="{37638D2F-F05C-4CC7-BF53-6FF3036B9CCE}" type="presParOf" srcId="{85A6B81E-6C60-4F38-9699-9724AEA1CAC3}" destId="{5A0C9C51-819A-477C-9C22-EB4CA717FE47}" srcOrd="0" destOrd="0" presId="urn:microsoft.com/office/officeart/2005/8/layout/hierarchy1"/>
    <dgm:cxn modelId="{FBF9F1EB-116C-4D8C-8F76-B2EBB487D4E5}" type="presParOf" srcId="{85A6B81E-6C60-4F38-9699-9724AEA1CAC3}" destId="{619AE8D4-E0B2-4E49-AE38-BE175063D885}" srcOrd="1" destOrd="0" presId="urn:microsoft.com/office/officeart/2005/8/layout/hierarchy1"/>
    <dgm:cxn modelId="{3A62778F-6C98-4630-A97C-2EB13DACC868}" type="presParOf" srcId="{E75CF100-66D5-431B-95D5-E8ED14A3F889}" destId="{1ADFBFEE-4BA4-4582-8906-786F5B34461A}" srcOrd="1" destOrd="0" presId="urn:microsoft.com/office/officeart/2005/8/layout/hierarchy1"/>
    <dgm:cxn modelId="{ABD04A8E-EAD3-4782-9991-42E6F34FC399}" type="presParOf" srcId="{2BDF5438-36C1-415C-B701-BACA7A82F4DE}" destId="{9451173C-97A6-417E-BB38-EC636A9F83F6}" srcOrd="2" destOrd="0" presId="urn:microsoft.com/office/officeart/2005/8/layout/hierarchy1"/>
    <dgm:cxn modelId="{DC79E116-5C41-4C03-AD9C-D31142F10D22}" type="presParOf" srcId="{9451173C-97A6-417E-BB38-EC636A9F83F6}" destId="{469DD530-92C9-470E-8571-BDBF5EB10D3B}" srcOrd="0" destOrd="0" presId="urn:microsoft.com/office/officeart/2005/8/layout/hierarchy1"/>
    <dgm:cxn modelId="{35AC68E5-CFB4-4B68-A1AA-71539E399ABB}" type="presParOf" srcId="{469DD530-92C9-470E-8571-BDBF5EB10D3B}" destId="{0ECE51CA-75FB-484E-A71F-9CDC1C5E4956}" srcOrd="0" destOrd="0" presId="urn:microsoft.com/office/officeart/2005/8/layout/hierarchy1"/>
    <dgm:cxn modelId="{38C5C972-31E5-4D3F-8060-27614E685B83}" type="presParOf" srcId="{469DD530-92C9-470E-8571-BDBF5EB10D3B}" destId="{28987C3C-B7F3-4DFD-B5D9-72793AA562F2}" srcOrd="1" destOrd="0" presId="urn:microsoft.com/office/officeart/2005/8/layout/hierarchy1"/>
    <dgm:cxn modelId="{42EFD295-F68F-48B0-8ABA-641AFE660137}" type="presParOf" srcId="{9451173C-97A6-417E-BB38-EC636A9F83F6}" destId="{4CEE7319-16BC-44D2-B3C7-21ABA64E3845}" srcOrd="1" destOrd="0" presId="urn:microsoft.com/office/officeart/2005/8/layout/hierarchy1"/>
    <dgm:cxn modelId="{E5128720-184E-4C4E-84A7-2C2F93428714}" type="presParOf" srcId="{2BDF5438-36C1-415C-B701-BACA7A82F4DE}" destId="{421C1E51-2ADD-439F-964C-0563B40CBE44}" srcOrd="3" destOrd="0" presId="urn:microsoft.com/office/officeart/2005/8/layout/hierarchy1"/>
    <dgm:cxn modelId="{434336A3-FF89-46F2-882D-E9E20792EE06}" type="presParOf" srcId="{421C1E51-2ADD-439F-964C-0563B40CBE44}" destId="{F9CE1DD2-FE4D-442D-98CC-D5FDEDA49787}" srcOrd="0" destOrd="0" presId="urn:microsoft.com/office/officeart/2005/8/layout/hierarchy1"/>
    <dgm:cxn modelId="{CA69B9B1-FB7B-4A90-A325-8AF8BB1FF89B}" type="presParOf" srcId="{F9CE1DD2-FE4D-442D-98CC-D5FDEDA49787}" destId="{A7F64C57-5859-4441-919D-9B9D3694D4A3}" srcOrd="0" destOrd="0" presId="urn:microsoft.com/office/officeart/2005/8/layout/hierarchy1"/>
    <dgm:cxn modelId="{A099DE9D-AF4E-47C9-9167-BF2199D51EB2}" type="presParOf" srcId="{F9CE1DD2-FE4D-442D-98CC-D5FDEDA49787}" destId="{F40A6F2E-0752-4A97-B125-32D1D46F96C5}" srcOrd="1" destOrd="0" presId="urn:microsoft.com/office/officeart/2005/8/layout/hierarchy1"/>
    <dgm:cxn modelId="{D2C36C9D-A8C7-4511-87B8-953B2E8E6330}" type="presParOf" srcId="{421C1E51-2ADD-439F-964C-0563B40CBE44}" destId="{AF3C12C5-67F0-4B4F-9E21-4E5D81182FC3}" srcOrd="1" destOrd="0" presId="urn:microsoft.com/office/officeart/2005/8/layout/hierarchy1"/>
    <dgm:cxn modelId="{A86BC987-8783-44F5-94FE-E83771A15141}" type="presParOf" srcId="{2BDF5438-36C1-415C-B701-BACA7A82F4DE}" destId="{13845B4D-30C7-4B95-A1A3-91537879303F}" srcOrd="4" destOrd="0" presId="urn:microsoft.com/office/officeart/2005/8/layout/hierarchy1"/>
    <dgm:cxn modelId="{BFE6B34C-DAE4-4998-8250-1D4FFF1CAE48}" type="presParOf" srcId="{13845B4D-30C7-4B95-A1A3-91537879303F}" destId="{8FA3437B-4736-4736-99E7-AC801FBFBE2C}" srcOrd="0" destOrd="0" presId="urn:microsoft.com/office/officeart/2005/8/layout/hierarchy1"/>
    <dgm:cxn modelId="{BE78298B-37C8-4F37-9FE7-D903C2DECBFF}" type="presParOf" srcId="{8FA3437B-4736-4736-99E7-AC801FBFBE2C}" destId="{751EBFA4-0697-40CD-B060-A53B2ABDF265}" srcOrd="0" destOrd="0" presId="urn:microsoft.com/office/officeart/2005/8/layout/hierarchy1"/>
    <dgm:cxn modelId="{5A0DD2E3-0F25-4239-A93B-454167D53E2F}" type="presParOf" srcId="{8FA3437B-4736-4736-99E7-AC801FBFBE2C}" destId="{B84F276E-B468-4ADC-A7C8-059B72269028}" srcOrd="1" destOrd="0" presId="urn:microsoft.com/office/officeart/2005/8/layout/hierarchy1"/>
    <dgm:cxn modelId="{253E6C02-3803-4016-B4B4-7DD018BDD2D2}" type="presParOf" srcId="{13845B4D-30C7-4B95-A1A3-91537879303F}" destId="{868622D5-3EE2-4840-86AF-AC1F114EF04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1.xml><?xml version="1.0" encoding="utf-8"?>
<dgm:dataModel xmlns:dgm="http://schemas.openxmlformats.org/drawingml/2006/diagram" xmlns:a="http://schemas.openxmlformats.org/drawingml/2006/main">
  <dgm:ptLst>
    <dgm:pt modelId="{8007ACA2-0433-4D56-BCF4-8C3AFEBBE158}" type="doc">
      <dgm:prSet loTypeId="urn:microsoft.com/office/officeart/2005/8/layout/default" loCatId="list" qsTypeId="urn:microsoft.com/office/officeart/2005/8/quickstyle/simple4" qsCatId="simple" csTypeId="urn:microsoft.com/office/officeart/2005/8/colors/accent3_2" csCatId="accent3" phldr="1"/>
      <dgm:spPr/>
      <dgm:t>
        <a:bodyPr/>
        <a:lstStyle/>
        <a:p>
          <a:endParaRPr lang="en-US"/>
        </a:p>
      </dgm:t>
    </dgm:pt>
    <dgm:pt modelId="{DCC7A334-C76A-451D-89C4-C27F213788CA}">
      <dgm:prSet custT="1"/>
      <dgm:spPr>
        <a:solidFill>
          <a:srgbClr val="5F0229"/>
        </a:solidFill>
      </dgm:spPr>
      <dgm:t>
        <a:bodyPr/>
        <a:lstStyle/>
        <a:p>
          <a:r>
            <a:rPr lang="en-GB" sz="3200" dirty="0"/>
            <a:t>Cloud Hub</a:t>
          </a:r>
          <a:endParaRPr lang="en-US" sz="3200" dirty="0"/>
        </a:p>
      </dgm:t>
    </dgm:pt>
    <dgm:pt modelId="{F76F916A-075F-4A83-B70B-AA1CF99A28F9}" type="parTrans" cxnId="{97F8247B-7C21-4A12-80F2-A9853470E00B}">
      <dgm:prSet/>
      <dgm:spPr/>
      <dgm:t>
        <a:bodyPr/>
        <a:lstStyle/>
        <a:p>
          <a:endParaRPr lang="en-US"/>
        </a:p>
      </dgm:t>
    </dgm:pt>
    <dgm:pt modelId="{85B1F2D0-E3EE-4C1D-92A5-1072BE5B52D1}" type="sibTrans" cxnId="{97F8247B-7C21-4A12-80F2-A9853470E00B}">
      <dgm:prSet/>
      <dgm:spPr/>
      <dgm:t>
        <a:bodyPr/>
        <a:lstStyle/>
        <a:p>
          <a:endParaRPr lang="en-US"/>
        </a:p>
      </dgm:t>
    </dgm:pt>
    <dgm:pt modelId="{C559D688-631C-4C40-B48D-3C2474E0E311}">
      <dgm:prSet custT="1"/>
      <dgm:spPr>
        <a:solidFill>
          <a:srgbClr val="5F0229"/>
        </a:solidFill>
      </dgm:spPr>
      <dgm:t>
        <a:bodyPr/>
        <a:lstStyle/>
        <a:p>
          <a:r>
            <a:rPr lang="en-GB" sz="3200"/>
            <a:t>On Premises </a:t>
          </a:r>
          <a:r>
            <a:rPr lang="en-GB" sz="3200" dirty="0"/>
            <a:t>Runtime</a:t>
          </a:r>
          <a:endParaRPr lang="en-US" sz="3200" dirty="0"/>
        </a:p>
      </dgm:t>
    </dgm:pt>
    <dgm:pt modelId="{2436BDE7-BACF-472B-871A-BE012EB1417C}" type="parTrans" cxnId="{E5870028-E1B0-4DF1-BDF4-716415EA1FDF}">
      <dgm:prSet/>
      <dgm:spPr/>
      <dgm:t>
        <a:bodyPr/>
        <a:lstStyle/>
        <a:p>
          <a:endParaRPr lang="en-US"/>
        </a:p>
      </dgm:t>
    </dgm:pt>
    <dgm:pt modelId="{1CC2053A-7000-4CA9-8557-D1A36718657C}" type="sibTrans" cxnId="{E5870028-E1B0-4DF1-BDF4-716415EA1FDF}">
      <dgm:prSet/>
      <dgm:spPr/>
      <dgm:t>
        <a:bodyPr/>
        <a:lstStyle/>
        <a:p>
          <a:endParaRPr lang="en-US"/>
        </a:p>
      </dgm:t>
    </dgm:pt>
    <dgm:pt modelId="{B82B5B87-7872-46FA-AC7A-4C4240B8BC8C}">
      <dgm:prSet custT="1"/>
      <dgm:spPr>
        <a:solidFill>
          <a:srgbClr val="5F0229"/>
        </a:solidFill>
      </dgm:spPr>
      <dgm:t>
        <a:bodyPr/>
        <a:lstStyle/>
        <a:p>
          <a:r>
            <a:rPr lang="en-GB" sz="3200"/>
            <a:t>Runtime Fabric (RTF)</a:t>
          </a:r>
          <a:endParaRPr lang="en-US" sz="3200"/>
        </a:p>
      </dgm:t>
    </dgm:pt>
    <dgm:pt modelId="{1E6206EA-E072-4B83-8DE4-09D9B4AB2108}" type="parTrans" cxnId="{05777744-6CF7-4B32-ACF6-85DD4C5C0221}">
      <dgm:prSet/>
      <dgm:spPr/>
      <dgm:t>
        <a:bodyPr/>
        <a:lstStyle/>
        <a:p>
          <a:endParaRPr lang="en-US"/>
        </a:p>
      </dgm:t>
    </dgm:pt>
    <dgm:pt modelId="{575D99F8-BBA5-4E8A-AFEA-06F5A6D12113}" type="sibTrans" cxnId="{05777744-6CF7-4B32-ACF6-85DD4C5C0221}">
      <dgm:prSet/>
      <dgm:spPr/>
      <dgm:t>
        <a:bodyPr/>
        <a:lstStyle/>
        <a:p>
          <a:endParaRPr lang="en-US"/>
        </a:p>
      </dgm:t>
    </dgm:pt>
    <dgm:pt modelId="{48CCF57C-79B7-4216-8FE2-2F42D69B9C86}">
      <dgm:prSet custT="1"/>
      <dgm:spPr>
        <a:solidFill>
          <a:srgbClr val="5F0229"/>
        </a:solidFill>
      </dgm:spPr>
      <dgm:t>
        <a:bodyPr/>
        <a:lstStyle/>
        <a:p>
          <a:r>
            <a:rPr lang="en-GB" sz="3200" dirty="0"/>
            <a:t>Hybrid deployments</a:t>
          </a:r>
          <a:endParaRPr lang="en-US" sz="3200" dirty="0"/>
        </a:p>
      </dgm:t>
    </dgm:pt>
    <dgm:pt modelId="{ED3B7E38-6E3F-491E-B12A-AA07EE951902}" type="parTrans" cxnId="{19B03E13-B7DA-46C2-AF04-13E7549FC3DB}">
      <dgm:prSet/>
      <dgm:spPr/>
      <dgm:t>
        <a:bodyPr/>
        <a:lstStyle/>
        <a:p>
          <a:endParaRPr lang="en-US"/>
        </a:p>
      </dgm:t>
    </dgm:pt>
    <dgm:pt modelId="{2E476AC8-4CAF-47E0-B451-87DC46366539}" type="sibTrans" cxnId="{19B03E13-B7DA-46C2-AF04-13E7549FC3DB}">
      <dgm:prSet/>
      <dgm:spPr/>
      <dgm:t>
        <a:bodyPr/>
        <a:lstStyle/>
        <a:p>
          <a:endParaRPr lang="en-US"/>
        </a:p>
      </dgm:t>
    </dgm:pt>
    <dgm:pt modelId="{9432EBE6-69A1-4815-8593-0CBDC1A1DA9B}">
      <dgm:prSet custT="1"/>
      <dgm:spPr>
        <a:solidFill>
          <a:srgbClr val="5F0229"/>
        </a:solidFill>
      </dgm:spPr>
      <dgm:t>
        <a:bodyPr/>
        <a:lstStyle/>
        <a:p>
          <a:r>
            <a:rPr lang="en-GB" sz="3200" dirty="0"/>
            <a:t>Managed via Runtime Manager</a:t>
          </a:r>
          <a:endParaRPr lang="en-US" sz="3200" dirty="0"/>
        </a:p>
      </dgm:t>
    </dgm:pt>
    <dgm:pt modelId="{56B5EF3B-D576-4200-BBC1-0CF9629E1388}" type="parTrans" cxnId="{811A2358-6F2F-4330-A3FA-59582D040A8A}">
      <dgm:prSet/>
      <dgm:spPr/>
      <dgm:t>
        <a:bodyPr/>
        <a:lstStyle/>
        <a:p>
          <a:endParaRPr lang="en-US"/>
        </a:p>
      </dgm:t>
    </dgm:pt>
    <dgm:pt modelId="{D969BAB7-210E-4F68-B04B-8868D6E5E4AC}" type="sibTrans" cxnId="{811A2358-6F2F-4330-A3FA-59582D040A8A}">
      <dgm:prSet/>
      <dgm:spPr/>
      <dgm:t>
        <a:bodyPr/>
        <a:lstStyle/>
        <a:p>
          <a:endParaRPr lang="en-US"/>
        </a:p>
      </dgm:t>
    </dgm:pt>
    <dgm:pt modelId="{E2E51897-CCE8-402A-9317-49942EE438CC}" type="pres">
      <dgm:prSet presAssocID="{8007ACA2-0433-4D56-BCF4-8C3AFEBBE158}" presName="diagram" presStyleCnt="0">
        <dgm:presLayoutVars>
          <dgm:dir/>
          <dgm:resizeHandles val="exact"/>
        </dgm:presLayoutVars>
      </dgm:prSet>
      <dgm:spPr/>
    </dgm:pt>
    <dgm:pt modelId="{3491E7D5-0938-41F4-BB2A-CDE633387917}" type="pres">
      <dgm:prSet presAssocID="{DCC7A334-C76A-451D-89C4-C27F213788CA}" presName="node" presStyleLbl="node1" presStyleIdx="0" presStyleCnt="5">
        <dgm:presLayoutVars>
          <dgm:bulletEnabled val="1"/>
        </dgm:presLayoutVars>
      </dgm:prSet>
      <dgm:spPr/>
    </dgm:pt>
    <dgm:pt modelId="{8E091AD1-9049-4837-9DC6-5F713F544866}" type="pres">
      <dgm:prSet presAssocID="{85B1F2D0-E3EE-4C1D-92A5-1072BE5B52D1}" presName="sibTrans" presStyleCnt="0"/>
      <dgm:spPr/>
    </dgm:pt>
    <dgm:pt modelId="{F616378A-8A61-4667-B365-62E897835DDD}" type="pres">
      <dgm:prSet presAssocID="{C559D688-631C-4C40-B48D-3C2474E0E311}" presName="node" presStyleLbl="node1" presStyleIdx="1" presStyleCnt="5">
        <dgm:presLayoutVars>
          <dgm:bulletEnabled val="1"/>
        </dgm:presLayoutVars>
      </dgm:prSet>
      <dgm:spPr/>
    </dgm:pt>
    <dgm:pt modelId="{BC072A45-0C57-4A4B-954D-BC255C4949E4}" type="pres">
      <dgm:prSet presAssocID="{1CC2053A-7000-4CA9-8557-D1A36718657C}" presName="sibTrans" presStyleCnt="0"/>
      <dgm:spPr/>
    </dgm:pt>
    <dgm:pt modelId="{271DA102-924E-4093-A835-1C50FAE73575}" type="pres">
      <dgm:prSet presAssocID="{B82B5B87-7872-46FA-AC7A-4C4240B8BC8C}" presName="node" presStyleLbl="node1" presStyleIdx="2" presStyleCnt="5">
        <dgm:presLayoutVars>
          <dgm:bulletEnabled val="1"/>
        </dgm:presLayoutVars>
      </dgm:prSet>
      <dgm:spPr/>
    </dgm:pt>
    <dgm:pt modelId="{F4A20B66-94BC-4AB9-84FA-92A6A84F4ABA}" type="pres">
      <dgm:prSet presAssocID="{575D99F8-BBA5-4E8A-AFEA-06F5A6D12113}" presName="sibTrans" presStyleCnt="0"/>
      <dgm:spPr/>
    </dgm:pt>
    <dgm:pt modelId="{84EADB89-A900-4084-B759-D452F787A7D2}" type="pres">
      <dgm:prSet presAssocID="{48CCF57C-79B7-4216-8FE2-2F42D69B9C86}" presName="node" presStyleLbl="node1" presStyleIdx="3" presStyleCnt="5">
        <dgm:presLayoutVars>
          <dgm:bulletEnabled val="1"/>
        </dgm:presLayoutVars>
      </dgm:prSet>
      <dgm:spPr/>
    </dgm:pt>
    <dgm:pt modelId="{D00AF3BF-304D-48AF-B711-8FC74180EAC1}" type="pres">
      <dgm:prSet presAssocID="{2E476AC8-4CAF-47E0-B451-87DC46366539}" presName="sibTrans" presStyleCnt="0"/>
      <dgm:spPr/>
    </dgm:pt>
    <dgm:pt modelId="{78764AD2-6E5A-4790-A189-CA90B06B9C69}" type="pres">
      <dgm:prSet presAssocID="{9432EBE6-69A1-4815-8593-0CBDC1A1DA9B}" presName="node" presStyleLbl="node1" presStyleIdx="4" presStyleCnt="5">
        <dgm:presLayoutVars>
          <dgm:bulletEnabled val="1"/>
        </dgm:presLayoutVars>
      </dgm:prSet>
      <dgm:spPr/>
    </dgm:pt>
  </dgm:ptLst>
  <dgm:cxnLst>
    <dgm:cxn modelId="{19B03E13-B7DA-46C2-AF04-13E7549FC3DB}" srcId="{8007ACA2-0433-4D56-BCF4-8C3AFEBBE158}" destId="{48CCF57C-79B7-4216-8FE2-2F42D69B9C86}" srcOrd="3" destOrd="0" parTransId="{ED3B7E38-6E3F-491E-B12A-AA07EE951902}" sibTransId="{2E476AC8-4CAF-47E0-B451-87DC46366539}"/>
    <dgm:cxn modelId="{E5870028-E1B0-4DF1-BDF4-716415EA1FDF}" srcId="{8007ACA2-0433-4D56-BCF4-8C3AFEBBE158}" destId="{C559D688-631C-4C40-B48D-3C2474E0E311}" srcOrd="1" destOrd="0" parTransId="{2436BDE7-BACF-472B-871A-BE012EB1417C}" sibTransId="{1CC2053A-7000-4CA9-8557-D1A36718657C}"/>
    <dgm:cxn modelId="{CCB2515D-C08C-4530-AAF3-D7572DE5C32C}" type="presOf" srcId="{48CCF57C-79B7-4216-8FE2-2F42D69B9C86}" destId="{84EADB89-A900-4084-B759-D452F787A7D2}" srcOrd="0" destOrd="0" presId="urn:microsoft.com/office/officeart/2005/8/layout/default"/>
    <dgm:cxn modelId="{05777744-6CF7-4B32-ACF6-85DD4C5C0221}" srcId="{8007ACA2-0433-4D56-BCF4-8C3AFEBBE158}" destId="{B82B5B87-7872-46FA-AC7A-4C4240B8BC8C}" srcOrd="2" destOrd="0" parTransId="{1E6206EA-E072-4B83-8DE4-09D9B4AB2108}" sibTransId="{575D99F8-BBA5-4E8A-AFEA-06F5A6D12113}"/>
    <dgm:cxn modelId="{811A2358-6F2F-4330-A3FA-59582D040A8A}" srcId="{8007ACA2-0433-4D56-BCF4-8C3AFEBBE158}" destId="{9432EBE6-69A1-4815-8593-0CBDC1A1DA9B}" srcOrd="4" destOrd="0" parTransId="{56B5EF3B-D576-4200-BBC1-0CF9629E1388}" sibTransId="{D969BAB7-210E-4F68-B04B-8868D6E5E4AC}"/>
    <dgm:cxn modelId="{97F8247B-7C21-4A12-80F2-A9853470E00B}" srcId="{8007ACA2-0433-4D56-BCF4-8C3AFEBBE158}" destId="{DCC7A334-C76A-451D-89C4-C27F213788CA}" srcOrd="0" destOrd="0" parTransId="{F76F916A-075F-4A83-B70B-AA1CF99A28F9}" sibTransId="{85B1F2D0-E3EE-4C1D-92A5-1072BE5B52D1}"/>
    <dgm:cxn modelId="{44936A97-F4FD-458A-9BB4-DCEB95C230AD}" type="presOf" srcId="{C559D688-631C-4C40-B48D-3C2474E0E311}" destId="{F616378A-8A61-4667-B365-62E897835DDD}" srcOrd="0" destOrd="0" presId="urn:microsoft.com/office/officeart/2005/8/layout/default"/>
    <dgm:cxn modelId="{0E67809C-5658-408A-98E0-90EF8D64F927}" type="presOf" srcId="{9432EBE6-69A1-4815-8593-0CBDC1A1DA9B}" destId="{78764AD2-6E5A-4790-A189-CA90B06B9C69}" srcOrd="0" destOrd="0" presId="urn:microsoft.com/office/officeart/2005/8/layout/default"/>
    <dgm:cxn modelId="{0592C1A8-F2C5-4ABC-BDF0-9A859D9C9731}" type="presOf" srcId="{8007ACA2-0433-4D56-BCF4-8C3AFEBBE158}" destId="{E2E51897-CCE8-402A-9317-49942EE438CC}" srcOrd="0" destOrd="0" presId="urn:microsoft.com/office/officeart/2005/8/layout/default"/>
    <dgm:cxn modelId="{FAB60AEA-CD83-49CF-B352-4A37A2BA61A8}" type="presOf" srcId="{B82B5B87-7872-46FA-AC7A-4C4240B8BC8C}" destId="{271DA102-924E-4093-A835-1C50FAE73575}" srcOrd="0" destOrd="0" presId="urn:microsoft.com/office/officeart/2005/8/layout/default"/>
    <dgm:cxn modelId="{11A2FBF3-6D35-42A0-946D-D78720FC4637}" type="presOf" srcId="{DCC7A334-C76A-451D-89C4-C27F213788CA}" destId="{3491E7D5-0938-41F4-BB2A-CDE633387917}" srcOrd="0" destOrd="0" presId="urn:microsoft.com/office/officeart/2005/8/layout/default"/>
    <dgm:cxn modelId="{D2A5353A-E30D-4AF7-87A7-B2FFB634789B}" type="presParOf" srcId="{E2E51897-CCE8-402A-9317-49942EE438CC}" destId="{3491E7D5-0938-41F4-BB2A-CDE633387917}" srcOrd="0" destOrd="0" presId="urn:microsoft.com/office/officeart/2005/8/layout/default"/>
    <dgm:cxn modelId="{2A965959-BC64-4F44-90FC-FCF2D9CF517E}" type="presParOf" srcId="{E2E51897-CCE8-402A-9317-49942EE438CC}" destId="{8E091AD1-9049-4837-9DC6-5F713F544866}" srcOrd="1" destOrd="0" presId="urn:microsoft.com/office/officeart/2005/8/layout/default"/>
    <dgm:cxn modelId="{3707F2C1-E052-4224-BDE1-339E921271C4}" type="presParOf" srcId="{E2E51897-CCE8-402A-9317-49942EE438CC}" destId="{F616378A-8A61-4667-B365-62E897835DDD}" srcOrd="2" destOrd="0" presId="urn:microsoft.com/office/officeart/2005/8/layout/default"/>
    <dgm:cxn modelId="{1BCF0904-AF9B-4B00-809C-02DE82D23C48}" type="presParOf" srcId="{E2E51897-CCE8-402A-9317-49942EE438CC}" destId="{BC072A45-0C57-4A4B-954D-BC255C4949E4}" srcOrd="3" destOrd="0" presId="urn:microsoft.com/office/officeart/2005/8/layout/default"/>
    <dgm:cxn modelId="{58FE37EC-2098-456B-8E54-938476656191}" type="presParOf" srcId="{E2E51897-CCE8-402A-9317-49942EE438CC}" destId="{271DA102-924E-4093-A835-1C50FAE73575}" srcOrd="4" destOrd="0" presId="urn:microsoft.com/office/officeart/2005/8/layout/default"/>
    <dgm:cxn modelId="{2751D00F-F079-411E-85F3-095BE63F96B9}" type="presParOf" srcId="{E2E51897-CCE8-402A-9317-49942EE438CC}" destId="{F4A20B66-94BC-4AB9-84FA-92A6A84F4ABA}" srcOrd="5" destOrd="0" presId="urn:microsoft.com/office/officeart/2005/8/layout/default"/>
    <dgm:cxn modelId="{B7FC1FF0-FC32-42F7-B835-4A632072977E}" type="presParOf" srcId="{E2E51897-CCE8-402A-9317-49942EE438CC}" destId="{84EADB89-A900-4084-B759-D452F787A7D2}" srcOrd="6" destOrd="0" presId="urn:microsoft.com/office/officeart/2005/8/layout/default"/>
    <dgm:cxn modelId="{53B7DB55-B4D9-40F4-8826-74BE0B35A689}" type="presParOf" srcId="{E2E51897-CCE8-402A-9317-49942EE438CC}" destId="{D00AF3BF-304D-48AF-B711-8FC74180EAC1}" srcOrd="7" destOrd="0" presId="urn:microsoft.com/office/officeart/2005/8/layout/default"/>
    <dgm:cxn modelId="{CFD265F3-8DB3-440B-9C8D-6D1667060ACD}" type="presParOf" srcId="{E2E51897-CCE8-402A-9317-49942EE438CC}" destId="{78764AD2-6E5A-4790-A189-CA90B06B9C69}"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007ACA2-0433-4D56-BCF4-8C3AFEBBE158}" type="doc">
      <dgm:prSet loTypeId="urn:microsoft.com/office/officeart/2005/8/layout/pyramid2" loCatId="list" qsTypeId="urn:microsoft.com/office/officeart/2005/8/quickstyle/simple4" qsCatId="simple" csTypeId="urn:microsoft.com/office/officeart/2005/8/colors/accent2_2" csCatId="accent2" phldr="1"/>
      <dgm:spPr/>
      <dgm:t>
        <a:bodyPr/>
        <a:lstStyle/>
        <a:p>
          <a:endParaRPr lang="en-US"/>
        </a:p>
      </dgm:t>
    </dgm:pt>
    <dgm:pt modelId="{DCC7A334-C76A-451D-89C4-C27F213788CA}">
      <dgm:prSet/>
      <dgm:spPr/>
      <dgm:t>
        <a:bodyPr/>
        <a:lstStyle/>
        <a:p>
          <a:r>
            <a:rPr lang="en-IN"/>
            <a:t>Built-in Logs</a:t>
          </a:r>
          <a:endParaRPr lang="en-US"/>
        </a:p>
      </dgm:t>
    </dgm:pt>
    <dgm:pt modelId="{F76F916A-075F-4A83-B70B-AA1CF99A28F9}" type="parTrans" cxnId="{97F8247B-7C21-4A12-80F2-A9853470E00B}">
      <dgm:prSet/>
      <dgm:spPr/>
      <dgm:t>
        <a:bodyPr/>
        <a:lstStyle/>
        <a:p>
          <a:endParaRPr lang="en-US"/>
        </a:p>
      </dgm:t>
    </dgm:pt>
    <dgm:pt modelId="{85B1F2D0-E3EE-4C1D-92A5-1072BE5B52D1}" type="sibTrans" cxnId="{97F8247B-7C21-4A12-80F2-A9853470E00B}">
      <dgm:prSet/>
      <dgm:spPr/>
      <dgm:t>
        <a:bodyPr/>
        <a:lstStyle/>
        <a:p>
          <a:endParaRPr lang="en-US"/>
        </a:p>
      </dgm:t>
    </dgm:pt>
    <dgm:pt modelId="{304BBBD4-FFCD-4957-B43E-4CE73807135A}">
      <dgm:prSet/>
      <dgm:spPr/>
      <dgm:t>
        <a:bodyPr/>
        <a:lstStyle/>
        <a:p>
          <a:r>
            <a:rPr lang="en-IN"/>
            <a:t>Anypoint Monitoring</a:t>
          </a:r>
        </a:p>
      </dgm:t>
    </dgm:pt>
    <dgm:pt modelId="{A9F2FBA9-EA12-42D7-A7CF-7129B9F78852}" type="parTrans" cxnId="{25492A44-D1F7-4708-BA67-9CC73133C578}">
      <dgm:prSet/>
      <dgm:spPr/>
      <dgm:t>
        <a:bodyPr/>
        <a:lstStyle/>
        <a:p>
          <a:endParaRPr lang="en-IN"/>
        </a:p>
      </dgm:t>
    </dgm:pt>
    <dgm:pt modelId="{D996B6D6-E2BB-4C19-BAB5-D65A25591EFE}" type="sibTrans" cxnId="{25492A44-D1F7-4708-BA67-9CC73133C578}">
      <dgm:prSet/>
      <dgm:spPr/>
      <dgm:t>
        <a:bodyPr/>
        <a:lstStyle/>
        <a:p>
          <a:endParaRPr lang="en-IN"/>
        </a:p>
      </dgm:t>
    </dgm:pt>
    <dgm:pt modelId="{7F6825DD-F529-45A7-A648-FF2BD6AE3167}">
      <dgm:prSet/>
      <dgm:spPr/>
      <dgm:t>
        <a:bodyPr/>
        <a:lstStyle/>
        <a:p>
          <a:r>
            <a:rPr lang="en-IN"/>
            <a:t>Dashboard &amp; Alerting</a:t>
          </a:r>
        </a:p>
      </dgm:t>
    </dgm:pt>
    <dgm:pt modelId="{659E922B-2402-4EFB-929C-DA67A76F0DF8}" type="parTrans" cxnId="{583C94AA-FFF1-4495-8795-26052C327FDE}">
      <dgm:prSet/>
      <dgm:spPr/>
      <dgm:t>
        <a:bodyPr/>
        <a:lstStyle/>
        <a:p>
          <a:endParaRPr lang="en-IN"/>
        </a:p>
      </dgm:t>
    </dgm:pt>
    <dgm:pt modelId="{DE17EBBE-00D7-4EA1-9EC8-43FB74759F10}" type="sibTrans" cxnId="{583C94AA-FFF1-4495-8795-26052C327FDE}">
      <dgm:prSet/>
      <dgm:spPr/>
      <dgm:t>
        <a:bodyPr/>
        <a:lstStyle/>
        <a:p>
          <a:endParaRPr lang="en-IN"/>
        </a:p>
      </dgm:t>
    </dgm:pt>
    <dgm:pt modelId="{CD4DFC8B-7825-44F0-9030-D5CB49D6ED7D}">
      <dgm:prSet/>
      <dgm:spPr/>
      <dgm:t>
        <a:bodyPr/>
        <a:lstStyle/>
        <a:p>
          <a:r>
            <a:rPr lang="en-IN"/>
            <a:t>Distributed tracing via Visualizer</a:t>
          </a:r>
        </a:p>
      </dgm:t>
    </dgm:pt>
    <dgm:pt modelId="{CF6111DC-0F7C-4317-BA67-29268058581E}" type="parTrans" cxnId="{7DAD44A4-D484-44A0-B004-66CDEE02A59D}">
      <dgm:prSet/>
      <dgm:spPr/>
      <dgm:t>
        <a:bodyPr/>
        <a:lstStyle/>
        <a:p>
          <a:endParaRPr lang="en-IN"/>
        </a:p>
      </dgm:t>
    </dgm:pt>
    <dgm:pt modelId="{F4A3C6CE-1718-4546-9830-2E4B51B52576}" type="sibTrans" cxnId="{7DAD44A4-D484-44A0-B004-66CDEE02A59D}">
      <dgm:prSet/>
      <dgm:spPr/>
      <dgm:t>
        <a:bodyPr/>
        <a:lstStyle/>
        <a:p>
          <a:endParaRPr lang="en-IN"/>
        </a:p>
      </dgm:t>
    </dgm:pt>
    <dgm:pt modelId="{EC62D36B-F2B5-484E-A6E2-DCF44D05F0C9}" type="pres">
      <dgm:prSet presAssocID="{8007ACA2-0433-4D56-BCF4-8C3AFEBBE158}" presName="compositeShape" presStyleCnt="0">
        <dgm:presLayoutVars>
          <dgm:dir/>
          <dgm:resizeHandles/>
        </dgm:presLayoutVars>
      </dgm:prSet>
      <dgm:spPr/>
    </dgm:pt>
    <dgm:pt modelId="{C320076D-DA8A-4CAC-BC26-D560D4E6858C}" type="pres">
      <dgm:prSet presAssocID="{8007ACA2-0433-4D56-BCF4-8C3AFEBBE158}" presName="pyramid" presStyleLbl="node1" presStyleIdx="0" presStyleCnt="1"/>
      <dgm:spPr/>
    </dgm:pt>
    <dgm:pt modelId="{F09C6A77-F88F-4B6C-B401-33708346646F}" type="pres">
      <dgm:prSet presAssocID="{8007ACA2-0433-4D56-BCF4-8C3AFEBBE158}" presName="theList" presStyleCnt="0"/>
      <dgm:spPr/>
    </dgm:pt>
    <dgm:pt modelId="{3878CC63-8608-4FB8-8608-92B075143D5D}" type="pres">
      <dgm:prSet presAssocID="{DCC7A334-C76A-451D-89C4-C27F213788CA}" presName="aNode" presStyleLbl="fgAcc1" presStyleIdx="0" presStyleCnt="4">
        <dgm:presLayoutVars>
          <dgm:bulletEnabled val="1"/>
        </dgm:presLayoutVars>
      </dgm:prSet>
      <dgm:spPr/>
    </dgm:pt>
    <dgm:pt modelId="{AEAC62EC-3515-4F94-9020-440786739B04}" type="pres">
      <dgm:prSet presAssocID="{DCC7A334-C76A-451D-89C4-C27F213788CA}" presName="aSpace" presStyleCnt="0"/>
      <dgm:spPr/>
    </dgm:pt>
    <dgm:pt modelId="{BC60EFF0-D36A-4169-89FC-B40943F978B6}" type="pres">
      <dgm:prSet presAssocID="{304BBBD4-FFCD-4957-B43E-4CE73807135A}" presName="aNode" presStyleLbl="fgAcc1" presStyleIdx="1" presStyleCnt="4">
        <dgm:presLayoutVars>
          <dgm:bulletEnabled val="1"/>
        </dgm:presLayoutVars>
      </dgm:prSet>
      <dgm:spPr/>
    </dgm:pt>
    <dgm:pt modelId="{0D847B5D-5FFD-46A1-9B11-9D41136EAEAE}" type="pres">
      <dgm:prSet presAssocID="{304BBBD4-FFCD-4957-B43E-4CE73807135A}" presName="aSpace" presStyleCnt="0"/>
      <dgm:spPr/>
    </dgm:pt>
    <dgm:pt modelId="{4357B8CE-0A1B-440C-9DFB-F36F0EB65B34}" type="pres">
      <dgm:prSet presAssocID="{7F6825DD-F529-45A7-A648-FF2BD6AE3167}" presName="aNode" presStyleLbl="fgAcc1" presStyleIdx="2" presStyleCnt="4">
        <dgm:presLayoutVars>
          <dgm:bulletEnabled val="1"/>
        </dgm:presLayoutVars>
      </dgm:prSet>
      <dgm:spPr/>
    </dgm:pt>
    <dgm:pt modelId="{5FAD4179-3AC5-430E-BA2C-68B9F80DB178}" type="pres">
      <dgm:prSet presAssocID="{7F6825DD-F529-45A7-A648-FF2BD6AE3167}" presName="aSpace" presStyleCnt="0"/>
      <dgm:spPr/>
    </dgm:pt>
    <dgm:pt modelId="{68466848-75B8-4582-B540-B341C3295676}" type="pres">
      <dgm:prSet presAssocID="{CD4DFC8B-7825-44F0-9030-D5CB49D6ED7D}" presName="aNode" presStyleLbl="fgAcc1" presStyleIdx="3" presStyleCnt="4">
        <dgm:presLayoutVars>
          <dgm:bulletEnabled val="1"/>
        </dgm:presLayoutVars>
      </dgm:prSet>
      <dgm:spPr/>
    </dgm:pt>
    <dgm:pt modelId="{890D8AF9-D7F6-4863-9C09-86F6F0A40AE1}" type="pres">
      <dgm:prSet presAssocID="{CD4DFC8B-7825-44F0-9030-D5CB49D6ED7D}" presName="aSpace" presStyleCnt="0"/>
      <dgm:spPr/>
    </dgm:pt>
  </dgm:ptLst>
  <dgm:cxnLst>
    <dgm:cxn modelId="{705D332D-396E-4A58-91CB-35AA7A881BCF}" type="presOf" srcId="{8007ACA2-0433-4D56-BCF4-8C3AFEBBE158}" destId="{EC62D36B-F2B5-484E-A6E2-DCF44D05F0C9}" srcOrd="0" destOrd="0" presId="urn:microsoft.com/office/officeart/2005/8/layout/pyramid2"/>
    <dgm:cxn modelId="{25492A44-D1F7-4708-BA67-9CC73133C578}" srcId="{8007ACA2-0433-4D56-BCF4-8C3AFEBBE158}" destId="{304BBBD4-FFCD-4957-B43E-4CE73807135A}" srcOrd="1" destOrd="0" parTransId="{A9F2FBA9-EA12-42D7-A7CF-7129B9F78852}" sibTransId="{D996B6D6-E2BB-4C19-BAB5-D65A25591EFE}"/>
    <dgm:cxn modelId="{A89FF04F-80CC-4D82-9089-E92AF1847CAE}" type="presOf" srcId="{304BBBD4-FFCD-4957-B43E-4CE73807135A}" destId="{BC60EFF0-D36A-4169-89FC-B40943F978B6}" srcOrd="0" destOrd="0" presId="urn:microsoft.com/office/officeart/2005/8/layout/pyramid2"/>
    <dgm:cxn modelId="{97F8247B-7C21-4A12-80F2-A9853470E00B}" srcId="{8007ACA2-0433-4D56-BCF4-8C3AFEBBE158}" destId="{DCC7A334-C76A-451D-89C4-C27F213788CA}" srcOrd="0" destOrd="0" parTransId="{F76F916A-075F-4A83-B70B-AA1CF99A28F9}" sibTransId="{85B1F2D0-E3EE-4C1D-92A5-1072BE5B52D1}"/>
    <dgm:cxn modelId="{DB55787C-D655-45B5-BC0C-2A0D07547A09}" type="presOf" srcId="{DCC7A334-C76A-451D-89C4-C27F213788CA}" destId="{3878CC63-8608-4FB8-8608-92B075143D5D}" srcOrd="0" destOrd="0" presId="urn:microsoft.com/office/officeart/2005/8/layout/pyramid2"/>
    <dgm:cxn modelId="{D5F0FB8C-8521-4425-B82D-5E82F1344D06}" type="presOf" srcId="{CD4DFC8B-7825-44F0-9030-D5CB49D6ED7D}" destId="{68466848-75B8-4582-B540-B341C3295676}" srcOrd="0" destOrd="0" presId="urn:microsoft.com/office/officeart/2005/8/layout/pyramid2"/>
    <dgm:cxn modelId="{7DAD44A4-D484-44A0-B004-66CDEE02A59D}" srcId="{8007ACA2-0433-4D56-BCF4-8C3AFEBBE158}" destId="{CD4DFC8B-7825-44F0-9030-D5CB49D6ED7D}" srcOrd="3" destOrd="0" parTransId="{CF6111DC-0F7C-4317-BA67-29268058581E}" sibTransId="{F4A3C6CE-1718-4546-9830-2E4B51B52576}"/>
    <dgm:cxn modelId="{EC26C4A8-7DC0-4B59-842E-871B8E8B7131}" type="presOf" srcId="{7F6825DD-F529-45A7-A648-FF2BD6AE3167}" destId="{4357B8CE-0A1B-440C-9DFB-F36F0EB65B34}" srcOrd="0" destOrd="0" presId="urn:microsoft.com/office/officeart/2005/8/layout/pyramid2"/>
    <dgm:cxn modelId="{583C94AA-FFF1-4495-8795-26052C327FDE}" srcId="{8007ACA2-0433-4D56-BCF4-8C3AFEBBE158}" destId="{7F6825DD-F529-45A7-A648-FF2BD6AE3167}" srcOrd="2" destOrd="0" parTransId="{659E922B-2402-4EFB-929C-DA67A76F0DF8}" sibTransId="{DE17EBBE-00D7-4EA1-9EC8-43FB74759F10}"/>
    <dgm:cxn modelId="{909A364A-A0B2-4AC3-A37C-081F0A4D11B5}" type="presParOf" srcId="{EC62D36B-F2B5-484E-A6E2-DCF44D05F0C9}" destId="{C320076D-DA8A-4CAC-BC26-D560D4E6858C}" srcOrd="0" destOrd="0" presId="urn:microsoft.com/office/officeart/2005/8/layout/pyramid2"/>
    <dgm:cxn modelId="{7B2B0838-09EF-4655-850D-781DC48794B4}" type="presParOf" srcId="{EC62D36B-F2B5-484E-A6E2-DCF44D05F0C9}" destId="{F09C6A77-F88F-4B6C-B401-33708346646F}" srcOrd="1" destOrd="0" presId="urn:microsoft.com/office/officeart/2005/8/layout/pyramid2"/>
    <dgm:cxn modelId="{82131FAC-F22D-4DDD-86C0-AA7BD97F2AD6}" type="presParOf" srcId="{F09C6A77-F88F-4B6C-B401-33708346646F}" destId="{3878CC63-8608-4FB8-8608-92B075143D5D}" srcOrd="0" destOrd="0" presId="urn:microsoft.com/office/officeart/2005/8/layout/pyramid2"/>
    <dgm:cxn modelId="{1EA194A6-BE81-4DC0-9C6D-7923D3161AAF}" type="presParOf" srcId="{F09C6A77-F88F-4B6C-B401-33708346646F}" destId="{AEAC62EC-3515-4F94-9020-440786739B04}" srcOrd="1" destOrd="0" presId="urn:microsoft.com/office/officeart/2005/8/layout/pyramid2"/>
    <dgm:cxn modelId="{AB4744BA-0C8D-4419-8935-5E806C3331A6}" type="presParOf" srcId="{F09C6A77-F88F-4B6C-B401-33708346646F}" destId="{BC60EFF0-D36A-4169-89FC-B40943F978B6}" srcOrd="2" destOrd="0" presId="urn:microsoft.com/office/officeart/2005/8/layout/pyramid2"/>
    <dgm:cxn modelId="{24496D1D-F549-4555-976B-54890F8A8462}" type="presParOf" srcId="{F09C6A77-F88F-4B6C-B401-33708346646F}" destId="{0D847B5D-5FFD-46A1-9B11-9D41136EAEAE}" srcOrd="3" destOrd="0" presId="urn:microsoft.com/office/officeart/2005/8/layout/pyramid2"/>
    <dgm:cxn modelId="{32998A92-A0E9-42D7-8B2E-BCBAA91B4FB5}" type="presParOf" srcId="{F09C6A77-F88F-4B6C-B401-33708346646F}" destId="{4357B8CE-0A1B-440C-9DFB-F36F0EB65B34}" srcOrd="4" destOrd="0" presId="urn:microsoft.com/office/officeart/2005/8/layout/pyramid2"/>
    <dgm:cxn modelId="{6A6D5FA0-A67C-4724-A5FA-5CBDE6631624}" type="presParOf" srcId="{F09C6A77-F88F-4B6C-B401-33708346646F}" destId="{5FAD4179-3AC5-430E-BA2C-68B9F80DB178}" srcOrd="5" destOrd="0" presId="urn:microsoft.com/office/officeart/2005/8/layout/pyramid2"/>
    <dgm:cxn modelId="{F2A518AE-4DE1-46CE-B325-8E2ADF0AE332}" type="presParOf" srcId="{F09C6A77-F88F-4B6C-B401-33708346646F}" destId="{68466848-75B8-4582-B540-B341C3295676}" srcOrd="6" destOrd="0" presId="urn:microsoft.com/office/officeart/2005/8/layout/pyramid2"/>
    <dgm:cxn modelId="{B7F1EC1E-2363-42DB-AFF9-C80C72AE85C2}" type="presParOf" srcId="{F09C6A77-F88F-4B6C-B401-33708346646F}" destId="{890D8AF9-D7F6-4863-9C09-86F6F0A40AE1}" srcOrd="7"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007ACA2-0433-4D56-BCF4-8C3AFEBBE158}" type="doc">
      <dgm:prSet loTypeId="urn:microsoft.com/office/officeart/2005/8/layout/pyramid2" loCatId="list" qsTypeId="urn:microsoft.com/office/officeart/2005/8/quickstyle/simple4" qsCatId="simple" csTypeId="urn:microsoft.com/office/officeart/2005/8/colors/accent2_2" csCatId="accent2" phldr="1"/>
      <dgm:spPr/>
      <dgm:t>
        <a:bodyPr/>
        <a:lstStyle/>
        <a:p>
          <a:endParaRPr lang="en-US"/>
        </a:p>
      </dgm:t>
    </dgm:pt>
    <dgm:pt modelId="{DCC7A334-C76A-451D-89C4-C27F213788CA}">
      <dgm:prSet/>
      <dgm:spPr/>
      <dgm:t>
        <a:bodyPr/>
        <a:lstStyle/>
        <a:p>
          <a:r>
            <a:rPr lang="en-IN"/>
            <a:t>OAuth 2.0, Basic Auth</a:t>
          </a:r>
          <a:endParaRPr lang="en-US"/>
        </a:p>
      </dgm:t>
    </dgm:pt>
    <dgm:pt modelId="{F76F916A-075F-4A83-B70B-AA1CF99A28F9}" type="parTrans" cxnId="{97F8247B-7C21-4A12-80F2-A9853470E00B}">
      <dgm:prSet/>
      <dgm:spPr/>
      <dgm:t>
        <a:bodyPr/>
        <a:lstStyle/>
        <a:p>
          <a:endParaRPr lang="en-US"/>
        </a:p>
      </dgm:t>
    </dgm:pt>
    <dgm:pt modelId="{85B1F2D0-E3EE-4C1D-92A5-1072BE5B52D1}" type="sibTrans" cxnId="{97F8247B-7C21-4A12-80F2-A9853470E00B}">
      <dgm:prSet/>
      <dgm:spPr/>
      <dgm:t>
        <a:bodyPr/>
        <a:lstStyle/>
        <a:p>
          <a:endParaRPr lang="en-US"/>
        </a:p>
      </dgm:t>
    </dgm:pt>
    <dgm:pt modelId="{D8BBCE44-939C-43FA-B33F-A7FA2A98C15C}">
      <dgm:prSet/>
      <dgm:spPr/>
      <dgm:t>
        <a:bodyPr/>
        <a:lstStyle/>
        <a:p>
          <a:r>
            <a:rPr lang="en-IN"/>
            <a:t>Client ID Enforcement</a:t>
          </a:r>
          <a:endParaRPr lang="en-IN" dirty="0"/>
        </a:p>
      </dgm:t>
    </dgm:pt>
    <dgm:pt modelId="{F5A6C3BD-9CC4-4CD7-AD99-83B981DB3D44}" type="parTrans" cxnId="{74D5CCDB-6810-4F20-BBD4-B36C6A413A16}">
      <dgm:prSet/>
      <dgm:spPr/>
      <dgm:t>
        <a:bodyPr/>
        <a:lstStyle/>
        <a:p>
          <a:endParaRPr lang="en-IN"/>
        </a:p>
      </dgm:t>
    </dgm:pt>
    <dgm:pt modelId="{A93BB038-D625-4400-BAF1-57E98E6CBECD}" type="sibTrans" cxnId="{74D5CCDB-6810-4F20-BBD4-B36C6A413A16}">
      <dgm:prSet/>
      <dgm:spPr/>
      <dgm:t>
        <a:bodyPr/>
        <a:lstStyle/>
        <a:p>
          <a:endParaRPr lang="en-IN"/>
        </a:p>
      </dgm:t>
    </dgm:pt>
    <dgm:pt modelId="{79A4297A-6889-4144-B0E6-58A39CE7A1E9}">
      <dgm:prSet/>
      <dgm:spPr/>
      <dgm:t>
        <a:bodyPr/>
        <a:lstStyle/>
        <a:p>
          <a:r>
            <a:rPr lang="en-IN"/>
            <a:t>Rate Limiting</a:t>
          </a:r>
          <a:endParaRPr lang="en-IN" dirty="0"/>
        </a:p>
      </dgm:t>
    </dgm:pt>
    <dgm:pt modelId="{7DF6C4FB-F821-40E2-A846-EF6D72882BE3}" type="parTrans" cxnId="{73BC65DA-5A60-4BE9-A88B-592EC625A15D}">
      <dgm:prSet/>
      <dgm:spPr/>
      <dgm:t>
        <a:bodyPr/>
        <a:lstStyle/>
        <a:p>
          <a:endParaRPr lang="en-IN"/>
        </a:p>
      </dgm:t>
    </dgm:pt>
    <dgm:pt modelId="{7C76299D-6BCD-4AA4-A937-F5D9E142CED9}" type="sibTrans" cxnId="{73BC65DA-5A60-4BE9-A88B-592EC625A15D}">
      <dgm:prSet/>
      <dgm:spPr/>
      <dgm:t>
        <a:bodyPr/>
        <a:lstStyle/>
        <a:p>
          <a:endParaRPr lang="en-IN"/>
        </a:p>
      </dgm:t>
    </dgm:pt>
    <dgm:pt modelId="{1A38FBB4-D08F-4BF2-8B5E-D002EC94A5DF}">
      <dgm:prSet/>
      <dgm:spPr/>
      <dgm:t>
        <a:bodyPr/>
        <a:lstStyle/>
        <a:p>
          <a:r>
            <a:rPr lang="en-IN"/>
            <a:t>SLA Tiers</a:t>
          </a:r>
          <a:endParaRPr lang="en-IN" dirty="0"/>
        </a:p>
      </dgm:t>
    </dgm:pt>
    <dgm:pt modelId="{F13B1394-F17B-4711-AEBD-3431B519D6A7}" type="parTrans" cxnId="{F8F3BDC6-918B-40A4-92E9-5577355E2A85}">
      <dgm:prSet/>
      <dgm:spPr/>
      <dgm:t>
        <a:bodyPr/>
        <a:lstStyle/>
        <a:p>
          <a:endParaRPr lang="en-IN"/>
        </a:p>
      </dgm:t>
    </dgm:pt>
    <dgm:pt modelId="{7EA34572-0DB5-4E9A-ACF0-A2753FCFF384}" type="sibTrans" cxnId="{F8F3BDC6-918B-40A4-92E9-5577355E2A85}">
      <dgm:prSet/>
      <dgm:spPr/>
      <dgm:t>
        <a:bodyPr/>
        <a:lstStyle/>
        <a:p>
          <a:endParaRPr lang="en-IN"/>
        </a:p>
      </dgm:t>
    </dgm:pt>
    <dgm:pt modelId="{39C8B04B-7F8E-4930-B083-4281BBF014FF}">
      <dgm:prSet/>
      <dgm:spPr/>
      <dgm:t>
        <a:bodyPr/>
        <a:lstStyle/>
        <a:p>
          <a:r>
            <a:rPr lang="en-IN"/>
            <a:t>TLS Mutual Auth</a:t>
          </a:r>
          <a:endParaRPr lang="en-IN" dirty="0"/>
        </a:p>
      </dgm:t>
    </dgm:pt>
    <dgm:pt modelId="{23135084-E82D-486E-AB1F-6D42BEBD28AA}" type="parTrans" cxnId="{B465FB06-EF60-4282-9A4F-232CEA8E291E}">
      <dgm:prSet/>
      <dgm:spPr/>
      <dgm:t>
        <a:bodyPr/>
        <a:lstStyle/>
        <a:p>
          <a:endParaRPr lang="en-IN"/>
        </a:p>
      </dgm:t>
    </dgm:pt>
    <dgm:pt modelId="{33890B85-5B41-49CE-B2AB-D485A5C9CADC}" type="sibTrans" cxnId="{B465FB06-EF60-4282-9A4F-232CEA8E291E}">
      <dgm:prSet/>
      <dgm:spPr/>
      <dgm:t>
        <a:bodyPr/>
        <a:lstStyle/>
        <a:p>
          <a:endParaRPr lang="en-IN"/>
        </a:p>
      </dgm:t>
    </dgm:pt>
    <dgm:pt modelId="{EC62D36B-F2B5-484E-A6E2-DCF44D05F0C9}" type="pres">
      <dgm:prSet presAssocID="{8007ACA2-0433-4D56-BCF4-8C3AFEBBE158}" presName="compositeShape" presStyleCnt="0">
        <dgm:presLayoutVars>
          <dgm:dir/>
          <dgm:resizeHandles/>
        </dgm:presLayoutVars>
      </dgm:prSet>
      <dgm:spPr/>
    </dgm:pt>
    <dgm:pt modelId="{C320076D-DA8A-4CAC-BC26-D560D4E6858C}" type="pres">
      <dgm:prSet presAssocID="{8007ACA2-0433-4D56-BCF4-8C3AFEBBE158}" presName="pyramid" presStyleLbl="node1" presStyleIdx="0" presStyleCnt="1"/>
      <dgm:spPr/>
    </dgm:pt>
    <dgm:pt modelId="{F09C6A77-F88F-4B6C-B401-33708346646F}" type="pres">
      <dgm:prSet presAssocID="{8007ACA2-0433-4D56-BCF4-8C3AFEBBE158}" presName="theList" presStyleCnt="0"/>
      <dgm:spPr/>
    </dgm:pt>
    <dgm:pt modelId="{3878CC63-8608-4FB8-8608-92B075143D5D}" type="pres">
      <dgm:prSet presAssocID="{DCC7A334-C76A-451D-89C4-C27F213788CA}" presName="aNode" presStyleLbl="fgAcc1" presStyleIdx="0" presStyleCnt="5">
        <dgm:presLayoutVars>
          <dgm:bulletEnabled val="1"/>
        </dgm:presLayoutVars>
      </dgm:prSet>
      <dgm:spPr/>
    </dgm:pt>
    <dgm:pt modelId="{AEAC62EC-3515-4F94-9020-440786739B04}" type="pres">
      <dgm:prSet presAssocID="{DCC7A334-C76A-451D-89C4-C27F213788CA}" presName="aSpace" presStyleCnt="0"/>
      <dgm:spPr/>
    </dgm:pt>
    <dgm:pt modelId="{496866D6-485F-4FC2-BCD2-E01749C2F489}" type="pres">
      <dgm:prSet presAssocID="{D8BBCE44-939C-43FA-B33F-A7FA2A98C15C}" presName="aNode" presStyleLbl="fgAcc1" presStyleIdx="1" presStyleCnt="5">
        <dgm:presLayoutVars>
          <dgm:bulletEnabled val="1"/>
        </dgm:presLayoutVars>
      </dgm:prSet>
      <dgm:spPr/>
    </dgm:pt>
    <dgm:pt modelId="{7C1B19F0-7274-41FD-B0BE-C776986A9244}" type="pres">
      <dgm:prSet presAssocID="{D8BBCE44-939C-43FA-B33F-A7FA2A98C15C}" presName="aSpace" presStyleCnt="0"/>
      <dgm:spPr/>
    </dgm:pt>
    <dgm:pt modelId="{E9432F2E-AFF9-4C7A-9B18-8BB698EBEABB}" type="pres">
      <dgm:prSet presAssocID="{79A4297A-6889-4144-B0E6-58A39CE7A1E9}" presName="aNode" presStyleLbl="fgAcc1" presStyleIdx="2" presStyleCnt="5">
        <dgm:presLayoutVars>
          <dgm:bulletEnabled val="1"/>
        </dgm:presLayoutVars>
      </dgm:prSet>
      <dgm:spPr/>
    </dgm:pt>
    <dgm:pt modelId="{D4DC22D9-300F-4530-843B-2BC9394BCA60}" type="pres">
      <dgm:prSet presAssocID="{79A4297A-6889-4144-B0E6-58A39CE7A1E9}" presName="aSpace" presStyleCnt="0"/>
      <dgm:spPr/>
    </dgm:pt>
    <dgm:pt modelId="{3351F7B5-5CD4-4809-B8CE-48B4B473A76C}" type="pres">
      <dgm:prSet presAssocID="{1A38FBB4-D08F-4BF2-8B5E-D002EC94A5DF}" presName="aNode" presStyleLbl="fgAcc1" presStyleIdx="3" presStyleCnt="5">
        <dgm:presLayoutVars>
          <dgm:bulletEnabled val="1"/>
        </dgm:presLayoutVars>
      </dgm:prSet>
      <dgm:spPr/>
    </dgm:pt>
    <dgm:pt modelId="{9CC8BA09-9379-4B83-80E9-7AD9F9AF33D9}" type="pres">
      <dgm:prSet presAssocID="{1A38FBB4-D08F-4BF2-8B5E-D002EC94A5DF}" presName="aSpace" presStyleCnt="0"/>
      <dgm:spPr/>
    </dgm:pt>
    <dgm:pt modelId="{8EEFD7FF-B64E-49FE-85F8-70869FBC9399}" type="pres">
      <dgm:prSet presAssocID="{39C8B04B-7F8E-4930-B083-4281BBF014FF}" presName="aNode" presStyleLbl="fgAcc1" presStyleIdx="4" presStyleCnt="5">
        <dgm:presLayoutVars>
          <dgm:bulletEnabled val="1"/>
        </dgm:presLayoutVars>
      </dgm:prSet>
      <dgm:spPr/>
    </dgm:pt>
    <dgm:pt modelId="{970BC633-D7B9-44F0-A38E-4B9D08C8FCF4}" type="pres">
      <dgm:prSet presAssocID="{39C8B04B-7F8E-4930-B083-4281BBF014FF}" presName="aSpace" presStyleCnt="0"/>
      <dgm:spPr/>
    </dgm:pt>
  </dgm:ptLst>
  <dgm:cxnLst>
    <dgm:cxn modelId="{B465FB06-EF60-4282-9A4F-232CEA8E291E}" srcId="{8007ACA2-0433-4D56-BCF4-8C3AFEBBE158}" destId="{39C8B04B-7F8E-4930-B083-4281BBF014FF}" srcOrd="4" destOrd="0" parTransId="{23135084-E82D-486E-AB1F-6D42BEBD28AA}" sibTransId="{33890B85-5B41-49CE-B2AB-D485A5C9CADC}"/>
    <dgm:cxn modelId="{D69E6B1A-EA73-4E4A-818A-F845A66AA96D}" type="presOf" srcId="{79A4297A-6889-4144-B0E6-58A39CE7A1E9}" destId="{E9432F2E-AFF9-4C7A-9B18-8BB698EBEABB}" srcOrd="0" destOrd="0" presId="urn:microsoft.com/office/officeart/2005/8/layout/pyramid2"/>
    <dgm:cxn modelId="{705D332D-396E-4A58-91CB-35AA7A881BCF}" type="presOf" srcId="{8007ACA2-0433-4D56-BCF4-8C3AFEBBE158}" destId="{EC62D36B-F2B5-484E-A6E2-DCF44D05F0C9}" srcOrd="0" destOrd="0" presId="urn:microsoft.com/office/officeart/2005/8/layout/pyramid2"/>
    <dgm:cxn modelId="{69BCDC68-03B4-4598-AA49-BB07A22087DA}" type="presOf" srcId="{D8BBCE44-939C-43FA-B33F-A7FA2A98C15C}" destId="{496866D6-485F-4FC2-BCD2-E01749C2F489}" srcOrd="0" destOrd="0" presId="urn:microsoft.com/office/officeart/2005/8/layout/pyramid2"/>
    <dgm:cxn modelId="{B75D894A-48F7-45BB-AA05-C67804723611}" type="presOf" srcId="{39C8B04B-7F8E-4930-B083-4281BBF014FF}" destId="{8EEFD7FF-B64E-49FE-85F8-70869FBC9399}" srcOrd="0" destOrd="0" presId="urn:microsoft.com/office/officeart/2005/8/layout/pyramid2"/>
    <dgm:cxn modelId="{97F8247B-7C21-4A12-80F2-A9853470E00B}" srcId="{8007ACA2-0433-4D56-BCF4-8C3AFEBBE158}" destId="{DCC7A334-C76A-451D-89C4-C27F213788CA}" srcOrd="0" destOrd="0" parTransId="{F76F916A-075F-4A83-B70B-AA1CF99A28F9}" sibTransId="{85B1F2D0-E3EE-4C1D-92A5-1072BE5B52D1}"/>
    <dgm:cxn modelId="{DB55787C-D655-45B5-BC0C-2A0D07547A09}" type="presOf" srcId="{DCC7A334-C76A-451D-89C4-C27F213788CA}" destId="{3878CC63-8608-4FB8-8608-92B075143D5D}" srcOrd="0" destOrd="0" presId="urn:microsoft.com/office/officeart/2005/8/layout/pyramid2"/>
    <dgm:cxn modelId="{8AC35894-7D08-41D7-BACF-2DE317A6065A}" type="presOf" srcId="{1A38FBB4-D08F-4BF2-8B5E-D002EC94A5DF}" destId="{3351F7B5-5CD4-4809-B8CE-48B4B473A76C}" srcOrd="0" destOrd="0" presId="urn:microsoft.com/office/officeart/2005/8/layout/pyramid2"/>
    <dgm:cxn modelId="{F8F3BDC6-918B-40A4-92E9-5577355E2A85}" srcId="{8007ACA2-0433-4D56-BCF4-8C3AFEBBE158}" destId="{1A38FBB4-D08F-4BF2-8B5E-D002EC94A5DF}" srcOrd="3" destOrd="0" parTransId="{F13B1394-F17B-4711-AEBD-3431B519D6A7}" sibTransId="{7EA34572-0DB5-4E9A-ACF0-A2753FCFF384}"/>
    <dgm:cxn modelId="{73BC65DA-5A60-4BE9-A88B-592EC625A15D}" srcId="{8007ACA2-0433-4D56-BCF4-8C3AFEBBE158}" destId="{79A4297A-6889-4144-B0E6-58A39CE7A1E9}" srcOrd="2" destOrd="0" parTransId="{7DF6C4FB-F821-40E2-A846-EF6D72882BE3}" sibTransId="{7C76299D-6BCD-4AA4-A937-F5D9E142CED9}"/>
    <dgm:cxn modelId="{74D5CCDB-6810-4F20-BBD4-B36C6A413A16}" srcId="{8007ACA2-0433-4D56-BCF4-8C3AFEBBE158}" destId="{D8BBCE44-939C-43FA-B33F-A7FA2A98C15C}" srcOrd="1" destOrd="0" parTransId="{F5A6C3BD-9CC4-4CD7-AD99-83B981DB3D44}" sibTransId="{A93BB038-D625-4400-BAF1-57E98E6CBECD}"/>
    <dgm:cxn modelId="{909A364A-A0B2-4AC3-A37C-081F0A4D11B5}" type="presParOf" srcId="{EC62D36B-F2B5-484E-A6E2-DCF44D05F0C9}" destId="{C320076D-DA8A-4CAC-BC26-D560D4E6858C}" srcOrd="0" destOrd="0" presId="urn:microsoft.com/office/officeart/2005/8/layout/pyramid2"/>
    <dgm:cxn modelId="{7B2B0838-09EF-4655-850D-781DC48794B4}" type="presParOf" srcId="{EC62D36B-F2B5-484E-A6E2-DCF44D05F0C9}" destId="{F09C6A77-F88F-4B6C-B401-33708346646F}" srcOrd="1" destOrd="0" presId="urn:microsoft.com/office/officeart/2005/8/layout/pyramid2"/>
    <dgm:cxn modelId="{82131FAC-F22D-4DDD-86C0-AA7BD97F2AD6}" type="presParOf" srcId="{F09C6A77-F88F-4B6C-B401-33708346646F}" destId="{3878CC63-8608-4FB8-8608-92B075143D5D}" srcOrd="0" destOrd="0" presId="urn:microsoft.com/office/officeart/2005/8/layout/pyramid2"/>
    <dgm:cxn modelId="{1EA194A6-BE81-4DC0-9C6D-7923D3161AAF}" type="presParOf" srcId="{F09C6A77-F88F-4B6C-B401-33708346646F}" destId="{AEAC62EC-3515-4F94-9020-440786739B04}" srcOrd="1" destOrd="0" presId="urn:microsoft.com/office/officeart/2005/8/layout/pyramid2"/>
    <dgm:cxn modelId="{46A99636-594B-4BCA-8E2D-1BB62F67C7C1}" type="presParOf" srcId="{F09C6A77-F88F-4B6C-B401-33708346646F}" destId="{496866D6-485F-4FC2-BCD2-E01749C2F489}" srcOrd="2" destOrd="0" presId="urn:microsoft.com/office/officeart/2005/8/layout/pyramid2"/>
    <dgm:cxn modelId="{97E7C033-EDBC-4A26-88B1-AA8ECC3CAC5A}" type="presParOf" srcId="{F09C6A77-F88F-4B6C-B401-33708346646F}" destId="{7C1B19F0-7274-41FD-B0BE-C776986A9244}" srcOrd="3" destOrd="0" presId="urn:microsoft.com/office/officeart/2005/8/layout/pyramid2"/>
    <dgm:cxn modelId="{3CCC9796-5DDE-4981-A969-840165DD4635}" type="presParOf" srcId="{F09C6A77-F88F-4B6C-B401-33708346646F}" destId="{E9432F2E-AFF9-4C7A-9B18-8BB698EBEABB}" srcOrd="4" destOrd="0" presId="urn:microsoft.com/office/officeart/2005/8/layout/pyramid2"/>
    <dgm:cxn modelId="{7AFF90DF-ED64-45B8-B04F-C6E14BA9FDD7}" type="presParOf" srcId="{F09C6A77-F88F-4B6C-B401-33708346646F}" destId="{D4DC22D9-300F-4530-843B-2BC9394BCA60}" srcOrd="5" destOrd="0" presId="urn:microsoft.com/office/officeart/2005/8/layout/pyramid2"/>
    <dgm:cxn modelId="{C5BD07C6-F419-42A8-82AA-2075426753B1}" type="presParOf" srcId="{F09C6A77-F88F-4B6C-B401-33708346646F}" destId="{3351F7B5-5CD4-4809-B8CE-48B4B473A76C}" srcOrd="6" destOrd="0" presId="urn:microsoft.com/office/officeart/2005/8/layout/pyramid2"/>
    <dgm:cxn modelId="{CCDED753-B877-46EC-BC84-3717F351C2AB}" type="presParOf" srcId="{F09C6A77-F88F-4B6C-B401-33708346646F}" destId="{9CC8BA09-9379-4B83-80E9-7AD9F9AF33D9}" srcOrd="7" destOrd="0" presId="urn:microsoft.com/office/officeart/2005/8/layout/pyramid2"/>
    <dgm:cxn modelId="{F76BF11B-D4E7-4922-AE9D-FB1955D649AA}" type="presParOf" srcId="{F09C6A77-F88F-4B6C-B401-33708346646F}" destId="{8EEFD7FF-B64E-49FE-85F8-70869FBC9399}" srcOrd="8" destOrd="0" presId="urn:microsoft.com/office/officeart/2005/8/layout/pyramid2"/>
    <dgm:cxn modelId="{8996DD3A-D072-45D8-97F2-7F46C5C80A4F}" type="presParOf" srcId="{F09C6A77-F88F-4B6C-B401-33708346646F}" destId="{970BC633-D7B9-44F0-A38E-4B9D08C8FCF4}"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17264C5-2D7C-4F37-95CF-27BA9E4D49D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1EE52D0-EEB5-4865-B1E0-7FC3DD16697C}">
      <dgm:prSet/>
      <dgm:spPr/>
      <dgm:t>
        <a:bodyPr/>
        <a:lstStyle/>
        <a:p>
          <a:r>
            <a:rPr lang="en-IN" b="1" i="0"/>
            <a:t>Major.Minor.Patch Structure:</a:t>
          </a:r>
          <a:br>
            <a:rPr lang="en-IN" b="0" i="0"/>
          </a:br>
          <a:r>
            <a:rPr lang="en-IN" b="0" i="0"/>
            <a:t> • Follows semantic versioning (e.g., 1.2.3)</a:t>
          </a:r>
          <a:br>
            <a:rPr lang="en-IN" b="0" i="0"/>
          </a:br>
          <a:r>
            <a:rPr lang="en-IN" b="0" i="0"/>
            <a:t> • Major: Breaking changes</a:t>
          </a:r>
          <a:br>
            <a:rPr lang="en-IN" b="0" i="0"/>
          </a:br>
          <a:r>
            <a:rPr lang="en-IN" b="0" i="0"/>
            <a:t> • Minor: Backward-compatible enhancements</a:t>
          </a:r>
          <a:br>
            <a:rPr lang="en-IN" b="0" i="0"/>
          </a:br>
          <a:r>
            <a:rPr lang="en-IN" b="0" i="0"/>
            <a:t> • Patch: Backward-compatible bug fixes</a:t>
          </a:r>
          <a:endParaRPr lang="en-US"/>
        </a:p>
      </dgm:t>
    </dgm:pt>
    <dgm:pt modelId="{EE75D182-5817-4E9E-94A0-050BE4398301}" type="parTrans" cxnId="{91A66C1E-880C-4623-B0DC-C39F0DE73562}">
      <dgm:prSet/>
      <dgm:spPr/>
      <dgm:t>
        <a:bodyPr/>
        <a:lstStyle/>
        <a:p>
          <a:endParaRPr lang="en-US"/>
        </a:p>
      </dgm:t>
    </dgm:pt>
    <dgm:pt modelId="{15C4A72C-9D5A-4E94-8559-C6FAAB8B7E07}" type="sibTrans" cxnId="{91A66C1E-880C-4623-B0DC-C39F0DE73562}">
      <dgm:prSet/>
      <dgm:spPr/>
      <dgm:t>
        <a:bodyPr/>
        <a:lstStyle/>
        <a:p>
          <a:endParaRPr lang="en-US"/>
        </a:p>
      </dgm:t>
    </dgm:pt>
    <dgm:pt modelId="{6323A052-C5D2-4748-870C-F33628F3ABEE}">
      <dgm:prSet/>
      <dgm:spPr/>
      <dgm:t>
        <a:bodyPr/>
        <a:lstStyle/>
        <a:p>
          <a:r>
            <a:rPr lang="en-IN" b="1" i="0"/>
            <a:t>APIs and Schemas Reusable via Exchange:</a:t>
          </a:r>
          <a:br>
            <a:rPr lang="en-IN" b="0" i="0"/>
          </a:br>
          <a:r>
            <a:rPr lang="en-IN" b="0" i="0"/>
            <a:t> • Publish APIs, RAML/OAS specs, and data schemas to Anypoint Exchange</a:t>
          </a:r>
          <a:br>
            <a:rPr lang="en-IN" b="0" i="0"/>
          </a:br>
          <a:r>
            <a:rPr lang="en-IN" b="0" i="0"/>
            <a:t> • Promotes reuse across teams and projects</a:t>
          </a:r>
          <a:br>
            <a:rPr lang="en-IN" b="0" i="0"/>
          </a:br>
          <a:r>
            <a:rPr lang="en-IN" b="0" i="0"/>
            <a:t> • Centralized governance and discovery</a:t>
          </a:r>
          <a:endParaRPr lang="en-US"/>
        </a:p>
      </dgm:t>
    </dgm:pt>
    <dgm:pt modelId="{C1CC92B0-A599-454B-8B17-DE25BFA8D7B8}" type="parTrans" cxnId="{B960FAF2-C62E-4180-86A0-7BADBC75E011}">
      <dgm:prSet/>
      <dgm:spPr/>
      <dgm:t>
        <a:bodyPr/>
        <a:lstStyle/>
        <a:p>
          <a:endParaRPr lang="en-US"/>
        </a:p>
      </dgm:t>
    </dgm:pt>
    <dgm:pt modelId="{A2499D90-F836-49F4-A542-1BA3FCA315BE}" type="sibTrans" cxnId="{B960FAF2-C62E-4180-86A0-7BADBC75E011}">
      <dgm:prSet/>
      <dgm:spPr/>
      <dgm:t>
        <a:bodyPr/>
        <a:lstStyle/>
        <a:p>
          <a:endParaRPr lang="en-US"/>
        </a:p>
      </dgm:t>
    </dgm:pt>
    <dgm:pt modelId="{8CE15FE2-927D-4BDD-93BE-81005ECBA52A}">
      <dgm:prSet custT="1"/>
      <dgm:spPr/>
      <dgm:t>
        <a:bodyPr/>
        <a:lstStyle/>
        <a:p>
          <a:r>
            <a:rPr lang="en-IN" sz="1600" b="1" i="0" dirty="0"/>
            <a:t>Best Practice for SAFe (Scaled Agile Framework</a:t>
          </a:r>
          <a:r>
            <a:rPr lang="en-IN" sz="1600" b="0" i="0" dirty="0"/>
            <a:t>)</a:t>
          </a:r>
          <a:r>
            <a:rPr lang="en-IN" sz="1600" b="1" i="0" dirty="0"/>
            <a:t> &amp; Microservices:</a:t>
          </a:r>
          <a:br>
            <a:rPr lang="en-IN" sz="1500" b="0" i="0" dirty="0"/>
          </a:br>
          <a:r>
            <a:rPr lang="en-IN" sz="1500" b="0" i="0" dirty="0"/>
            <a:t> • Supports scalable, modular architecture</a:t>
          </a:r>
          <a:br>
            <a:rPr lang="en-IN" sz="1500" b="0" i="0" dirty="0"/>
          </a:br>
          <a:r>
            <a:rPr lang="en-IN" sz="1500" b="0" i="0" dirty="0"/>
            <a:t> • Enables independent deployment and evolution</a:t>
          </a:r>
          <a:br>
            <a:rPr lang="en-IN" sz="1500" b="0" i="0" dirty="0"/>
          </a:br>
          <a:r>
            <a:rPr lang="en-IN" sz="1500" b="0" i="0" dirty="0"/>
            <a:t> • Facilitates collaboration and agility in large organizations.</a:t>
          </a:r>
          <a:endParaRPr lang="en-US" sz="1500" dirty="0"/>
        </a:p>
      </dgm:t>
    </dgm:pt>
    <dgm:pt modelId="{C621D83F-4CD4-4297-8ED4-931EEC34A808}" type="parTrans" cxnId="{3DD501AA-323A-40AB-A913-BAF69174902A}">
      <dgm:prSet/>
      <dgm:spPr/>
      <dgm:t>
        <a:bodyPr/>
        <a:lstStyle/>
        <a:p>
          <a:endParaRPr lang="en-US"/>
        </a:p>
      </dgm:t>
    </dgm:pt>
    <dgm:pt modelId="{487BF615-B63A-4BB0-9E71-CEA4176D5380}" type="sibTrans" cxnId="{3DD501AA-323A-40AB-A913-BAF69174902A}">
      <dgm:prSet/>
      <dgm:spPr/>
      <dgm:t>
        <a:bodyPr/>
        <a:lstStyle/>
        <a:p>
          <a:endParaRPr lang="en-US"/>
        </a:p>
      </dgm:t>
    </dgm:pt>
    <dgm:pt modelId="{BD3B211B-3EA4-4953-A4F1-46219CD5B51A}" type="pres">
      <dgm:prSet presAssocID="{B17264C5-2D7C-4F37-95CF-27BA9E4D49DA}" presName="root" presStyleCnt="0">
        <dgm:presLayoutVars>
          <dgm:dir/>
          <dgm:resizeHandles val="exact"/>
        </dgm:presLayoutVars>
      </dgm:prSet>
      <dgm:spPr/>
    </dgm:pt>
    <dgm:pt modelId="{F8B0885D-A55A-41C4-BA56-BE04F16D3CA4}" type="pres">
      <dgm:prSet presAssocID="{71EE52D0-EEB5-4865-B1E0-7FC3DD16697C}" presName="compNode" presStyleCnt="0"/>
      <dgm:spPr/>
    </dgm:pt>
    <dgm:pt modelId="{4489927D-3490-4D1A-88FA-240758D3C3A9}" type="pres">
      <dgm:prSet presAssocID="{71EE52D0-EEB5-4865-B1E0-7FC3DD16697C}" presName="bgRect" presStyleLbl="bgShp" presStyleIdx="0" presStyleCnt="3"/>
      <dgm:spPr/>
    </dgm:pt>
    <dgm:pt modelId="{52BA787F-BA99-4FC5-8D5C-E5C1E565A894}" type="pres">
      <dgm:prSet presAssocID="{71EE52D0-EEB5-4865-B1E0-7FC3DD16697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12AB5313-318B-4460-8126-02EF2819800F}" type="pres">
      <dgm:prSet presAssocID="{71EE52D0-EEB5-4865-B1E0-7FC3DD16697C}" presName="spaceRect" presStyleCnt="0"/>
      <dgm:spPr/>
    </dgm:pt>
    <dgm:pt modelId="{F84BCDE0-8216-4D22-AF08-BF9FAC8EDA81}" type="pres">
      <dgm:prSet presAssocID="{71EE52D0-EEB5-4865-B1E0-7FC3DD16697C}" presName="parTx" presStyleLbl="revTx" presStyleIdx="0" presStyleCnt="3">
        <dgm:presLayoutVars>
          <dgm:chMax val="0"/>
          <dgm:chPref val="0"/>
        </dgm:presLayoutVars>
      </dgm:prSet>
      <dgm:spPr/>
    </dgm:pt>
    <dgm:pt modelId="{6A7725ED-5CB6-416F-A7EE-7A3B6F029718}" type="pres">
      <dgm:prSet presAssocID="{15C4A72C-9D5A-4E94-8559-C6FAAB8B7E07}" presName="sibTrans" presStyleCnt="0"/>
      <dgm:spPr/>
    </dgm:pt>
    <dgm:pt modelId="{022854B8-2BF3-48D3-82C8-9C86745253EE}" type="pres">
      <dgm:prSet presAssocID="{6323A052-C5D2-4748-870C-F33628F3ABEE}" presName="compNode" presStyleCnt="0"/>
      <dgm:spPr/>
    </dgm:pt>
    <dgm:pt modelId="{E248F691-79B1-4246-812D-22F64AED5905}" type="pres">
      <dgm:prSet presAssocID="{6323A052-C5D2-4748-870C-F33628F3ABEE}" presName="bgRect" presStyleLbl="bgShp" presStyleIdx="1" presStyleCnt="3"/>
      <dgm:spPr/>
    </dgm:pt>
    <dgm:pt modelId="{7CF7822D-D2BD-4011-ABD0-9A7E6C17729E}" type="pres">
      <dgm:prSet presAssocID="{6323A052-C5D2-4748-870C-F33628F3ABE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4947FBB3-8CB2-4CA7-BEEC-6790697A294B}" type="pres">
      <dgm:prSet presAssocID="{6323A052-C5D2-4748-870C-F33628F3ABEE}" presName="spaceRect" presStyleCnt="0"/>
      <dgm:spPr/>
    </dgm:pt>
    <dgm:pt modelId="{FDAFD576-1397-4F4A-B6DE-E2CFA916DF45}" type="pres">
      <dgm:prSet presAssocID="{6323A052-C5D2-4748-870C-F33628F3ABEE}" presName="parTx" presStyleLbl="revTx" presStyleIdx="1" presStyleCnt="3">
        <dgm:presLayoutVars>
          <dgm:chMax val="0"/>
          <dgm:chPref val="0"/>
        </dgm:presLayoutVars>
      </dgm:prSet>
      <dgm:spPr/>
    </dgm:pt>
    <dgm:pt modelId="{60454842-2D62-463C-A0CC-BC45642DC181}" type="pres">
      <dgm:prSet presAssocID="{A2499D90-F836-49F4-A542-1BA3FCA315BE}" presName="sibTrans" presStyleCnt="0"/>
      <dgm:spPr/>
    </dgm:pt>
    <dgm:pt modelId="{A4BFED12-6FAA-4BA7-BAEB-F75FE8A4C6AC}" type="pres">
      <dgm:prSet presAssocID="{8CE15FE2-927D-4BDD-93BE-81005ECBA52A}" presName="compNode" presStyleCnt="0"/>
      <dgm:spPr/>
    </dgm:pt>
    <dgm:pt modelId="{D3BEEFD6-0F7F-470F-BD46-14384D2F7E1B}" type="pres">
      <dgm:prSet presAssocID="{8CE15FE2-927D-4BDD-93BE-81005ECBA52A}" presName="bgRect" presStyleLbl="bgShp" presStyleIdx="2" presStyleCnt="3"/>
      <dgm:spPr/>
    </dgm:pt>
    <dgm:pt modelId="{50022A87-D1D1-4C53-B95A-A332292289BA}" type="pres">
      <dgm:prSet presAssocID="{8CE15FE2-927D-4BDD-93BE-81005ECBA52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ycle with People"/>
        </a:ext>
      </dgm:extLst>
    </dgm:pt>
    <dgm:pt modelId="{DE6A810B-2175-4496-B938-3F9BC31930D6}" type="pres">
      <dgm:prSet presAssocID="{8CE15FE2-927D-4BDD-93BE-81005ECBA52A}" presName="spaceRect" presStyleCnt="0"/>
      <dgm:spPr/>
    </dgm:pt>
    <dgm:pt modelId="{0A7D6CEC-9C10-454D-9E64-4FAFD51B47B6}" type="pres">
      <dgm:prSet presAssocID="{8CE15FE2-927D-4BDD-93BE-81005ECBA52A}" presName="parTx" presStyleLbl="revTx" presStyleIdx="2" presStyleCnt="3">
        <dgm:presLayoutVars>
          <dgm:chMax val="0"/>
          <dgm:chPref val="0"/>
        </dgm:presLayoutVars>
      </dgm:prSet>
      <dgm:spPr/>
    </dgm:pt>
  </dgm:ptLst>
  <dgm:cxnLst>
    <dgm:cxn modelId="{91A66C1E-880C-4623-B0DC-C39F0DE73562}" srcId="{B17264C5-2D7C-4F37-95CF-27BA9E4D49DA}" destId="{71EE52D0-EEB5-4865-B1E0-7FC3DD16697C}" srcOrd="0" destOrd="0" parTransId="{EE75D182-5817-4E9E-94A0-050BE4398301}" sibTransId="{15C4A72C-9D5A-4E94-8559-C6FAAB8B7E07}"/>
    <dgm:cxn modelId="{C8961D78-356B-4D33-A5D8-AF6DE6E88AF0}" type="presOf" srcId="{6323A052-C5D2-4748-870C-F33628F3ABEE}" destId="{FDAFD576-1397-4F4A-B6DE-E2CFA916DF45}" srcOrd="0" destOrd="0" presId="urn:microsoft.com/office/officeart/2018/2/layout/IconVerticalSolidList"/>
    <dgm:cxn modelId="{4D837A7D-898F-4812-8C9B-BF4B54118239}" type="presOf" srcId="{8CE15FE2-927D-4BDD-93BE-81005ECBA52A}" destId="{0A7D6CEC-9C10-454D-9E64-4FAFD51B47B6}" srcOrd="0" destOrd="0" presId="urn:microsoft.com/office/officeart/2018/2/layout/IconVerticalSolidList"/>
    <dgm:cxn modelId="{65F67788-C503-4834-8B43-2601F6ECE080}" type="presOf" srcId="{71EE52D0-EEB5-4865-B1E0-7FC3DD16697C}" destId="{F84BCDE0-8216-4D22-AF08-BF9FAC8EDA81}" srcOrd="0" destOrd="0" presId="urn:microsoft.com/office/officeart/2018/2/layout/IconVerticalSolidList"/>
    <dgm:cxn modelId="{3DD501AA-323A-40AB-A913-BAF69174902A}" srcId="{B17264C5-2D7C-4F37-95CF-27BA9E4D49DA}" destId="{8CE15FE2-927D-4BDD-93BE-81005ECBA52A}" srcOrd="2" destOrd="0" parTransId="{C621D83F-4CD4-4297-8ED4-931EEC34A808}" sibTransId="{487BF615-B63A-4BB0-9E71-CEA4176D5380}"/>
    <dgm:cxn modelId="{FFFCEAF2-2312-407E-89D3-56378CCE6BBC}" type="presOf" srcId="{B17264C5-2D7C-4F37-95CF-27BA9E4D49DA}" destId="{BD3B211B-3EA4-4953-A4F1-46219CD5B51A}" srcOrd="0" destOrd="0" presId="urn:microsoft.com/office/officeart/2018/2/layout/IconVerticalSolidList"/>
    <dgm:cxn modelId="{B960FAF2-C62E-4180-86A0-7BADBC75E011}" srcId="{B17264C5-2D7C-4F37-95CF-27BA9E4D49DA}" destId="{6323A052-C5D2-4748-870C-F33628F3ABEE}" srcOrd="1" destOrd="0" parTransId="{C1CC92B0-A599-454B-8B17-DE25BFA8D7B8}" sibTransId="{A2499D90-F836-49F4-A542-1BA3FCA315BE}"/>
    <dgm:cxn modelId="{2672453B-943A-4A4B-918B-A2CAB672D0DD}" type="presParOf" srcId="{BD3B211B-3EA4-4953-A4F1-46219CD5B51A}" destId="{F8B0885D-A55A-41C4-BA56-BE04F16D3CA4}" srcOrd="0" destOrd="0" presId="urn:microsoft.com/office/officeart/2018/2/layout/IconVerticalSolidList"/>
    <dgm:cxn modelId="{4D872FC2-8090-45A9-BF75-85B21ECEA369}" type="presParOf" srcId="{F8B0885D-A55A-41C4-BA56-BE04F16D3CA4}" destId="{4489927D-3490-4D1A-88FA-240758D3C3A9}" srcOrd="0" destOrd="0" presId="urn:microsoft.com/office/officeart/2018/2/layout/IconVerticalSolidList"/>
    <dgm:cxn modelId="{062B81C7-A866-42F3-81D7-635C418638CA}" type="presParOf" srcId="{F8B0885D-A55A-41C4-BA56-BE04F16D3CA4}" destId="{52BA787F-BA99-4FC5-8D5C-E5C1E565A894}" srcOrd="1" destOrd="0" presId="urn:microsoft.com/office/officeart/2018/2/layout/IconVerticalSolidList"/>
    <dgm:cxn modelId="{FD7294F7-B1A6-43F4-9A56-7DEB68E27C24}" type="presParOf" srcId="{F8B0885D-A55A-41C4-BA56-BE04F16D3CA4}" destId="{12AB5313-318B-4460-8126-02EF2819800F}" srcOrd="2" destOrd="0" presId="urn:microsoft.com/office/officeart/2018/2/layout/IconVerticalSolidList"/>
    <dgm:cxn modelId="{370A28F3-B07B-44B6-921D-B9D362716259}" type="presParOf" srcId="{F8B0885D-A55A-41C4-BA56-BE04F16D3CA4}" destId="{F84BCDE0-8216-4D22-AF08-BF9FAC8EDA81}" srcOrd="3" destOrd="0" presId="urn:microsoft.com/office/officeart/2018/2/layout/IconVerticalSolidList"/>
    <dgm:cxn modelId="{7643C1F7-67E1-4366-BCFE-B440D136AD30}" type="presParOf" srcId="{BD3B211B-3EA4-4953-A4F1-46219CD5B51A}" destId="{6A7725ED-5CB6-416F-A7EE-7A3B6F029718}" srcOrd="1" destOrd="0" presId="urn:microsoft.com/office/officeart/2018/2/layout/IconVerticalSolidList"/>
    <dgm:cxn modelId="{7B6EBC4B-2C0C-4842-9DD0-1695F5BE3302}" type="presParOf" srcId="{BD3B211B-3EA4-4953-A4F1-46219CD5B51A}" destId="{022854B8-2BF3-48D3-82C8-9C86745253EE}" srcOrd="2" destOrd="0" presId="urn:microsoft.com/office/officeart/2018/2/layout/IconVerticalSolidList"/>
    <dgm:cxn modelId="{B5550B1D-EF08-4855-9AF7-D87D18821B00}" type="presParOf" srcId="{022854B8-2BF3-48D3-82C8-9C86745253EE}" destId="{E248F691-79B1-4246-812D-22F64AED5905}" srcOrd="0" destOrd="0" presId="urn:microsoft.com/office/officeart/2018/2/layout/IconVerticalSolidList"/>
    <dgm:cxn modelId="{02706527-06D3-49DC-B6BB-E428870A0B8C}" type="presParOf" srcId="{022854B8-2BF3-48D3-82C8-9C86745253EE}" destId="{7CF7822D-D2BD-4011-ABD0-9A7E6C17729E}" srcOrd="1" destOrd="0" presId="urn:microsoft.com/office/officeart/2018/2/layout/IconVerticalSolidList"/>
    <dgm:cxn modelId="{D30C0B39-9AB4-42A4-B52D-5AE043C90D28}" type="presParOf" srcId="{022854B8-2BF3-48D3-82C8-9C86745253EE}" destId="{4947FBB3-8CB2-4CA7-BEEC-6790697A294B}" srcOrd="2" destOrd="0" presId="urn:microsoft.com/office/officeart/2018/2/layout/IconVerticalSolidList"/>
    <dgm:cxn modelId="{B983875C-A4B9-4996-8904-BDA05935D368}" type="presParOf" srcId="{022854B8-2BF3-48D3-82C8-9C86745253EE}" destId="{FDAFD576-1397-4F4A-B6DE-E2CFA916DF45}" srcOrd="3" destOrd="0" presId="urn:microsoft.com/office/officeart/2018/2/layout/IconVerticalSolidList"/>
    <dgm:cxn modelId="{2D352120-45A0-4E18-A9FD-3D8A5CE5F9D6}" type="presParOf" srcId="{BD3B211B-3EA4-4953-A4F1-46219CD5B51A}" destId="{60454842-2D62-463C-A0CC-BC45642DC181}" srcOrd="3" destOrd="0" presId="urn:microsoft.com/office/officeart/2018/2/layout/IconVerticalSolidList"/>
    <dgm:cxn modelId="{EAA39466-AA93-4D88-849D-0C7E43BEFCF8}" type="presParOf" srcId="{BD3B211B-3EA4-4953-A4F1-46219CD5B51A}" destId="{A4BFED12-6FAA-4BA7-BAEB-F75FE8A4C6AC}" srcOrd="4" destOrd="0" presId="urn:microsoft.com/office/officeart/2018/2/layout/IconVerticalSolidList"/>
    <dgm:cxn modelId="{6001965A-0AB0-4BC4-AD6C-C7ADAA9D01F2}" type="presParOf" srcId="{A4BFED12-6FAA-4BA7-BAEB-F75FE8A4C6AC}" destId="{D3BEEFD6-0F7F-470F-BD46-14384D2F7E1B}" srcOrd="0" destOrd="0" presId="urn:microsoft.com/office/officeart/2018/2/layout/IconVerticalSolidList"/>
    <dgm:cxn modelId="{A9AEE0FB-195D-4605-93C6-9513899F813F}" type="presParOf" srcId="{A4BFED12-6FAA-4BA7-BAEB-F75FE8A4C6AC}" destId="{50022A87-D1D1-4C53-B95A-A332292289BA}" srcOrd="1" destOrd="0" presId="urn:microsoft.com/office/officeart/2018/2/layout/IconVerticalSolidList"/>
    <dgm:cxn modelId="{417BCC5C-2941-4239-A94B-40B4F6C779AB}" type="presParOf" srcId="{A4BFED12-6FAA-4BA7-BAEB-F75FE8A4C6AC}" destId="{DE6A810B-2175-4496-B938-3F9BC31930D6}" srcOrd="2" destOrd="0" presId="urn:microsoft.com/office/officeart/2018/2/layout/IconVerticalSolidList"/>
    <dgm:cxn modelId="{79E92A8C-E585-42C8-858B-6108B0ECC758}" type="presParOf" srcId="{A4BFED12-6FAA-4BA7-BAEB-F75FE8A4C6AC}" destId="{0A7D6CEC-9C10-454D-9E64-4FAFD51B47B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24148BC-2F53-4E6D-A05D-B6A69777C14B}" type="doc">
      <dgm:prSet loTypeId="urn:microsoft.com/office/officeart/2005/8/layout/pyramid2" loCatId="list" qsTypeId="urn:microsoft.com/office/officeart/2005/8/quickstyle/simple4" qsCatId="simple" csTypeId="urn:microsoft.com/office/officeart/2005/8/colors/accent2_2" csCatId="accent2" phldr="1"/>
      <dgm:spPr/>
      <dgm:t>
        <a:bodyPr/>
        <a:lstStyle/>
        <a:p>
          <a:endParaRPr lang="en-IN"/>
        </a:p>
      </dgm:t>
    </dgm:pt>
    <dgm:pt modelId="{D0E3D69E-38FF-4284-83B5-9F15D14203C2}">
      <dgm:prSet phldrT="[Text]"/>
      <dgm:spPr/>
      <dgm:t>
        <a:bodyPr/>
        <a:lstStyle/>
        <a:p>
          <a:pPr>
            <a:buFont typeface="Arial" panose="020B0604020202020204" pitchFamily="34" charset="0"/>
            <a:buChar char="•"/>
          </a:pPr>
          <a:r>
            <a:rPr lang="en-IN"/>
            <a:t>Mule Maven Plugin</a:t>
          </a:r>
        </a:p>
      </dgm:t>
    </dgm:pt>
    <dgm:pt modelId="{D2127F38-B7F0-49D5-BCEF-F6C3C2EB77DA}" type="parTrans" cxnId="{92041BE8-2BD3-4898-AC54-CD69D0E1BBAB}">
      <dgm:prSet/>
      <dgm:spPr/>
      <dgm:t>
        <a:bodyPr/>
        <a:lstStyle/>
        <a:p>
          <a:endParaRPr lang="en-IN"/>
        </a:p>
      </dgm:t>
    </dgm:pt>
    <dgm:pt modelId="{590D8DDC-1EDE-4053-A283-3E362C5DD463}" type="sibTrans" cxnId="{92041BE8-2BD3-4898-AC54-CD69D0E1BBAB}">
      <dgm:prSet/>
      <dgm:spPr/>
      <dgm:t>
        <a:bodyPr/>
        <a:lstStyle/>
        <a:p>
          <a:endParaRPr lang="en-IN"/>
        </a:p>
      </dgm:t>
    </dgm:pt>
    <dgm:pt modelId="{47D4AAAB-3343-4B15-8A42-4BE9247D6A92}">
      <dgm:prSet/>
      <dgm:spPr/>
      <dgm:t>
        <a:bodyPr/>
        <a:lstStyle/>
        <a:p>
          <a:pPr>
            <a:lnSpc>
              <a:spcPct val="100000"/>
            </a:lnSpc>
          </a:pPr>
          <a:r>
            <a:rPr lang="en-IN"/>
            <a:t>Automated deployment pipelines</a:t>
          </a:r>
          <a:endParaRPr lang="en-IN" dirty="0"/>
        </a:p>
      </dgm:t>
    </dgm:pt>
    <dgm:pt modelId="{0BD3C3BB-96F6-4B21-A1EC-4261EDD88ABA}" type="parTrans" cxnId="{C7CE7B13-6D67-495C-A88F-D28BAFCBE410}">
      <dgm:prSet/>
      <dgm:spPr/>
      <dgm:t>
        <a:bodyPr/>
        <a:lstStyle/>
        <a:p>
          <a:endParaRPr lang="en-IN"/>
        </a:p>
      </dgm:t>
    </dgm:pt>
    <dgm:pt modelId="{5CEFE016-8CBA-4F19-AC72-65217E975E0B}" type="sibTrans" cxnId="{C7CE7B13-6D67-495C-A88F-D28BAFCBE410}">
      <dgm:prSet/>
      <dgm:spPr/>
      <dgm:t>
        <a:bodyPr/>
        <a:lstStyle/>
        <a:p>
          <a:endParaRPr lang="en-IN"/>
        </a:p>
      </dgm:t>
    </dgm:pt>
    <dgm:pt modelId="{01F8F184-BFAF-4556-B088-D64BC7EFA49C}">
      <dgm:prSet/>
      <dgm:spPr/>
      <dgm:t>
        <a:bodyPr/>
        <a:lstStyle/>
        <a:p>
          <a:pPr>
            <a:lnSpc>
              <a:spcPct val="100000"/>
            </a:lnSpc>
          </a:pPr>
          <a:r>
            <a:rPr lang="en-IN"/>
            <a:t>Supports Git, Jenkins, Azure DevOps, GitLab, Bitbucket</a:t>
          </a:r>
          <a:endParaRPr lang="en-IN" dirty="0"/>
        </a:p>
      </dgm:t>
    </dgm:pt>
    <dgm:pt modelId="{76292D7B-638D-4CB3-9208-216F7DB8F878}" type="parTrans" cxnId="{8874F731-7C6C-4694-A857-939A2F38CF7E}">
      <dgm:prSet/>
      <dgm:spPr/>
      <dgm:t>
        <a:bodyPr/>
        <a:lstStyle/>
        <a:p>
          <a:endParaRPr lang="en-IN"/>
        </a:p>
      </dgm:t>
    </dgm:pt>
    <dgm:pt modelId="{82C4677C-59E5-4318-8648-8E5B18398898}" type="sibTrans" cxnId="{8874F731-7C6C-4694-A857-939A2F38CF7E}">
      <dgm:prSet/>
      <dgm:spPr/>
      <dgm:t>
        <a:bodyPr/>
        <a:lstStyle/>
        <a:p>
          <a:endParaRPr lang="en-IN"/>
        </a:p>
      </dgm:t>
    </dgm:pt>
    <dgm:pt modelId="{E907582E-30E2-48CE-80E4-4637D7065F2A}" type="pres">
      <dgm:prSet presAssocID="{C24148BC-2F53-4E6D-A05D-B6A69777C14B}" presName="compositeShape" presStyleCnt="0">
        <dgm:presLayoutVars>
          <dgm:dir/>
          <dgm:resizeHandles/>
        </dgm:presLayoutVars>
      </dgm:prSet>
      <dgm:spPr/>
    </dgm:pt>
    <dgm:pt modelId="{14B27905-E444-46B6-A45B-2783E313486B}" type="pres">
      <dgm:prSet presAssocID="{C24148BC-2F53-4E6D-A05D-B6A69777C14B}" presName="pyramid" presStyleLbl="node1" presStyleIdx="0" presStyleCnt="1"/>
      <dgm:spPr/>
    </dgm:pt>
    <dgm:pt modelId="{C385E537-4322-42E0-B3A5-D4131F23B756}" type="pres">
      <dgm:prSet presAssocID="{C24148BC-2F53-4E6D-A05D-B6A69777C14B}" presName="theList" presStyleCnt="0"/>
      <dgm:spPr/>
    </dgm:pt>
    <dgm:pt modelId="{ED427677-C4F3-4A79-A6A5-CE35F8DE3CD8}" type="pres">
      <dgm:prSet presAssocID="{D0E3D69E-38FF-4284-83B5-9F15D14203C2}" presName="aNode" presStyleLbl="fgAcc1" presStyleIdx="0" presStyleCnt="3">
        <dgm:presLayoutVars>
          <dgm:bulletEnabled val="1"/>
        </dgm:presLayoutVars>
      </dgm:prSet>
      <dgm:spPr/>
    </dgm:pt>
    <dgm:pt modelId="{6D9DBB1C-47B1-4F30-AAAB-2245C23DA246}" type="pres">
      <dgm:prSet presAssocID="{D0E3D69E-38FF-4284-83B5-9F15D14203C2}" presName="aSpace" presStyleCnt="0"/>
      <dgm:spPr/>
    </dgm:pt>
    <dgm:pt modelId="{4E0444E2-45BC-40A6-9D9C-F90226DE7EC4}" type="pres">
      <dgm:prSet presAssocID="{47D4AAAB-3343-4B15-8A42-4BE9247D6A92}" presName="aNode" presStyleLbl="fgAcc1" presStyleIdx="1" presStyleCnt="3">
        <dgm:presLayoutVars>
          <dgm:bulletEnabled val="1"/>
        </dgm:presLayoutVars>
      </dgm:prSet>
      <dgm:spPr/>
    </dgm:pt>
    <dgm:pt modelId="{B9E5CCC5-2780-43C6-933A-148BCF0C38C2}" type="pres">
      <dgm:prSet presAssocID="{47D4AAAB-3343-4B15-8A42-4BE9247D6A92}" presName="aSpace" presStyleCnt="0"/>
      <dgm:spPr/>
    </dgm:pt>
    <dgm:pt modelId="{1CDCE650-AEBC-47B1-AA16-442ECAA6A2C2}" type="pres">
      <dgm:prSet presAssocID="{01F8F184-BFAF-4556-B088-D64BC7EFA49C}" presName="aNode" presStyleLbl="fgAcc1" presStyleIdx="2" presStyleCnt="3">
        <dgm:presLayoutVars>
          <dgm:bulletEnabled val="1"/>
        </dgm:presLayoutVars>
      </dgm:prSet>
      <dgm:spPr/>
    </dgm:pt>
    <dgm:pt modelId="{0086343A-3EA7-4CB6-AC20-7E15C4A2365B}" type="pres">
      <dgm:prSet presAssocID="{01F8F184-BFAF-4556-B088-D64BC7EFA49C}" presName="aSpace" presStyleCnt="0"/>
      <dgm:spPr/>
    </dgm:pt>
  </dgm:ptLst>
  <dgm:cxnLst>
    <dgm:cxn modelId="{C7CE7B13-6D67-495C-A88F-D28BAFCBE410}" srcId="{C24148BC-2F53-4E6D-A05D-B6A69777C14B}" destId="{47D4AAAB-3343-4B15-8A42-4BE9247D6A92}" srcOrd="1" destOrd="0" parTransId="{0BD3C3BB-96F6-4B21-A1EC-4261EDD88ABA}" sibTransId="{5CEFE016-8CBA-4F19-AC72-65217E975E0B}"/>
    <dgm:cxn modelId="{8874F731-7C6C-4694-A857-939A2F38CF7E}" srcId="{C24148BC-2F53-4E6D-A05D-B6A69777C14B}" destId="{01F8F184-BFAF-4556-B088-D64BC7EFA49C}" srcOrd="2" destOrd="0" parTransId="{76292D7B-638D-4CB3-9208-216F7DB8F878}" sibTransId="{82C4677C-59E5-4318-8648-8E5B18398898}"/>
    <dgm:cxn modelId="{7A26907B-B85C-40D0-BB1C-C26EA8692E54}" type="presOf" srcId="{C24148BC-2F53-4E6D-A05D-B6A69777C14B}" destId="{E907582E-30E2-48CE-80E4-4637D7065F2A}" srcOrd="0" destOrd="0" presId="urn:microsoft.com/office/officeart/2005/8/layout/pyramid2"/>
    <dgm:cxn modelId="{C680B481-EF09-47C4-A685-AEC5EA92649F}" type="presOf" srcId="{47D4AAAB-3343-4B15-8A42-4BE9247D6A92}" destId="{4E0444E2-45BC-40A6-9D9C-F90226DE7EC4}" srcOrd="0" destOrd="0" presId="urn:microsoft.com/office/officeart/2005/8/layout/pyramid2"/>
    <dgm:cxn modelId="{1844268A-9926-441E-A81C-49885C9B4947}" type="presOf" srcId="{D0E3D69E-38FF-4284-83B5-9F15D14203C2}" destId="{ED427677-C4F3-4A79-A6A5-CE35F8DE3CD8}" srcOrd="0" destOrd="0" presId="urn:microsoft.com/office/officeart/2005/8/layout/pyramid2"/>
    <dgm:cxn modelId="{07063AAF-F9DB-416B-A709-F072CDF10FB4}" type="presOf" srcId="{01F8F184-BFAF-4556-B088-D64BC7EFA49C}" destId="{1CDCE650-AEBC-47B1-AA16-442ECAA6A2C2}" srcOrd="0" destOrd="0" presId="urn:microsoft.com/office/officeart/2005/8/layout/pyramid2"/>
    <dgm:cxn modelId="{92041BE8-2BD3-4898-AC54-CD69D0E1BBAB}" srcId="{C24148BC-2F53-4E6D-A05D-B6A69777C14B}" destId="{D0E3D69E-38FF-4284-83B5-9F15D14203C2}" srcOrd="0" destOrd="0" parTransId="{D2127F38-B7F0-49D5-BCEF-F6C3C2EB77DA}" sibTransId="{590D8DDC-1EDE-4053-A283-3E362C5DD463}"/>
    <dgm:cxn modelId="{5AA745B1-7758-45D0-999F-941ACAEFD15A}" type="presParOf" srcId="{E907582E-30E2-48CE-80E4-4637D7065F2A}" destId="{14B27905-E444-46B6-A45B-2783E313486B}" srcOrd="0" destOrd="0" presId="urn:microsoft.com/office/officeart/2005/8/layout/pyramid2"/>
    <dgm:cxn modelId="{E968656F-6466-4272-B3CF-94299C01E4F3}" type="presParOf" srcId="{E907582E-30E2-48CE-80E4-4637D7065F2A}" destId="{C385E537-4322-42E0-B3A5-D4131F23B756}" srcOrd="1" destOrd="0" presId="urn:microsoft.com/office/officeart/2005/8/layout/pyramid2"/>
    <dgm:cxn modelId="{36E2826D-B4EC-40D6-8A17-AFB377320AD6}" type="presParOf" srcId="{C385E537-4322-42E0-B3A5-D4131F23B756}" destId="{ED427677-C4F3-4A79-A6A5-CE35F8DE3CD8}" srcOrd="0" destOrd="0" presId="urn:microsoft.com/office/officeart/2005/8/layout/pyramid2"/>
    <dgm:cxn modelId="{5CB03140-75A0-461A-8BFB-849F8D43C438}" type="presParOf" srcId="{C385E537-4322-42E0-B3A5-D4131F23B756}" destId="{6D9DBB1C-47B1-4F30-AAAB-2245C23DA246}" srcOrd="1" destOrd="0" presId="urn:microsoft.com/office/officeart/2005/8/layout/pyramid2"/>
    <dgm:cxn modelId="{11CA9FBF-D5E6-46A0-B84E-0C86069BAFFA}" type="presParOf" srcId="{C385E537-4322-42E0-B3A5-D4131F23B756}" destId="{4E0444E2-45BC-40A6-9D9C-F90226DE7EC4}" srcOrd="2" destOrd="0" presId="urn:microsoft.com/office/officeart/2005/8/layout/pyramid2"/>
    <dgm:cxn modelId="{BB79CFB3-42AD-450E-B20A-CC422F49CAF7}" type="presParOf" srcId="{C385E537-4322-42E0-B3A5-D4131F23B756}" destId="{B9E5CCC5-2780-43C6-933A-148BCF0C38C2}" srcOrd="3" destOrd="0" presId="urn:microsoft.com/office/officeart/2005/8/layout/pyramid2"/>
    <dgm:cxn modelId="{E3BFC4BF-D71C-4F49-B8BC-DF39AD124E80}" type="presParOf" srcId="{C385E537-4322-42E0-B3A5-D4131F23B756}" destId="{1CDCE650-AEBC-47B1-AA16-442ECAA6A2C2}" srcOrd="4" destOrd="0" presId="urn:microsoft.com/office/officeart/2005/8/layout/pyramid2"/>
    <dgm:cxn modelId="{2E22329C-277C-406D-A019-C4FB94F5D030}" type="presParOf" srcId="{C385E537-4322-42E0-B3A5-D4131F23B756}" destId="{0086343A-3EA7-4CB6-AC20-7E15C4A2365B}"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501163-A94C-411A-AE42-4E1B4E895BAF}">
      <dsp:nvSpPr>
        <dsp:cNvPr id="0" name=""/>
        <dsp:cNvSpPr/>
      </dsp:nvSpPr>
      <dsp:spPr>
        <a:xfrm>
          <a:off x="1080400" y="811875"/>
          <a:ext cx="1485100" cy="14851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EBC625-EF5F-442D-8C89-42505C79D3D4}">
      <dsp:nvSpPr>
        <dsp:cNvPr id="0" name=""/>
        <dsp:cNvSpPr/>
      </dsp:nvSpPr>
      <dsp:spPr>
        <a:xfrm>
          <a:off x="172839" y="2686246"/>
          <a:ext cx="330022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t>Integration &amp; API platform</a:t>
          </a:r>
        </a:p>
      </dsp:txBody>
      <dsp:txXfrm>
        <a:off x="172839" y="2686246"/>
        <a:ext cx="3300222" cy="720000"/>
      </dsp:txXfrm>
    </dsp:sp>
    <dsp:sp modelId="{22B79595-5970-46BC-B2D5-0F305DFE5396}">
      <dsp:nvSpPr>
        <dsp:cNvPr id="0" name=""/>
        <dsp:cNvSpPr/>
      </dsp:nvSpPr>
      <dsp:spPr>
        <a:xfrm>
          <a:off x="4958162" y="811875"/>
          <a:ext cx="1485100" cy="14851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2B77C1-F85F-4091-9DDB-C106132445D2}">
      <dsp:nvSpPr>
        <dsp:cNvPr id="0" name=""/>
        <dsp:cNvSpPr/>
      </dsp:nvSpPr>
      <dsp:spPr>
        <a:xfrm>
          <a:off x="4050601" y="2686246"/>
          <a:ext cx="330022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Connects applications, data, and devices</a:t>
          </a:r>
        </a:p>
      </dsp:txBody>
      <dsp:txXfrm>
        <a:off x="4050601" y="2686246"/>
        <a:ext cx="3300222" cy="720000"/>
      </dsp:txXfrm>
    </dsp:sp>
    <dsp:sp modelId="{C3159720-6A61-44B3-A2E7-DA27958FD1A7}">
      <dsp:nvSpPr>
        <dsp:cNvPr id="0" name=""/>
        <dsp:cNvSpPr/>
      </dsp:nvSpPr>
      <dsp:spPr>
        <a:xfrm>
          <a:off x="8835924" y="811875"/>
          <a:ext cx="1485100" cy="14851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DB21E3-1A8C-46C9-9898-664B60E4E1BD}">
      <dsp:nvSpPr>
        <dsp:cNvPr id="0" name=""/>
        <dsp:cNvSpPr/>
      </dsp:nvSpPr>
      <dsp:spPr>
        <a:xfrm>
          <a:off x="7928362" y="2686246"/>
          <a:ext cx="330022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Enables API-led connectivity</a:t>
          </a:r>
        </a:p>
      </dsp:txBody>
      <dsp:txXfrm>
        <a:off x="7928362" y="2686246"/>
        <a:ext cx="3300222"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62EFBC-82CF-41B3-8530-A84EF698ED4C}">
      <dsp:nvSpPr>
        <dsp:cNvPr id="0" name=""/>
        <dsp:cNvSpPr/>
      </dsp:nvSpPr>
      <dsp:spPr>
        <a:xfrm>
          <a:off x="705712" y="399060"/>
          <a:ext cx="2058750" cy="2058750"/>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63C184-62C8-4684-9B29-7FF0ACC463C3}">
      <dsp:nvSpPr>
        <dsp:cNvPr id="0" name=""/>
        <dsp:cNvSpPr/>
      </dsp:nvSpPr>
      <dsp:spPr>
        <a:xfrm>
          <a:off x="1144462" y="837810"/>
          <a:ext cx="1181250" cy="11812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9BF0AE-B334-4DEE-89BF-6F3785C64E6E}">
      <dsp:nvSpPr>
        <dsp:cNvPr id="0" name=""/>
        <dsp:cNvSpPr/>
      </dsp:nvSpPr>
      <dsp:spPr>
        <a:xfrm>
          <a:off x="47587" y="3099061"/>
          <a:ext cx="337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t>Integration connects different systems and applications for seamless data exchange.</a:t>
          </a:r>
        </a:p>
      </dsp:txBody>
      <dsp:txXfrm>
        <a:off x="47587" y="3099061"/>
        <a:ext cx="3375000" cy="720000"/>
      </dsp:txXfrm>
    </dsp:sp>
    <dsp:sp modelId="{4D7D5D1C-DC1F-47B9-B45A-C6EA0CFC2FAE}">
      <dsp:nvSpPr>
        <dsp:cNvPr id="0" name=""/>
        <dsp:cNvSpPr/>
      </dsp:nvSpPr>
      <dsp:spPr>
        <a:xfrm>
          <a:off x="4671337" y="399060"/>
          <a:ext cx="2058750" cy="2058750"/>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45ECD2-B50D-4317-B9C8-0FB462911A73}">
      <dsp:nvSpPr>
        <dsp:cNvPr id="0" name=""/>
        <dsp:cNvSpPr/>
      </dsp:nvSpPr>
      <dsp:spPr>
        <a:xfrm>
          <a:off x="5110087" y="837810"/>
          <a:ext cx="1181250" cy="11812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4FD14F-8839-4032-8565-121B7E0963AE}">
      <dsp:nvSpPr>
        <dsp:cNvPr id="0" name=""/>
        <dsp:cNvSpPr/>
      </dsp:nvSpPr>
      <dsp:spPr>
        <a:xfrm>
          <a:off x="4013212" y="3099061"/>
          <a:ext cx="337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t>MuleSoft’s Anypoint Platform enables building and managing APIs and integrations.</a:t>
          </a:r>
        </a:p>
      </dsp:txBody>
      <dsp:txXfrm>
        <a:off x="4013212" y="3099061"/>
        <a:ext cx="3375000" cy="720000"/>
      </dsp:txXfrm>
    </dsp:sp>
    <dsp:sp modelId="{9A8F53D9-17B1-4200-A6B8-045C04F288A9}">
      <dsp:nvSpPr>
        <dsp:cNvPr id="0" name=""/>
        <dsp:cNvSpPr/>
      </dsp:nvSpPr>
      <dsp:spPr>
        <a:xfrm>
          <a:off x="8636962" y="399060"/>
          <a:ext cx="2058750" cy="2058750"/>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074A09-5898-41DD-BA4D-06C09A7CC240}">
      <dsp:nvSpPr>
        <dsp:cNvPr id="0" name=""/>
        <dsp:cNvSpPr/>
      </dsp:nvSpPr>
      <dsp:spPr>
        <a:xfrm>
          <a:off x="9075712" y="837810"/>
          <a:ext cx="1181250" cy="11812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FEEAF2-460A-40E6-87C0-DC5AB1C1D83F}">
      <dsp:nvSpPr>
        <dsp:cNvPr id="0" name=""/>
        <dsp:cNvSpPr/>
      </dsp:nvSpPr>
      <dsp:spPr>
        <a:xfrm>
          <a:off x="7978837" y="3099061"/>
          <a:ext cx="337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It helps automate workflows and synchronize data across cloud and on-premises environments.</a:t>
          </a:r>
        </a:p>
      </dsp:txBody>
      <dsp:txXfrm>
        <a:off x="7978837" y="3099061"/>
        <a:ext cx="3375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0D802D-E7DF-482E-939F-A6A1F401F630}">
      <dsp:nvSpPr>
        <dsp:cNvPr id="0" name=""/>
        <dsp:cNvSpPr/>
      </dsp:nvSpPr>
      <dsp:spPr>
        <a:xfrm>
          <a:off x="0" y="0"/>
          <a:ext cx="7418388"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FE0E676-9CC2-43AD-8AFA-22AE80240FD4}">
      <dsp:nvSpPr>
        <dsp:cNvPr id="0" name=""/>
        <dsp:cNvSpPr/>
      </dsp:nvSpPr>
      <dsp:spPr>
        <a:xfrm>
          <a:off x="0" y="0"/>
          <a:ext cx="7418388" cy="68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latin typeface="Aptos (Body)"/>
            </a:rPr>
            <a:t>Design Center</a:t>
          </a:r>
        </a:p>
      </dsp:txBody>
      <dsp:txXfrm>
        <a:off x="0" y="0"/>
        <a:ext cx="7418388" cy="681338"/>
      </dsp:txXfrm>
    </dsp:sp>
    <dsp:sp modelId="{DB8A1381-6B63-45C1-BA1A-9E0B7B99FE48}">
      <dsp:nvSpPr>
        <dsp:cNvPr id="0" name=""/>
        <dsp:cNvSpPr/>
      </dsp:nvSpPr>
      <dsp:spPr>
        <a:xfrm>
          <a:off x="0" y="681338"/>
          <a:ext cx="7418388"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9DED900B-5F56-47E4-B035-2B692B1A566A}">
      <dsp:nvSpPr>
        <dsp:cNvPr id="0" name=""/>
        <dsp:cNvSpPr/>
      </dsp:nvSpPr>
      <dsp:spPr>
        <a:xfrm>
          <a:off x="0" y="681338"/>
          <a:ext cx="7418388" cy="68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rtl="0">
            <a:lnSpc>
              <a:spcPct val="90000"/>
            </a:lnSpc>
            <a:spcBef>
              <a:spcPct val="0"/>
            </a:spcBef>
            <a:spcAft>
              <a:spcPct val="35000"/>
            </a:spcAft>
            <a:buNone/>
          </a:pPr>
          <a:r>
            <a:rPr lang="en-US" sz="3100" b="0" kern="1200" dirty="0">
              <a:latin typeface="Aptos (Body)"/>
            </a:rPr>
            <a:t>Anypoint Exchange</a:t>
          </a:r>
        </a:p>
      </dsp:txBody>
      <dsp:txXfrm>
        <a:off x="0" y="681338"/>
        <a:ext cx="7418388" cy="681338"/>
      </dsp:txXfrm>
    </dsp:sp>
    <dsp:sp modelId="{C65D8047-4144-4DD2-A376-774D72B29E40}">
      <dsp:nvSpPr>
        <dsp:cNvPr id="0" name=""/>
        <dsp:cNvSpPr/>
      </dsp:nvSpPr>
      <dsp:spPr>
        <a:xfrm>
          <a:off x="0" y="1362677"/>
          <a:ext cx="7418388"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7382E99-559F-4BD3-B79F-535B9784D147}">
      <dsp:nvSpPr>
        <dsp:cNvPr id="0" name=""/>
        <dsp:cNvSpPr/>
      </dsp:nvSpPr>
      <dsp:spPr>
        <a:xfrm>
          <a:off x="0" y="1362677"/>
          <a:ext cx="7418388" cy="68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latin typeface="Aptos (Body)"/>
            </a:rPr>
            <a:t>API Manager</a:t>
          </a:r>
        </a:p>
      </dsp:txBody>
      <dsp:txXfrm>
        <a:off x="0" y="1362677"/>
        <a:ext cx="7418388" cy="681338"/>
      </dsp:txXfrm>
    </dsp:sp>
    <dsp:sp modelId="{22CBE296-97E6-4650-A196-9511768686F9}">
      <dsp:nvSpPr>
        <dsp:cNvPr id="0" name=""/>
        <dsp:cNvSpPr/>
      </dsp:nvSpPr>
      <dsp:spPr>
        <a:xfrm>
          <a:off x="0" y="2044015"/>
          <a:ext cx="7418388"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79626AD-4CC0-44A8-A751-943B560FF275}">
      <dsp:nvSpPr>
        <dsp:cNvPr id="0" name=""/>
        <dsp:cNvSpPr/>
      </dsp:nvSpPr>
      <dsp:spPr>
        <a:xfrm>
          <a:off x="0" y="2044015"/>
          <a:ext cx="7418388" cy="68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latin typeface="Aptos (Body)"/>
            </a:rPr>
            <a:t>Runtime Manager</a:t>
          </a:r>
        </a:p>
      </dsp:txBody>
      <dsp:txXfrm>
        <a:off x="0" y="2044015"/>
        <a:ext cx="7418388" cy="681338"/>
      </dsp:txXfrm>
    </dsp:sp>
    <dsp:sp modelId="{84C93261-C7A3-45AF-BD32-A62BAF9C4A52}">
      <dsp:nvSpPr>
        <dsp:cNvPr id="0" name=""/>
        <dsp:cNvSpPr/>
      </dsp:nvSpPr>
      <dsp:spPr>
        <a:xfrm>
          <a:off x="0" y="2725354"/>
          <a:ext cx="7418388"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FA6A2B7-3DB4-4B92-8DA8-801388AFF37B}">
      <dsp:nvSpPr>
        <dsp:cNvPr id="0" name=""/>
        <dsp:cNvSpPr/>
      </dsp:nvSpPr>
      <dsp:spPr>
        <a:xfrm>
          <a:off x="0" y="2725354"/>
          <a:ext cx="7418388" cy="68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latin typeface="Aptos (Body)"/>
            </a:rPr>
            <a:t>Monitoring &amp; Logging</a:t>
          </a:r>
        </a:p>
      </dsp:txBody>
      <dsp:txXfrm>
        <a:off x="0" y="2725354"/>
        <a:ext cx="7418388" cy="681338"/>
      </dsp:txXfrm>
    </dsp:sp>
    <dsp:sp modelId="{2BE75D53-260B-437E-AE69-02AA24DE8868}">
      <dsp:nvSpPr>
        <dsp:cNvPr id="0" name=""/>
        <dsp:cNvSpPr/>
      </dsp:nvSpPr>
      <dsp:spPr>
        <a:xfrm>
          <a:off x="0" y="3406693"/>
          <a:ext cx="7418388"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D7256CEE-312F-4889-8CEC-CE3A43631300}">
      <dsp:nvSpPr>
        <dsp:cNvPr id="0" name=""/>
        <dsp:cNvSpPr/>
      </dsp:nvSpPr>
      <dsp:spPr>
        <a:xfrm>
          <a:off x="0" y="3406693"/>
          <a:ext cx="7418388" cy="68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latin typeface="Aptos (Body)"/>
            </a:rPr>
            <a:t>Visualizer</a:t>
          </a:r>
        </a:p>
      </dsp:txBody>
      <dsp:txXfrm>
        <a:off x="0" y="3406693"/>
        <a:ext cx="7418388" cy="681338"/>
      </dsp:txXfrm>
    </dsp:sp>
    <dsp:sp modelId="{D7D891CB-CAAE-47FD-916D-01B83D0D7256}">
      <dsp:nvSpPr>
        <dsp:cNvPr id="0" name=""/>
        <dsp:cNvSpPr/>
      </dsp:nvSpPr>
      <dsp:spPr>
        <a:xfrm>
          <a:off x="0" y="4088031"/>
          <a:ext cx="7418388"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676BC26-A0C7-456C-BA82-8D169B073DA1}">
      <dsp:nvSpPr>
        <dsp:cNvPr id="0" name=""/>
        <dsp:cNvSpPr/>
      </dsp:nvSpPr>
      <dsp:spPr>
        <a:xfrm>
          <a:off x="0" y="4088031"/>
          <a:ext cx="7418388" cy="68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latin typeface="Aptos (Body)"/>
            </a:rPr>
            <a:t>Secrets Manager</a:t>
          </a:r>
        </a:p>
      </dsp:txBody>
      <dsp:txXfrm>
        <a:off x="0" y="4088031"/>
        <a:ext cx="7418388" cy="681338"/>
      </dsp:txXfrm>
    </dsp:sp>
    <dsp:sp modelId="{D97993BF-05D5-42C2-8F16-63D4850A317C}">
      <dsp:nvSpPr>
        <dsp:cNvPr id="0" name=""/>
        <dsp:cNvSpPr/>
      </dsp:nvSpPr>
      <dsp:spPr>
        <a:xfrm>
          <a:off x="0" y="4769370"/>
          <a:ext cx="7418388"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7C01E98-016D-44AB-BC68-85BC2A044B10}">
      <dsp:nvSpPr>
        <dsp:cNvPr id="0" name=""/>
        <dsp:cNvSpPr/>
      </dsp:nvSpPr>
      <dsp:spPr>
        <a:xfrm>
          <a:off x="0" y="4769370"/>
          <a:ext cx="7418388" cy="68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latin typeface="Aptos (Body)"/>
            </a:rPr>
            <a:t>Anypoint Studio</a:t>
          </a:r>
        </a:p>
      </dsp:txBody>
      <dsp:txXfrm>
        <a:off x="0" y="4769370"/>
        <a:ext cx="7418388" cy="6813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99CB7B-2F57-4CF1-BF12-4987EC6D2243}">
      <dsp:nvSpPr>
        <dsp:cNvPr id="0" name=""/>
        <dsp:cNvSpPr/>
      </dsp:nvSpPr>
      <dsp:spPr>
        <a:xfrm>
          <a:off x="0" y="665"/>
          <a:ext cx="501539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DC3366-98DE-407A-BC4E-A91F71E8D87E}">
      <dsp:nvSpPr>
        <dsp:cNvPr id="0" name=""/>
        <dsp:cNvSpPr/>
      </dsp:nvSpPr>
      <dsp:spPr>
        <a:xfrm>
          <a:off x="0" y="665"/>
          <a:ext cx="5015393" cy="108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100000"/>
            </a:lnSpc>
            <a:spcBef>
              <a:spcPct val="0"/>
            </a:spcBef>
            <a:spcAft>
              <a:spcPct val="35000"/>
            </a:spcAft>
            <a:buNone/>
          </a:pPr>
          <a:r>
            <a:rPr lang="en-US" sz="2800" kern="1200" spc="300" dirty="0"/>
            <a:t>Receives Event</a:t>
          </a:r>
        </a:p>
      </dsp:txBody>
      <dsp:txXfrm>
        <a:off x="0" y="665"/>
        <a:ext cx="5015393" cy="1089875"/>
      </dsp:txXfrm>
    </dsp:sp>
    <dsp:sp modelId="{FC73D199-2837-4096-B18F-2348D1888724}">
      <dsp:nvSpPr>
        <dsp:cNvPr id="0" name=""/>
        <dsp:cNvSpPr/>
      </dsp:nvSpPr>
      <dsp:spPr>
        <a:xfrm>
          <a:off x="0" y="1090541"/>
          <a:ext cx="501539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D7ABB9-EF04-470B-8623-6E69EF2E906E}">
      <dsp:nvSpPr>
        <dsp:cNvPr id="0" name=""/>
        <dsp:cNvSpPr/>
      </dsp:nvSpPr>
      <dsp:spPr>
        <a:xfrm>
          <a:off x="0" y="1090541"/>
          <a:ext cx="5015393" cy="108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100000"/>
            </a:lnSpc>
            <a:spcBef>
              <a:spcPct val="0"/>
            </a:spcBef>
            <a:spcAft>
              <a:spcPct val="35000"/>
            </a:spcAft>
            <a:buNone/>
          </a:pPr>
          <a:r>
            <a:rPr lang="en-US" sz="2800" kern="1200" spc="300" dirty="0"/>
            <a:t>Transforms Data</a:t>
          </a:r>
        </a:p>
      </dsp:txBody>
      <dsp:txXfrm>
        <a:off x="0" y="1090541"/>
        <a:ext cx="5015393" cy="1089875"/>
      </dsp:txXfrm>
    </dsp:sp>
    <dsp:sp modelId="{AE1F7CD3-7F44-44C3-9211-78F7B529864C}">
      <dsp:nvSpPr>
        <dsp:cNvPr id="0" name=""/>
        <dsp:cNvSpPr/>
      </dsp:nvSpPr>
      <dsp:spPr>
        <a:xfrm>
          <a:off x="0" y="2180416"/>
          <a:ext cx="501539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C9F325-2AAB-4CDC-9E4B-6AE6CB5D7EF3}">
      <dsp:nvSpPr>
        <dsp:cNvPr id="0" name=""/>
        <dsp:cNvSpPr/>
      </dsp:nvSpPr>
      <dsp:spPr>
        <a:xfrm>
          <a:off x="0" y="2180416"/>
          <a:ext cx="5015393" cy="108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100000"/>
            </a:lnSpc>
            <a:spcBef>
              <a:spcPct val="0"/>
            </a:spcBef>
            <a:spcAft>
              <a:spcPct val="35000"/>
            </a:spcAft>
            <a:buNone/>
          </a:pPr>
          <a:r>
            <a:rPr lang="en-US" sz="2800" kern="1200" spc="300"/>
            <a:t>Enriches/Routes</a:t>
          </a:r>
        </a:p>
      </dsp:txBody>
      <dsp:txXfrm>
        <a:off x="0" y="2180416"/>
        <a:ext cx="5015393" cy="1089875"/>
      </dsp:txXfrm>
    </dsp:sp>
    <dsp:sp modelId="{E9A8E7CA-AB74-4D9E-AB00-4B3BCC274F5D}">
      <dsp:nvSpPr>
        <dsp:cNvPr id="0" name=""/>
        <dsp:cNvSpPr/>
      </dsp:nvSpPr>
      <dsp:spPr>
        <a:xfrm>
          <a:off x="0" y="3270292"/>
          <a:ext cx="501539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4C6F93-D997-4B97-A22E-5737EEB329B8}">
      <dsp:nvSpPr>
        <dsp:cNvPr id="0" name=""/>
        <dsp:cNvSpPr/>
      </dsp:nvSpPr>
      <dsp:spPr>
        <a:xfrm>
          <a:off x="0" y="3270292"/>
          <a:ext cx="5015393" cy="108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100000"/>
            </a:lnSpc>
            <a:spcBef>
              <a:spcPct val="0"/>
            </a:spcBef>
            <a:spcAft>
              <a:spcPct val="35000"/>
            </a:spcAft>
            <a:buNone/>
          </a:pPr>
          <a:r>
            <a:rPr lang="en-US" sz="2800" kern="1200" spc="300" dirty="0"/>
            <a:t>Invokes Services</a:t>
          </a:r>
        </a:p>
      </dsp:txBody>
      <dsp:txXfrm>
        <a:off x="0" y="3270292"/>
        <a:ext cx="5015393" cy="1089875"/>
      </dsp:txXfrm>
    </dsp:sp>
    <dsp:sp modelId="{742ECADF-30F6-4C5A-8186-4E92F809247A}">
      <dsp:nvSpPr>
        <dsp:cNvPr id="0" name=""/>
        <dsp:cNvSpPr/>
      </dsp:nvSpPr>
      <dsp:spPr>
        <a:xfrm>
          <a:off x="0" y="4360167"/>
          <a:ext cx="5015393"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9B07D2-C545-4497-81E2-BFC167648A9C}">
      <dsp:nvSpPr>
        <dsp:cNvPr id="0" name=""/>
        <dsp:cNvSpPr/>
      </dsp:nvSpPr>
      <dsp:spPr>
        <a:xfrm>
          <a:off x="0" y="4360167"/>
          <a:ext cx="5015393" cy="108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100000"/>
            </a:lnSpc>
            <a:spcBef>
              <a:spcPct val="0"/>
            </a:spcBef>
            <a:spcAft>
              <a:spcPct val="35000"/>
            </a:spcAft>
            <a:buNone/>
          </a:pPr>
          <a:r>
            <a:rPr lang="en-US" sz="2800" kern="1200" spc="300" dirty="0"/>
            <a:t>Returns Response</a:t>
          </a:r>
        </a:p>
      </dsp:txBody>
      <dsp:txXfrm>
        <a:off x="0" y="4360167"/>
        <a:ext cx="5015393" cy="10898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01CB17-B269-407C-91E6-736279F97CD5}">
      <dsp:nvSpPr>
        <dsp:cNvPr id="0" name=""/>
        <dsp:cNvSpPr/>
      </dsp:nvSpPr>
      <dsp:spPr>
        <a:xfrm>
          <a:off x="0" y="0"/>
          <a:ext cx="5119977" cy="799648"/>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Event contains</a:t>
          </a:r>
        </a:p>
      </dsp:txBody>
      <dsp:txXfrm>
        <a:off x="23421" y="23421"/>
        <a:ext cx="4163534" cy="752806"/>
      </dsp:txXfrm>
    </dsp:sp>
    <dsp:sp modelId="{C6020D5A-FB13-424E-AF26-B259CD50B0E8}">
      <dsp:nvSpPr>
        <dsp:cNvPr id="0" name=""/>
        <dsp:cNvSpPr/>
      </dsp:nvSpPr>
      <dsp:spPr>
        <a:xfrm>
          <a:off x="382335" y="910710"/>
          <a:ext cx="5119977" cy="799648"/>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Message (payload + attributes)</a:t>
          </a:r>
        </a:p>
      </dsp:txBody>
      <dsp:txXfrm>
        <a:off x="405756" y="934131"/>
        <a:ext cx="4171027" cy="752806"/>
      </dsp:txXfrm>
    </dsp:sp>
    <dsp:sp modelId="{203F92FC-A539-488B-A453-F1A7563B626B}">
      <dsp:nvSpPr>
        <dsp:cNvPr id="0" name=""/>
        <dsp:cNvSpPr/>
      </dsp:nvSpPr>
      <dsp:spPr>
        <a:xfrm>
          <a:off x="764671" y="1821421"/>
          <a:ext cx="5119977" cy="799648"/>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Variables</a:t>
          </a:r>
        </a:p>
      </dsp:txBody>
      <dsp:txXfrm>
        <a:off x="788092" y="1844842"/>
        <a:ext cx="4171027" cy="752806"/>
      </dsp:txXfrm>
    </dsp:sp>
    <dsp:sp modelId="{A06FD7B9-0673-4ED3-A804-7EAA9439762D}">
      <dsp:nvSpPr>
        <dsp:cNvPr id="0" name=""/>
        <dsp:cNvSpPr/>
      </dsp:nvSpPr>
      <dsp:spPr>
        <a:xfrm>
          <a:off x="1147007" y="2732132"/>
          <a:ext cx="5119977" cy="799648"/>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Error</a:t>
          </a:r>
        </a:p>
      </dsp:txBody>
      <dsp:txXfrm>
        <a:off x="1170428" y="2755553"/>
        <a:ext cx="4171027" cy="752806"/>
      </dsp:txXfrm>
    </dsp:sp>
    <dsp:sp modelId="{FEA206F5-1C35-463C-84DE-06B3622EF73F}">
      <dsp:nvSpPr>
        <dsp:cNvPr id="0" name=""/>
        <dsp:cNvSpPr/>
      </dsp:nvSpPr>
      <dsp:spPr>
        <a:xfrm>
          <a:off x="1529343" y="3642843"/>
          <a:ext cx="5119977" cy="799648"/>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Message payload transformed via DataWeave</a:t>
          </a:r>
        </a:p>
      </dsp:txBody>
      <dsp:txXfrm>
        <a:off x="1552764" y="3666264"/>
        <a:ext cx="4171027" cy="752806"/>
      </dsp:txXfrm>
    </dsp:sp>
    <dsp:sp modelId="{DC6513B1-D5F3-4A33-B70A-A57949CD1B59}">
      <dsp:nvSpPr>
        <dsp:cNvPr id="0" name=""/>
        <dsp:cNvSpPr/>
      </dsp:nvSpPr>
      <dsp:spPr>
        <a:xfrm>
          <a:off x="4600205" y="584187"/>
          <a:ext cx="519771" cy="51977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4717153" y="584187"/>
        <a:ext cx="285875" cy="391128"/>
      </dsp:txXfrm>
    </dsp:sp>
    <dsp:sp modelId="{47AF9F6F-8B30-415B-8EB7-9731E3E31633}">
      <dsp:nvSpPr>
        <dsp:cNvPr id="0" name=""/>
        <dsp:cNvSpPr/>
      </dsp:nvSpPr>
      <dsp:spPr>
        <a:xfrm>
          <a:off x="4982541" y="1494898"/>
          <a:ext cx="519771" cy="51977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5099489" y="1494898"/>
        <a:ext cx="285875" cy="391128"/>
      </dsp:txXfrm>
    </dsp:sp>
    <dsp:sp modelId="{3ECC523C-C705-4154-AD56-8CB187EE286C}">
      <dsp:nvSpPr>
        <dsp:cNvPr id="0" name=""/>
        <dsp:cNvSpPr/>
      </dsp:nvSpPr>
      <dsp:spPr>
        <a:xfrm>
          <a:off x="5364877" y="2392281"/>
          <a:ext cx="519771" cy="51977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5481825" y="2392281"/>
        <a:ext cx="285875" cy="391128"/>
      </dsp:txXfrm>
    </dsp:sp>
    <dsp:sp modelId="{C587BD7F-9191-44D2-97CB-893DAD4227BD}">
      <dsp:nvSpPr>
        <dsp:cNvPr id="0" name=""/>
        <dsp:cNvSpPr/>
      </dsp:nvSpPr>
      <dsp:spPr>
        <a:xfrm>
          <a:off x="5747213" y="3311877"/>
          <a:ext cx="519771" cy="51977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5864161" y="3311877"/>
        <a:ext cx="285875" cy="39112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790E33-F0EF-413D-A33C-84D8CA9DF8FD}">
      <dsp:nvSpPr>
        <dsp:cNvPr id="0" name=""/>
        <dsp:cNvSpPr/>
      </dsp:nvSpPr>
      <dsp:spPr>
        <a:xfrm>
          <a:off x="1090548" y="1043143"/>
          <a:ext cx="1092016" cy="10920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B85340-12D3-4FDF-B440-95C106C9A441}">
      <dsp:nvSpPr>
        <dsp:cNvPr id="0" name=""/>
        <dsp:cNvSpPr/>
      </dsp:nvSpPr>
      <dsp:spPr>
        <a:xfrm>
          <a:off x="423205" y="2454978"/>
          <a:ext cx="242670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Connectors: HTTP, DB, FTP/SFTP, Salesforce, JMS, Kafka, SMTP</a:t>
          </a:r>
        </a:p>
      </dsp:txBody>
      <dsp:txXfrm>
        <a:off x="423205" y="2454978"/>
        <a:ext cx="2426702" cy="720000"/>
      </dsp:txXfrm>
    </dsp:sp>
    <dsp:sp modelId="{9A497384-449B-4DB7-948D-561016340414}">
      <dsp:nvSpPr>
        <dsp:cNvPr id="0" name=""/>
        <dsp:cNvSpPr/>
      </dsp:nvSpPr>
      <dsp:spPr>
        <a:xfrm>
          <a:off x="3941923" y="1043143"/>
          <a:ext cx="1092016" cy="10920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9DAB5D-2991-44F1-BFD6-2BFA443986A6}">
      <dsp:nvSpPr>
        <dsp:cNvPr id="0" name=""/>
        <dsp:cNvSpPr/>
      </dsp:nvSpPr>
      <dsp:spPr>
        <a:xfrm>
          <a:off x="3274580" y="2454978"/>
          <a:ext cx="242670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Components: Logger, Transform, Set Variable, Validators</a:t>
          </a:r>
        </a:p>
      </dsp:txBody>
      <dsp:txXfrm>
        <a:off x="3274580" y="2454978"/>
        <a:ext cx="2426702" cy="720000"/>
      </dsp:txXfrm>
    </dsp:sp>
    <dsp:sp modelId="{6C93B1E5-9CB0-4D4D-8B73-A635291FDD4D}">
      <dsp:nvSpPr>
        <dsp:cNvPr id="0" name=""/>
        <dsp:cNvSpPr/>
      </dsp:nvSpPr>
      <dsp:spPr>
        <a:xfrm>
          <a:off x="6793299" y="1043143"/>
          <a:ext cx="1092016" cy="10920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7558C9-E77C-4FB4-B743-1C4029351CF9}">
      <dsp:nvSpPr>
        <dsp:cNvPr id="0" name=""/>
        <dsp:cNvSpPr/>
      </dsp:nvSpPr>
      <dsp:spPr>
        <a:xfrm>
          <a:off x="6125955" y="2454978"/>
          <a:ext cx="242670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Routers: Choice, Scatter-Gather, Round-Robin</a:t>
          </a:r>
        </a:p>
      </dsp:txBody>
      <dsp:txXfrm>
        <a:off x="6125955" y="2454978"/>
        <a:ext cx="2426702" cy="720000"/>
      </dsp:txXfrm>
    </dsp:sp>
    <dsp:sp modelId="{DFBA4EA7-9F43-42DE-BA5F-F46DEACEC63F}">
      <dsp:nvSpPr>
        <dsp:cNvPr id="0" name=""/>
        <dsp:cNvSpPr/>
      </dsp:nvSpPr>
      <dsp:spPr>
        <a:xfrm>
          <a:off x="9644674" y="1043143"/>
          <a:ext cx="1092016" cy="109201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FB9DA0-DAB5-49F8-A893-7F0411513B0A}">
      <dsp:nvSpPr>
        <dsp:cNvPr id="0" name=""/>
        <dsp:cNvSpPr/>
      </dsp:nvSpPr>
      <dsp:spPr>
        <a:xfrm>
          <a:off x="8977331" y="2454978"/>
          <a:ext cx="242670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Scopes: Try, Async, For Each, Parallel For Each</a:t>
          </a:r>
        </a:p>
      </dsp:txBody>
      <dsp:txXfrm>
        <a:off x="8977331" y="2454978"/>
        <a:ext cx="2426702"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53C993-039C-4254-93CE-06EBCEA51398}">
      <dsp:nvSpPr>
        <dsp:cNvPr id="0" name=""/>
        <dsp:cNvSpPr/>
      </dsp:nvSpPr>
      <dsp:spPr>
        <a:xfrm>
          <a:off x="0" y="2661"/>
          <a:ext cx="7418388"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B7AFF04-1F5E-4E38-A6E9-DEA36F7E92A9}">
      <dsp:nvSpPr>
        <dsp:cNvPr id="0" name=""/>
        <dsp:cNvSpPr/>
      </dsp:nvSpPr>
      <dsp:spPr>
        <a:xfrm>
          <a:off x="0" y="2661"/>
          <a:ext cx="7418388" cy="49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HTTP Connector</a:t>
          </a:r>
        </a:p>
      </dsp:txBody>
      <dsp:txXfrm>
        <a:off x="0" y="2661"/>
        <a:ext cx="7418388" cy="495035"/>
      </dsp:txXfrm>
    </dsp:sp>
    <dsp:sp modelId="{988704FF-DA49-4342-B51B-03E874A8CDFF}">
      <dsp:nvSpPr>
        <dsp:cNvPr id="0" name=""/>
        <dsp:cNvSpPr/>
      </dsp:nvSpPr>
      <dsp:spPr>
        <a:xfrm>
          <a:off x="0" y="497696"/>
          <a:ext cx="7418388"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25C238B2-CFFA-41E4-9A8D-1738866700F9}">
      <dsp:nvSpPr>
        <dsp:cNvPr id="0" name=""/>
        <dsp:cNvSpPr/>
      </dsp:nvSpPr>
      <dsp:spPr>
        <a:xfrm>
          <a:off x="0" y="497696"/>
          <a:ext cx="7418388" cy="49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Listener Config (HTTP_Listener_Configuration)</a:t>
          </a:r>
        </a:p>
      </dsp:txBody>
      <dsp:txXfrm>
        <a:off x="0" y="497696"/>
        <a:ext cx="7418388" cy="495035"/>
      </dsp:txXfrm>
    </dsp:sp>
    <dsp:sp modelId="{07380720-0FDD-41FE-8EF0-FA8771B351E2}">
      <dsp:nvSpPr>
        <dsp:cNvPr id="0" name=""/>
        <dsp:cNvSpPr/>
      </dsp:nvSpPr>
      <dsp:spPr>
        <a:xfrm>
          <a:off x="0" y="992731"/>
          <a:ext cx="7418388"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576A103-EFCB-4798-9581-54AE3E8E7CFA}">
      <dsp:nvSpPr>
        <dsp:cNvPr id="0" name=""/>
        <dsp:cNvSpPr/>
      </dsp:nvSpPr>
      <dsp:spPr>
        <a:xfrm>
          <a:off x="0" y="992731"/>
          <a:ext cx="7418388" cy="49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Request Config (HTTP_Request_Configuration)</a:t>
          </a:r>
        </a:p>
      </dsp:txBody>
      <dsp:txXfrm>
        <a:off x="0" y="992731"/>
        <a:ext cx="7418388" cy="495035"/>
      </dsp:txXfrm>
    </dsp:sp>
    <dsp:sp modelId="{1950CB28-FC9A-4F08-A94C-C79E5EC6A6D2}">
      <dsp:nvSpPr>
        <dsp:cNvPr id="0" name=""/>
        <dsp:cNvSpPr/>
      </dsp:nvSpPr>
      <dsp:spPr>
        <a:xfrm>
          <a:off x="0" y="1487766"/>
          <a:ext cx="7418388"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09E7013-B089-4BC8-BB0C-A0F60ACB31E2}">
      <dsp:nvSpPr>
        <dsp:cNvPr id="0" name=""/>
        <dsp:cNvSpPr/>
      </dsp:nvSpPr>
      <dsp:spPr>
        <a:xfrm>
          <a:off x="0" y="1487766"/>
          <a:ext cx="7418388" cy="49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DB Connector</a:t>
          </a:r>
        </a:p>
      </dsp:txBody>
      <dsp:txXfrm>
        <a:off x="0" y="1487766"/>
        <a:ext cx="7418388" cy="495035"/>
      </dsp:txXfrm>
    </dsp:sp>
    <dsp:sp modelId="{F7C37087-DAB0-4AE7-9A6F-4D1EE997D81D}">
      <dsp:nvSpPr>
        <dsp:cNvPr id="0" name=""/>
        <dsp:cNvSpPr/>
      </dsp:nvSpPr>
      <dsp:spPr>
        <a:xfrm>
          <a:off x="0" y="1982801"/>
          <a:ext cx="7418388"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52036E6-C5FD-47CF-A0EB-BFA625B57640}">
      <dsp:nvSpPr>
        <dsp:cNvPr id="0" name=""/>
        <dsp:cNvSpPr/>
      </dsp:nvSpPr>
      <dsp:spPr>
        <a:xfrm>
          <a:off x="0" y="1982801"/>
          <a:ext cx="7418388" cy="49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Configuration (DB_Config)</a:t>
          </a:r>
        </a:p>
      </dsp:txBody>
      <dsp:txXfrm>
        <a:off x="0" y="1982801"/>
        <a:ext cx="7418388" cy="495035"/>
      </dsp:txXfrm>
    </dsp:sp>
    <dsp:sp modelId="{D5B3321C-887A-47A1-9435-021E56D9C6A0}">
      <dsp:nvSpPr>
        <dsp:cNvPr id="0" name=""/>
        <dsp:cNvSpPr/>
      </dsp:nvSpPr>
      <dsp:spPr>
        <a:xfrm>
          <a:off x="0" y="2477836"/>
          <a:ext cx="7418388"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DAB8452-CF91-4370-B925-007E50ED4633}">
      <dsp:nvSpPr>
        <dsp:cNvPr id="0" name=""/>
        <dsp:cNvSpPr/>
      </dsp:nvSpPr>
      <dsp:spPr>
        <a:xfrm>
          <a:off x="0" y="2477836"/>
          <a:ext cx="7418388" cy="49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Salesforce Connector</a:t>
          </a:r>
        </a:p>
      </dsp:txBody>
      <dsp:txXfrm>
        <a:off x="0" y="2477836"/>
        <a:ext cx="7418388" cy="495035"/>
      </dsp:txXfrm>
    </dsp:sp>
    <dsp:sp modelId="{42F2FF31-F9B9-4108-A6CF-5060E4B377F0}">
      <dsp:nvSpPr>
        <dsp:cNvPr id="0" name=""/>
        <dsp:cNvSpPr/>
      </dsp:nvSpPr>
      <dsp:spPr>
        <a:xfrm>
          <a:off x="0" y="2972872"/>
          <a:ext cx="7418388"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D1E455C-4A5F-422C-A989-2F7923FC96B1}">
      <dsp:nvSpPr>
        <dsp:cNvPr id="0" name=""/>
        <dsp:cNvSpPr/>
      </dsp:nvSpPr>
      <dsp:spPr>
        <a:xfrm>
          <a:off x="0" y="2972872"/>
          <a:ext cx="7418388" cy="49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SF_Config</a:t>
          </a:r>
        </a:p>
      </dsp:txBody>
      <dsp:txXfrm>
        <a:off x="0" y="2972872"/>
        <a:ext cx="7418388" cy="495035"/>
      </dsp:txXfrm>
    </dsp:sp>
    <dsp:sp modelId="{FCBC264A-A545-4093-AB18-8D891E701332}">
      <dsp:nvSpPr>
        <dsp:cNvPr id="0" name=""/>
        <dsp:cNvSpPr/>
      </dsp:nvSpPr>
      <dsp:spPr>
        <a:xfrm>
          <a:off x="0" y="3467907"/>
          <a:ext cx="7418388"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8474F2AE-C418-495A-8B59-0E325D40C272}">
      <dsp:nvSpPr>
        <dsp:cNvPr id="0" name=""/>
        <dsp:cNvSpPr/>
      </dsp:nvSpPr>
      <dsp:spPr>
        <a:xfrm>
          <a:off x="0" y="3467907"/>
          <a:ext cx="7418388" cy="49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FTP/SFTP Connector</a:t>
          </a:r>
        </a:p>
      </dsp:txBody>
      <dsp:txXfrm>
        <a:off x="0" y="3467907"/>
        <a:ext cx="7418388" cy="495035"/>
      </dsp:txXfrm>
    </dsp:sp>
    <dsp:sp modelId="{420BF24F-35A2-4838-A2EC-2E6B081A702B}">
      <dsp:nvSpPr>
        <dsp:cNvPr id="0" name=""/>
        <dsp:cNvSpPr/>
      </dsp:nvSpPr>
      <dsp:spPr>
        <a:xfrm>
          <a:off x="0" y="3962942"/>
          <a:ext cx="7418388"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1D4CDAD-A2AC-46F2-86E1-B80184CB7B70}">
      <dsp:nvSpPr>
        <dsp:cNvPr id="0" name=""/>
        <dsp:cNvSpPr/>
      </dsp:nvSpPr>
      <dsp:spPr>
        <a:xfrm>
          <a:off x="0" y="3962942"/>
          <a:ext cx="7418388" cy="49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SFTP_Config</a:t>
          </a:r>
        </a:p>
      </dsp:txBody>
      <dsp:txXfrm>
        <a:off x="0" y="3962942"/>
        <a:ext cx="7418388" cy="495035"/>
      </dsp:txXfrm>
    </dsp:sp>
    <dsp:sp modelId="{2630E8F3-ECFB-48B2-8CFA-1C1F1481B72E}">
      <dsp:nvSpPr>
        <dsp:cNvPr id="0" name=""/>
        <dsp:cNvSpPr/>
      </dsp:nvSpPr>
      <dsp:spPr>
        <a:xfrm>
          <a:off x="0" y="4457977"/>
          <a:ext cx="7418388"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F617A23A-7AA1-4B4E-A4A2-DA36964BB525}">
      <dsp:nvSpPr>
        <dsp:cNvPr id="0" name=""/>
        <dsp:cNvSpPr/>
      </dsp:nvSpPr>
      <dsp:spPr>
        <a:xfrm>
          <a:off x="0" y="4457977"/>
          <a:ext cx="7418388" cy="49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JMS/Kafka</a:t>
          </a:r>
        </a:p>
      </dsp:txBody>
      <dsp:txXfrm>
        <a:off x="0" y="4457977"/>
        <a:ext cx="7418388" cy="495035"/>
      </dsp:txXfrm>
    </dsp:sp>
    <dsp:sp modelId="{6EC7EA9B-80B3-48E5-BD66-EA18A088DF80}">
      <dsp:nvSpPr>
        <dsp:cNvPr id="0" name=""/>
        <dsp:cNvSpPr/>
      </dsp:nvSpPr>
      <dsp:spPr>
        <a:xfrm>
          <a:off x="0" y="4953012"/>
          <a:ext cx="7418388"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833C68E-D047-410F-9C8E-1C276F27CF60}">
      <dsp:nvSpPr>
        <dsp:cNvPr id="0" name=""/>
        <dsp:cNvSpPr/>
      </dsp:nvSpPr>
      <dsp:spPr>
        <a:xfrm>
          <a:off x="0" y="4953012"/>
          <a:ext cx="7418388" cy="49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JMS_Config or Kafka_Config</a:t>
          </a:r>
        </a:p>
      </dsp:txBody>
      <dsp:txXfrm>
        <a:off x="0" y="4953012"/>
        <a:ext cx="7418388" cy="49503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6E8435-F959-46F5-8E9F-E984800D9591}">
      <dsp:nvSpPr>
        <dsp:cNvPr id="0" name=""/>
        <dsp:cNvSpPr/>
      </dsp:nvSpPr>
      <dsp:spPr>
        <a:xfrm>
          <a:off x="0" y="2262"/>
          <a:ext cx="7418388" cy="1146565"/>
        </a:xfrm>
        <a:prstGeom prst="roundRect">
          <a:avLst>
            <a:gd name="adj" fmla="val 10000"/>
          </a:avLst>
        </a:prstGeom>
        <a:solidFill>
          <a:srgbClr val="5F0229"/>
        </a:solidFill>
        <a:ln>
          <a:noFill/>
        </a:ln>
        <a:effectLst/>
      </dsp:spPr>
      <dsp:style>
        <a:lnRef idx="0">
          <a:scrgbClr r="0" g="0" b="0"/>
        </a:lnRef>
        <a:fillRef idx="1">
          <a:scrgbClr r="0" g="0" b="0"/>
        </a:fillRef>
        <a:effectRef idx="0">
          <a:scrgbClr r="0" g="0" b="0"/>
        </a:effectRef>
        <a:fontRef idx="minor"/>
      </dsp:style>
    </dsp:sp>
    <dsp:sp modelId="{D6B5DD7C-E912-4741-BFEA-5FDC7F22A46F}">
      <dsp:nvSpPr>
        <dsp:cNvPr id="0" name=""/>
        <dsp:cNvSpPr/>
      </dsp:nvSpPr>
      <dsp:spPr>
        <a:xfrm>
          <a:off x="346835" y="260239"/>
          <a:ext cx="630610" cy="63061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F985AE-ECFF-4035-95CA-42ECA85D1731}">
      <dsp:nvSpPr>
        <dsp:cNvPr id="0" name=""/>
        <dsp:cNvSpPr/>
      </dsp:nvSpPr>
      <dsp:spPr>
        <a:xfrm>
          <a:off x="1324282" y="2262"/>
          <a:ext cx="6094105" cy="1146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345" tIns="121345" rIns="121345" bIns="121345" numCol="1" spcCol="1270" anchor="ctr" anchorCtr="0">
          <a:noAutofit/>
        </a:bodyPr>
        <a:lstStyle/>
        <a:p>
          <a:pPr marL="0" lvl="0" indent="0" algn="l" defTabSz="977900">
            <a:lnSpc>
              <a:spcPct val="90000"/>
            </a:lnSpc>
            <a:spcBef>
              <a:spcPct val="0"/>
            </a:spcBef>
            <a:spcAft>
              <a:spcPct val="35000"/>
            </a:spcAft>
            <a:buNone/>
          </a:pPr>
          <a:r>
            <a:rPr lang="en-GB" sz="2200" kern="1200" dirty="0">
              <a:solidFill>
                <a:schemeClr val="bg1"/>
              </a:solidFill>
            </a:rPr>
            <a:t>flowVars: variables within flow</a:t>
          </a:r>
          <a:endParaRPr lang="en-US" sz="2200" kern="1200" dirty="0">
            <a:solidFill>
              <a:schemeClr val="bg1"/>
            </a:solidFill>
          </a:endParaRPr>
        </a:p>
      </dsp:txBody>
      <dsp:txXfrm>
        <a:off x="1324282" y="2262"/>
        <a:ext cx="6094105" cy="1146565"/>
      </dsp:txXfrm>
    </dsp:sp>
    <dsp:sp modelId="{67C2585E-6BB8-42DD-861D-F93D123971B7}">
      <dsp:nvSpPr>
        <dsp:cNvPr id="0" name=""/>
        <dsp:cNvSpPr/>
      </dsp:nvSpPr>
      <dsp:spPr>
        <a:xfrm>
          <a:off x="0" y="1435468"/>
          <a:ext cx="7418388" cy="1146565"/>
        </a:xfrm>
        <a:prstGeom prst="roundRect">
          <a:avLst>
            <a:gd name="adj" fmla="val 10000"/>
          </a:avLst>
        </a:prstGeom>
        <a:solidFill>
          <a:srgbClr val="5F0229"/>
        </a:solidFill>
        <a:ln>
          <a:noFill/>
        </a:ln>
        <a:effectLst/>
      </dsp:spPr>
      <dsp:style>
        <a:lnRef idx="0">
          <a:scrgbClr r="0" g="0" b="0"/>
        </a:lnRef>
        <a:fillRef idx="1">
          <a:scrgbClr r="0" g="0" b="0"/>
        </a:fillRef>
        <a:effectRef idx="0">
          <a:scrgbClr r="0" g="0" b="0"/>
        </a:effectRef>
        <a:fontRef idx="minor"/>
      </dsp:style>
    </dsp:sp>
    <dsp:sp modelId="{02FB3CA6-FA0D-445A-A3BA-1B1A5B7F14D7}">
      <dsp:nvSpPr>
        <dsp:cNvPr id="0" name=""/>
        <dsp:cNvSpPr/>
      </dsp:nvSpPr>
      <dsp:spPr>
        <a:xfrm>
          <a:off x="346835" y="1693445"/>
          <a:ext cx="630610" cy="63061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B2D92A-8A11-4FB6-AC24-E3D233EA3B70}">
      <dsp:nvSpPr>
        <dsp:cNvPr id="0" name=""/>
        <dsp:cNvSpPr/>
      </dsp:nvSpPr>
      <dsp:spPr>
        <a:xfrm>
          <a:off x="1324282" y="1435468"/>
          <a:ext cx="6094105" cy="1146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345" tIns="121345" rIns="121345" bIns="121345" numCol="1" spcCol="1270" anchor="ctr" anchorCtr="0">
          <a:noAutofit/>
        </a:bodyPr>
        <a:lstStyle/>
        <a:p>
          <a:pPr marL="0" lvl="0" indent="0" algn="l" defTabSz="977900">
            <a:lnSpc>
              <a:spcPct val="90000"/>
            </a:lnSpc>
            <a:spcBef>
              <a:spcPct val="0"/>
            </a:spcBef>
            <a:spcAft>
              <a:spcPct val="35000"/>
            </a:spcAft>
            <a:buNone/>
          </a:pPr>
          <a:r>
            <a:rPr lang="en-GB" sz="2200" kern="1200" dirty="0">
              <a:solidFill>
                <a:schemeClr val="bg1"/>
              </a:solidFill>
            </a:rPr>
            <a:t>sessionVars: deprecated</a:t>
          </a:r>
          <a:endParaRPr lang="en-US" sz="2200" kern="1200" dirty="0">
            <a:solidFill>
              <a:schemeClr val="bg1"/>
            </a:solidFill>
          </a:endParaRPr>
        </a:p>
      </dsp:txBody>
      <dsp:txXfrm>
        <a:off x="1324282" y="1435468"/>
        <a:ext cx="6094105" cy="1146565"/>
      </dsp:txXfrm>
    </dsp:sp>
    <dsp:sp modelId="{25579CF5-FB19-401C-86CF-D302000AEB67}">
      <dsp:nvSpPr>
        <dsp:cNvPr id="0" name=""/>
        <dsp:cNvSpPr/>
      </dsp:nvSpPr>
      <dsp:spPr>
        <a:xfrm>
          <a:off x="0" y="2868675"/>
          <a:ext cx="7418388" cy="1146565"/>
        </a:xfrm>
        <a:prstGeom prst="roundRect">
          <a:avLst>
            <a:gd name="adj" fmla="val 10000"/>
          </a:avLst>
        </a:prstGeom>
        <a:solidFill>
          <a:srgbClr val="5F0229"/>
        </a:solidFill>
        <a:ln>
          <a:noFill/>
        </a:ln>
        <a:effectLst/>
      </dsp:spPr>
      <dsp:style>
        <a:lnRef idx="0">
          <a:scrgbClr r="0" g="0" b="0"/>
        </a:lnRef>
        <a:fillRef idx="1">
          <a:scrgbClr r="0" g="0" b="0"/>
        </a:fillRef>
        <a:effectRef idx="0">
          <a:scrgbClr r="0" g="0" b="0"/>
        </a:effectRef>
        <a:fontRef idx="minor"/>
      </dsp:style>
    </dsp:sp>
    <dsp:sp modelId="{C274B30A-1B5A-4345-8B1B-736CE49ABBAF}">
      <dsp:nvSpPr>
        <dsp:cNvPr id="0" name=""/>
        <dsp:cNvSpPr/>
      </dsp:nvSpPr>
      <dsp:spPr>
        <a:xfrm>
          <a:off x="346835" y="3126652"/>
          <a:ext cx="630610" cy="6306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960715-97AC-45AB-A5EC-8D632025CB8B}">
      <dsp:nvSpPr>
        <dsp:cNvPr id="0" name=""/>
        <dsp:cNvSpPr/>
      </dsp:nvSpPr>
      <dsp:spPr>
        <a:xfrm>
          <a:off x="1324282" y="2868675"/>
          <a:ext cx="6094105" cy="1146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345" tIns="121345" rIns="121345" bIns="121345" numCol="1" spcCol="1270" anchor="ctr" anchorCtr="0">
          <a:noAutofit/>
        </a:bodyPr>
        <a:lstStyle/>
        <a:p>
          <a:pPr marL="0" lvl="0" indent="0" algn="l" defTabSz="977900">
            <a:lnSpc>
              <a:spcPct val="90000"/>
            </a:lnSpc>
            <a:spcBef>
              <a:spcPct val="0"/>
            </a:spcBef>
            <a:spcAft>
              <a:spcPct val="35000"/>
            </a:spcAft>
            <a:buNone/>
          </a:pPr>
          <a:r>
            <a:rPr lang="en-GB" sz="2200" kern="1200" dirty="0">
              <a:solidFill>
                <a:schemeClr val="bg1"/>
              </a:solidFill>
            </a:rPr>
            <a:t>attributes: metadata (headers, query params)</a:t>
          </a:r>
          <a:endParaRPr lang="en-US" sz="2200" kern="1200" dirty="0">
            <a:solidFill>
              <a:schemeClr val="bg1"/>
            </a:solidFill>
          </a:endParaRPr>
        </a:p>
      </dsp:txBody>
      <dsp:txXfrm>
        <a:off x="1324282" y="2868675"/>
        <a:ext cx="6094105" cy="1146565"/>
      </dsp:txXfrm>
    </dsp:sp>
    <dsp:sp modelId="{7B7BAA97-2151-408A-B0FA-7C7C04C35259}">
      <dsp:nvSpPr>
        <dsp:cNvPr id="0" name=""/>
        <dsp:cNvSpPr/>
      </dsp:nvSpPr>
      <dsp:spPr>
        <a:xfrm>
          <a:off x="0" y="4301881"/>
          <a:ext cx="7418388" cy="1146565"/>
        </a:xfrm>
        <a:prstGeom prst="roundRect">
          <a:avLst>
            <a:gd name="adj" fmla="val 10000"/>
          </a:avLst>
        </a:prstGeom>
        <a:solidFill>
          <a:srgbClr val="5F0229"/>
        </a:solidFill>
        <a:ln>
          <a:noFill/>
        </a:ln>
        <a:effectLst/>
      </dsp:spPr>
      <dsp:style>
        <a:lnRef idx="0">
          <a:scrgbClr r="0" g="0" b="0"/>
        </a:lnRef>
        <a:fillRef idx="1">
          <a:scrgbClr r="0" g="0" b="0"/>
        </a:fillRef>
        <a:effectRef idx="0">
          <a:scrgbClr r="0" g="0" b="0"/>
        </a:effectRef>
        <a:fontRef idx="minor"/>
      </dsp:style>
    </dsp:sp>
    <dsp:sp modelId="{40A5AF1C-A965-4950-A151-A1EEAC5F5F86}">
      <dsp:nvSpPr>
        <dsp:cNvPr id="0" name=""/>
        <dsp:cNvSpPr/>
      </dsp:nvSpPr>
      <dsp:spPr>
        <a:xfrm>
          <a:off x="346835" y="4559858"/>
          <a:ext cx="630610" cy="6306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74AAEB-F2C2-4199-9AC1-20016D6EEBBE}">
      <dsp:nvSpPr>
        <dsp:cNvPr id="0" name=""/>
        <dsp:cNvSpPr/>
      </dsp:nvSpPr>
      <dsp:spPr>
        <a:xfrm>
          <a:off x="1324282" y="4301881"/>
          <a:ext cx="6094105" cy="1146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345" tIns="121345" rIns="121345" bIns="121345" numCol="1" spcCol="1270" anchor="ctr" anchorCtr="0">
          <a:noAutofit/>
        </a:bodyPr>
        <a:lstStyle/>
        <a:p>
          <a:pPr marL="0" lvl="0" indent="0" algn="l" defTabSz="977900">
            <a:lnSpc>
              <a:spcPct val="90000"/>
            </a:lnSpc>
            <a:spcBef>
              <a:spcPct val="0"/>
            </a:spcBef>
            <a:spcAft>
              <a:spcPct val="35000"/>
            </a:spcAft>
            <a:buNone/>
          </a:pPr>
          <a:r>
            <a:rPr lang="en-GB" sz="2200" kern="1200" dirty="0">
              <a:solidFill>
                <a:schemeClr val="bg1"/>
              </a:solidFill>
            </a:rPr>
            <a:t>property files : environment configs</a:t>
          </a:r>
          <a:endParaRPr lang="en-US" sz="2200" kern="1200" dirty="0">
            <a:solidFill>
              <a:schemeClr val="bg1"/>
            </a:solidFill>
          </a:endParaRPr>
        </a:p>
      </dsp:txBody>
      <dsp:txXfrm>
        <a:off x="1324282" y="4301881"/>
        <a:ext cx="6094105" cy="114656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0F930D-3289-4042-94B6-D0CC518DDEA6}">
      <dsp:nvSpPr>
        <dsp:cNvPr id="0" name=""/>
        <dsp:cNvSpPr/>
      </dsp:nvSpPr>
      <dsp:spPr>
        <a:xfrm>
          <a:off x="0" y="665"/>
          <a:ext cx="7418388"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7D2167-E406-4233-9240-80FC8418CE73}">
      <dsp:nvSpPr>
        <dsp:cNvPr id="0" name=""/>
        <dsp:cNvSpPr/>
      </dsp:nvSpPr>
      <dsp:spPr>
        <a:xfrm>
          <a:off x="0" y="665"/>
          <a:ext cx="7418388" cy="108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IN" sz="2800" b="0" i="0" kern="1200" dirty="0"/>
            <a:t>Powerful data transformation language used in “Transform Message”</a:t>
          </a:r>
          <a:endParaRPr lang="en-US" sz="2800" kern="1200" dirty="0"/>
        </a:p>
      </dsp:txBody>
      <dsp:txXfrm>
        <a:off x="0" y="665"/>
        <a:ext cx="7418388" cy="1089875"/>
      </dsp:txXfrm>
    </dsp:sp>
    <dsp:sp modelId="{D4F75E55-9775-49B3-8129-CD063FAA4B50}">
      <dsp:nvSpPr>
        <dsp:cNvPr id="0" name=""/>
        <dsp:cNvSpPr/>
      </dsp:nvSpPr>
      <dsp:spPr>
        <a:xfrm>
          <a:off x="0" y="1090541"/>
          <a:ext cx="7418388"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189A5E-68C8-44F2-A03E-C1BFBB09370C}">
      <dsp:nvSpPr>
        <dsp:cNvPr id="0" name=""/>
        <dsp:cNvSpPr/>
      </dsp:nvSpPr>
      <dsp:spPr>
        <a:xfrm>
          <a:off x="0" y="1090541"/>
          <a:ext cx="7418388" cy="108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IN" sz="2800" b="0" i="0" kern="1200" dirty="0"/>
            <a:t>Supports JSON, XML, CSV, Java Objects, and more</a:t>
          </a:r>
          <a:endParaRPr lang="en-US" sz="2800" kern="1200" dirty="0"/>
        </a:p>
      </dsp:txBody>
      <dsp:txXfrm>
        <a:off x="0" y="1090541"/>
        <a:ext cx="7418388" cy="1089875"/>
      </dsp:txXfrm>
    </dsp:sp>
    <dsp:sp modelId="{BE074EF2-5C83-4E03-AE06-A54FEFE990A2}">
      <dsp:nvSpPr>
        <dsp:cNvPr id="0" name=""/>
        <dsp:cNvSpPr/>
      </dsp:nvSpPr>
      <dsp:spPr>
        <a:xfrm>
          <a:off x="0" y="2180416"/>
          <a:ext cx="7418388"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945345-B102-4840-9567-188EDDB3A5AD}">
      <dsp:nvSpPr>
        <dsp:cNvPr id="0" name=""/>
        <dsp:cNvSpPr/>
      </dsp:nvSpPr>
      <dsp:spPr>
        <a:xfrm>
          <a:off x="0" y="2180416"/>
          <a:ext cx="7418388" cy="108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IN" sz="2800" b="0" i="0" kern="1200" dirty="0"/>
            <a:t>Transforms both message body (payload) and headers (attributes)</a:t>
          </a:r>
          <a:endParaRPr lang="en-US" sz="2800" kern="1200" dirty="0"/>
        </a:p>
      </dsp:txBody>
      <dsp:txXfrm>
        <a:off x="0" y="2180416"/>
        <a:ext cx="7418388" cy="1089875"/>
      </dsp:txXfrm>
    </dsp:sp>
    <dsp:sp modelId="{F1024FB3-E702-4407-89EC-9C7D04664D8B}">
      <dsp:nvSpPr>
        <dsp:cNvPr id="0" name=""/>
        <dsp:cNvSpPr/>
      </dsp:nvSpPr>
      <dsp:spPr>
        <a:xfrm>
          <a:off x="0" y="3270292"/>
          <a:ext cx="7418388"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F3E448-C04B-45FB-B026-6D5C6C30F795}">
      <dsp:nvSpPr>
        <dsp:cNvPr id="0" name=""/>
        <dsp:cNvSpPr/>
      </dsp:nvSpPr>
      <dsp:spPr>
        <a:xfrm>
          <a:off x="0" y="3270292"/>
          <a:ext cx="7418388" cy="108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IN" sz="2800" b="0" i="0" kern="1200"/>
            <a:t>Functional programming: map, filter, reduce, custom functions</a:t>
          </a:r>
          <a:endParaRPr lang="en-US" sz="2800" kern="1200"/>
        </a:p>
      </dsp:txBody>
      <dsp:txXfrm>
        <a:off x="0" y="3270292"/>
        <a:ext cx="7418388" cy="1089875"/>
      </dsp:txXfrm>
    </dsp:sp>
    <dsp:sp modelId="{D1036053-B7A1-4F8A-A185-4823207DD057}">
      <dsp:nvSpPr>
        <dsp:cNvPr id="0" name=""/>
        <dsp:cNvSpPr/>
      </dsp:nvSpPr>
      <dsp:spPr>
        <a:xfrm>
          <a:off x="0" y="4360167"/>
          <a:ext cx="7418388"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FF227B-2B3B-4550-94C5-35A4CED5320B}">
      <dsp:nvSpPr>
        <dsp:cNvPr id="0" name=""/>
        <dsp:cNvSpPr/>
      </dsp:nvSpPr>
      <dsp:spPr>
        <a:xfrm>
          <a:off x="0" y="4360167"/>
          <a:ext cx="7418388" cy="1089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IN" sz="2800" b="0" i="0" kern="1200" dirty="0"/>
            <a:t>Enables fast, modular, and reusable data mapping across formats</a:t>
          </a:r>
          <a:endParaRPr lang="en-US" sz="2800" kern="1200" dirty="0"/>
        </a:p>
      </dsp:txBody>
      <dsp:txXfrm>
        <a:off x="0" y="4360167"/>
        <a:ext cx="7418388" cy="108987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8A14ED-5269-4C18-84D4-1E4BE41A8A73}">
      <dsp:nvSpPr>
        <dsp:cNvPr id="0" name=""/>
        <dsp:cNvSpPr/>
      </dsp:nvSpPr>
      <dsp:spPr>
        <a:xfrm>
          <a:off x="3896" y="1405926"/>
          <a:ext cx="1898938" cy="120582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A661DA6-0474-4AC1-8815-7723358233AF}">
      <dsp:nvSpPr>
        <dsp:cNvPr id="0" name=""/>
        <dsp:cNvSpPr/>
      </dsp:nvSpPr>
      <dsp:spPr>
        <a:xfrm>
          <a:off x="214890" y="1606369"/>
          <a:ext cx="1898938" cy="1205825"/>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On Error Continue</a:t>
          </a:r>
          <a:endParaRPr lang="en-US" sz="2300" kern="1200"/>
        </a:p>
      </dsp:txBody>
      <dsp:txXfrm>
        <a:off x="250207" y="1641686"/>
        <a:ext cx="1828304" cy="1135191"/>
      </dsp:txXfrm>
    </dsp:sp>
    <dsp:sp modelId="{5A0C9C51-819A-477C-9C22-EB4CA717FE47}">
      <dsp:nvSpPr>
        <dsp:cNvPr id="0" name=""/>
        <dsp:cNvSpPr/>
      </dsp:nvSpPr>
      <dsp:spPr>
        <a:xfrm>
          <a:off x="2324821" y="1405926"/>
          <a:ext cx="1898938" cy="120582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19AE8D4-E0B2-4E49-AE38-BE175063D885}">
      <dsp:nvSpPr>
        <dsp:cNvPr id="0" name=""/>
        <dsp:cNvSpPr/>
      </dsp:nvSpPr>
      <dsp:spPr>
        <a:xfrm>
          <a:off x="2535814" y="1606369"/>
          <a:ext cx="1898938" cy="1205825"/>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On Error Propagate</a:t>
          </a:r>
          <a:endParaRPr lang="en-US" sz="2300" kern="1200"/>
        </a:p>
      </dsp:txBody>
      <dsp:txXfrm>
        <a:off x="2571131" y="1641686"/>
        <a:ext cx="1828304" cy="1135191"/>
      </dsp:txXfrm>
    </dsp:sp>
    <dsp:sp modelId="{0ECE51CA-75FB-484E-A71F-9CDC1C5E4956}">
      <dsp:nvSpPr>
        <dsp:cNvPr id="0" name=""/>
        <dsp:cNvSpPr/>
      </dsp:nvSpPr>
      <dsp:spPr>
        <a:xfrm>
          <a:off x="4645746" y="1405926"/>
          <a:ext cx="1898938" cy="120582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8987C3C-B7F3-4DFD-B5D9-72793AA562F2}">
      <dsp:nvSpPr>
        <dsp:cNvPr id="0" name=""/>
        <dsp:cNvSpPr/>
      </dsp:nvSpPr>
      <dsp:spPr>
        <a:xfrm>
          <a:off x="4856739" y="1606369"/>
          <a:ext cx="1898938" cy="1205825"/>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Try Scope</a:t>
          </a:r>
          <a:endParaRPr lang="en-US" sz="2300" kern="1200"/>
        </a:p>
      </dsp:txBody>
      <dsp:txXfrm>
        <a:off x="4892056" y="1641686"/>
        <a:ext cx="1828304" cy="1135191"/>
      </dsp:txXfrm>
    </dsp:sp>
    <dsp:sp modelId="{A7F64C57-5859-4441-919D-9B9D3694D4A3}">
      <dsp:nvSpPr>
        <dsp:cNvPr id="0" name=""/>
        <dsp:cNvSpPr/>
      </dsp:nvSpPr>
      <dsp:spPr>
        <a:xfrm>
          <a:off x="6966671" y="1405926"/>
          <a:ext cx="1898938" cy="120582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40A6F2E-0752-4A97-B125-32D1D46F96C5}">
      <dsp:nvSpPr>
        <dsp:cNvPr id="0" name=""/>
        <dsp:cNvSpPr/>
      </dsp:nvSpPr>
      <dsp:spPr>
        <a:xfrm>
          <a:off x="7177664" y="1606369"/>
          <a:ext cx="1898938" cy="1205825"/>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Global Error Handler</a:t>
          </a:r>
          <a:endParaRPr lang="en-US" sz="2300" kern="1200"/>
        </a:p>
      </dsp:txBody>
      <dsp:txXfrm>
        <a:off x="7212981" y="1641686"/>
        <a:ext cx="1828304" cy="1135191"/>
      </dsp:txXfrm>
    </dsp:sp>
    <dsp:sp modelId="{751EBFA4-0697-40CD-B060-A53B2ABDF265}">
      <dsp:nvSpPr>
        <dsp:cNvPr id="0" name=""/>
        <dsp:cNvSpPr/>
      </dsp:nvSpPr>
      <dsp:spPr>
        <a:xfrm>
          <a:off x="9287596" y="1405926"/>
          <a:ext cx="1898938" cy="120582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84F276E-B468-4ADC-A7C8-059B72269028}">
      <dsp:nvSpPr>
        <dsp:cNvPr id="0" name=""/>
        <dsp:cNvSpPr/>
      </dsp:nvSpPr>
      <dsp:spPr>
        <a:xfrm>
          <a:off x="9498589" y="1606369"/>
          <a:ext cx="1898938" cy="1205825"/>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GB" sz="2300" kern="1200"/>
            <a:t>Custom error objects</a:t>
          </a:r>
          <a:endParaRPr lang="en-US" sz="2300" kern="1200"/>
        </a:p>
      </dsp:txBody>
      <dsp:txXfrm>
        <a:off x="9533906" y="1641686"/>
        <a:ext cx="1828304" cy="113519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91E7D5-0938-41F4-BB2A-CDE633387917}">
      <dsp:nvSpPr>
        <dsp:cNvPr id="0" name=""/>
        <dsp:cNvSpPr/>
      </dsp:nvSpPr>
      <dsp:spPr>
        <a:xfrm>
          <a:off x="516627" y="3026"/>
          <a:ext cx="3240053" cy="1944032"/>
        </a:xfrm>
        <a:prstGeom prst="rect">
          <a:avLst/>
        </a:prstGeom>
        <a:solidFill>
          <a:srgbClr val="5F0229"/>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Cloud Hub</a:t>
          </a:r>
          <a:endParaRPr lang="en-US" sz="3200" kern="1200" dirty="0"/>
        </a:p>
      </dsp:txBody>
      <dsp:txXfrm>
        <a:off x="516627" y="3026"/>
        <a:ext cx="3240053" cy="1944032"/>
      </dsp:txXfrm>
    </dsp:sp>
    <dsp:sp modelId="{F616378A-8A61-4667-B365-62E897835DDD}">
      <dsp:nvSpPr>
        <dsp:cNvPr id="0" name=""/>
        <dsp:cNvSpPr/>
      </dsp:nvSpPr>
      <dsp:spPr>
        <a:xfrm>
          <a:off x="4080685" y="3026"/>
          <a:ext cx="3240053" cy="1944032"/>
        </a:xfrm>
        <a:prstGeom prst="rect">
          <a:avLst/>
        </a:prstGeom>
        <a:solidFill>
          <a:srgbClr val="5F0229"/>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a:t>On Premises </a:t>
          </a:r>
          <a:r>
            <a:rPr lang="en-GB" sz="3200" kern="1200" dirty="0"/>
            <a:t>Runtime</a:t>
          </a:r>
          <a:endParaRPr lang="en-US" sz="3200" kern="1200" dirty="0"/>
        </a:p>
      </dsp:txBody>
      <dsp:txXfrm>
        <a:off x="4080685" y="3026"/>
        <a:ext cx="3240053" cy="1944032"/>
      </dsp:txXfrm>
    </dsp:sp>
    <dsp:sp modelId="{271DA102-924E-4093-A835-1C50FAE73575}">
      <dsp:nvSpPr>
        <dsp:cNvPr id="0" name=""/>
        <dsp:cNvSpPr/>
      </dsp:nvSpPr>
      <dsp:spPr>
        <a:xfrm>
          <a:off x="7644744" y="3026"/>
          <a:ext cx="3240053" cy="1944032"/>
        </a:xfrm>
        <a:prstGeom prst="rect">
          <a:avLst/>
        </a:prstGeom>
        <a:solidFill>
          <a:srgbClr val="5F0229"/>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a:t>Runtime Fabric (RTF)</a:t>
          </a:r>
          <a:endParaRPr lang="en-US" sz="3200" kern="1200"/>
        </a:p>
      </dsp:txBody>
      <dsp:txXfrm>
        <a:off x="7644744" y="3026"/>
        <a:ext cx="3240053" cy="1944032"/>
      </dsp:txXfrm>
    </dsp:sp>
    <dsp:sp modelId="{84EADB89-A900-4084-B759-D452F787A7D2}">
      <dsp:nvSpPr>
        <dsp:cNvPr id="0" name=""/>
        <dsp:cNvSpPr/>
      </dsp:nvSpPr>
      <dsp:spPr>
        <a:xfrm>
          <a:off x="2298656" y="2271063"/>
          <a:ext cx="3240053" cy="1944032"/>
        </a:xfrm>
        <a:prstGeom prst="rect">
          <a:avLst/>
        </a:prstGeom>
        <a:solidFill>
          <a:srgbClr val="5F0229"/>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Hybrid deployments</a:t>
          </a:r>
          <a:endParaRPr lang="en-US" sz="3200" kern="1200" dirty="0"/>
        </a:p>
      </dsp:txBody>
      <dsp:txXfrm>
        <a:off x="2298656" y="2271063"/>
        <a:ext cx="3240053" cy="1944032"/>
      </dsp:txXfrm>
    </dsp:sp>
    <dsp:sp modelId="{78764AD2-6E5A-4790-A189-CA90B06B9C69}">
      <dsp:nvSpPr>
        <dsp:cNvPr id="0" name=""/>
        <dsp:cNvSpPr/>
      </dsp:nvSpPr>
      <dsp:spPr>
        <a:xfrm>
          <a:off x="5862715" y="2271063"/>
          <a:ext cx="3240053" cy="1944032"/>
        </a:xfrm>
        <a:prstGeom prst="rect">
          <a:avLst/>
        </a:prstGeom>
        <a:solidFill>
          <a:srgbClr val="5F0229"/>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t>Managed via Runtime Manager</a:t>
          </a:r>
          <a:endParaRPr lang="en-US" sz="3200" kern="1200" dirty="0"/>
        </a:p>
      </dsp:txBody>
      <dsp:txXfrm>
        <a:off x="5862715" y="2271063"/>
        <a:ext cx="3240053" cy="194403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20076D-DA8A-4CAC-BC26-D560D4E6858C}">
      <dsp:nvSpPr>
        <dsp:cNvPr id="0" name=""/>
        <dsp:cNvSpPr/>
      </dsp:nvSpPr>
      <dsp:spPr>
        <a:xfrm>
          <a:off x="575036" y="0"/>
          <a:ext cx="5450709" cy="5450709"/>
        </a:xfrm>
        <a:prstGeom prst="triangl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3878CC63-8608-4FB8-8608-92B075143D5D}">
      <dsp:nvSpPr>
        <dsp:cNvPr id="0" name=""/>
        <dsp:cNvSpPr/>
      </dsp:nvSpPr>
      <dsp:spPr>
        <a:xfrm>
          <a:off x="3300390" y="545603"/>
          <a:ext cx="3542960" cy="968778"/>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Built-in Logs</a:t>
          </a:r>
          <a:endParaRPr lang="en-US" sz="2400" kern="1200"/>
        </a:p>
      </dsp:txBody>
      <dsp:txXfrm>
        <a:off x="3347682" y="592895"/>
        <a:ext cx="3448376" cy="874194"/>
      </dsp:txXfrm>
    </dsp:sp>
    <dsp:sp modelId="{BC60EFF0-D36A-4169-89FC-B40943F978B6}">
      <dsp:nvSpPr>
        <dsp:cNvPr id="0" name=""/>
        <dsp:cNvSpPr/>
      </dsp:nvSpPr>
      <dsp:spPr>
        <a:xfrm>
          <a:off x="3300390" y="1635478"/>
          <a:ext cx="3542960" cy="968778"/>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Anypoint Monitoring</a:t>
          </a:r>
        </a:p>
      </dsp:txBody>
      <dsp:txXfrm>
        <a:off x="3347682" y="1682770"/>
        <a:ext cx="3448376" cy="874194"/>
      </dsp:txXfrm>
    </dsp:sp>
    <dsp:sp modelId="{4357B8CE-0A1B-440C-9DFB-F36F0EB65B34}">
      <dsp:nvSpPr>
        <dsp:cNvPr id="0" name=""/>
        <dsp:cNvSpPr/>
      </dsp:nvSpPr>
      <dsp:spPr>
        <a:xfrm>
          <a:off x="3300390" y="2725354"/>
          <a:ext cx="3542960" cy="968778"/>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Dashboard &amp; Alerting</a:t>
          </a:r>
        </a:p>
      </dsp:txBody>
      <dsp:txXfrm>
        <a:off x="3347682" y="2772646"/>
        <a:ext cx="3448376" cy="874194"/>
      </dsp:txXfrm>
    </dsp:sp>
    <dsp:sp modelId="{68466848-75B8-4582-B540-B341C3295676}">
      <dsp:nvSpPr>
        <dsp:cNvPr id="0" name=""/>
        <dsp:cNvSpPr/>
      </dsp:nvSpPr>
      <dsp:spPr>
        <a:xfrm>
          <a:off x="3300390" y="3815230"/>
          <a:ext cx="3542960" cy="968778"/>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Distributed tracing via Visualizer</a:t>
          </a:r>
        </a:p>
      </dsp:txBody>
      <dsp:txXfrm>
        <a:off x="3347682" y="3862522"/>
        <a:ext cx="3448376" cy="87419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20076D-DA8A-4CAC-BC26-D560D4E6858C}">
      <dsp:nvSpPr>
        <dsp:cNvPr id="0" name=""/>
        <dsp:cNvSpPr/>
      </dsp:nvSpPr>
      <dsp:spPr>
        <a:xfrm>
          <a:off x="575036" y="0"/>
          <a:ext cx="5450709" cy="5450709"/>
        </a:xfrm>
        <a:prstGeom prst="triangl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3878CC63-8608-4FB8-8608-92B075143D5D}">
      <dsp:nvSpPr>
        <dsp:cNvPr id="0" name=""/>
        <dsp:cNvSpPr/>
      </dsp:nvSpPr>
      <dsp:spPr>
        <a:xfrm>
          <a:off x="3300390" y="545603"/>
          <a:ext cx="3542960" cy="775022"/>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OAuth 2.0, Basic Auth</a:t>
          </a:r>
          <a:endParaRPr lang="en-US" sz="2600" kern="1200"/>
        </a:p>
      </dsp:txBody>
      <dsp:txXfrm>
        <a:off x="3338223" y="583436"/>
        <a:ext cx="3467294" cy="699356"/>
      </dsp:txXfrm>
    </dsp:sp>
    <dsp:sp modelId="{496866D6-485F-4FC2-BCD2-E01749C2F489}">
      <dsp:nvSpPr>
        <dsp:cNvPr id="0" name=""/>
        <dsp:cNvSpPr/>
      </dsp:nvSpPr>
      <dsp:spPr>
        <a:xfrm>
          <a:off x="3300390" y="1417503"/>
          <a:ext cx="3542960" cy="775022"/>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Client ID Enforcement</a:t>
          </a:r>
          <a:endParaRPr lang="en-IN" sz="2600" kern="1200" dirty="0"/>
        </a:p>
      </dsp:txBody>
      <dsp:txXfrm>
        <a:off x="3338223" y="1455336"/>
        <a:ext cx="3467294" cy="699356"/>
      </dsp:txXfrm>
    </dsp:sp>
    <dsp:sp modelId="{E9432F2E-AFF9-4C7A-9B18-8BB698EBEABB}">
      <dsp:nvSpPr>
        <dsp:cNvPr id="0" name=""/>
        <dsp:cNvSpPr/>
      </dsp:nvSpPr>
      <dsp:spPr>
        <a:xfrm>
          <a:off x="3300390" y="2289404"/>
          <a:ext cx="3542960" cy="775022"/>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Rate Limiting</a:t>
          </a:r>
          <a:endParaRPr lang="en-IN" sz="2600" kern="1200" dirty="0"/>
        </a:p>
      </dsp:txBody>
      <dsp:txXfrm>
        <a:off x="3338223" y="2327237"/>
        <a:ext cx="3467294" cy="699356"/>
      </dsp:txXfrm>
    </dsp:sp>
    <dsp:sp modelId="{3351F7B5-5CD4-4809-B8CE-48B4B473A76C}">
      <dsp:nvSpPr>
        <dsp:cNvPr id="0" name=""/>
        <dsp:cNvSpPr/>
      </dsp:nvSpPr>
      <dsp:spPr>
        <a:xfrm>
          <a:off x="3300390" y="3161304"/>
          <a:ext cx="3542960" cy="775022"/>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SLA Tiers</a:t>
          </a:r>
          <a:endParaRPr lang="en-IN" sz="2600" kern="1200" dirty="0"/>
        </a:p>
      </dsp:txBody>
      <dsp:txXfrm>
        <a:off x="3338223" y="3199137"/>
        <a:ext cx="3467294" cy="699356"/>
      </dsp:txXfrm>
    </dsp:sp>
    <dsp:sp modelId="{8EEFD7FF-B64E-49FE-85F8-70869FBC9399}">
      <dsp:nvSpPr>
        <dsp:cNvPr id="0" name=""/>
        <dsp:cNvSpPr/>
      </dsp:nvSpPr>
      <dsp:spPr>
        <a:xfrm>
          <a:off x="3300390" y="4033205"/>
          <a:ext cx="3542960" cy="775022"/>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TLS Mutual Auth</a:t>
          </a:r>
          <a:endParaRPr lang="en-IN" sz="2600" kern="1200" dirty="0"/>
        </a:p>
      </dsp:txBody>
      <dsp:txXfrm>
        <a:off x="3338223" y="4071038"/>
        <a:ext cx="3467294" cy="69935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89927D-3490-4D1A-88FA-240758D3C3A9}">
      <dsp:nvSpPr>
        <dsp:cNvPr id="0" name=""/>
        <dsp:cNvSpPr/>
      </dsp:nvSpPr>
      <dsp:spPr>
        <a:xfrm>
          <a:off x="0" y="665"/>
          <a:ext cx="7418388" cy="15569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BA787F-BA99-4FC5-8D5C-E5C1E565A894}">
      <dsp:nvSpPr>
        <dsp:cNvPr id="0" name=""/>
        <dsp:cNvSpPr/>
      </dsp:nvSpPr>
      <dsp:spPr>
        <a:xfrm>
          <a:off x="470981" y="350982"/>
          <a:ext cx="856330" cy="8563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4BCDE0-8216-4D22-AF08-BF9FAC8EDA81}">
      <dsp:nvSpPr>
        <dsp:cNvPr id="0" name=""/>
        <dsp:cNvSpPr/>
      </dsp:nvSpPr>
      <dsp:spPr>
        <a:xfrm>
          <a:off x="1798294" y="665"/>
          <a:ext cx="5620093" cy="15569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779" tIns="164779" rIns="164779" bIns="164779" numCol="1" spcCol="1270" anchor="ctr" anchorCtr="0">
          <a:noAutofit/>
        </a:bodyPr>
        <a:lstStyle/>
        <a:p>
          <a:pPr marL="0" lvl="0" indent="0" algn="l" defTabSz="755650">
            <a:lnSpc>
              <a:spcPct val="90000"/>
            </a:lnSpc>
            <a:spcBef>
              <a:spcPct val="0"/>
            </a:spcBef>
            <a:spcAft>
              <a:spcPct val="35000"/>
            </a:spcAft>
            <a:buNone/>
          </a:pPr>
          <a:r>
            <a:rPr lang="en-IN" sz="1700" b="1" i="0" kern="1200"/>
            <a:t>Major.Minor.Patch Structure:</a:t>
          </a:r>
          <a:br>
            <a:rPr lang="en-IN" sz="1700" b="0" i="0" kern="1200"/>
          </a:br>
          <a:r>
            <a:rPr lang="en-IN" sz="1700" b="0" i="0" kern="1200"/>
            <a:t> • Follows semantic versioning (e.g., 1.2.3)</a:t>
          </a:r>
          <a:br>
            <a:rPr lang="en-IN" sz="1700" b="0" i="0" kern="1200"/>
          </a:br>
          <a:r>
            <a:rPr lang="en-IN" sz="1700" b="0" i="0" kern="1200"/>
            <a:t> • Major: Breaking changes</a:t>
          </a:r>
          <a:br>
            <a:rPr lang="en-IN" sz="1700" b="0" i="0" kern="1200"/>
          </a:br>
          <a:r>
            <a:rPr lang="en-IN" sz="1700" b="0" i="0" kern="1200"/>
            <a:t> • Minor: Backward-compatible enhancements</a:t>
          </a:r>
          <a:br>
            <a:rPr lang="en-IN" sz="1700" b="0" i="0" kern="1200"/>
          </a:br>
          <a:r>
            <a:rPr lang="en-IN" sz="1700" b="0" i="0" kern="1200"/>
            <a:t> • Patch: Backward-compatible bug fixes</a:t>
          </a:r>
          <a:endParaRPr lang="en-US" sz="1700" kern="1200"/>
        </a:p>
      </dsp:txBody>
      <dsp:txXfrm>
        <a:off x="1798294" y="665"/>
        <a:ext cx="5620093" cy="1556965"/>
      </dsp:txXfrm>
    </dsp:sp>
    <dsp:sp modelId="{E248F691-79B1-4246-812D-22F64AED5905}">
      <dsp:nvSpPr>
        <dsp:cNvPr id="0" name=""/>
        <dsp:cNvSpPr/>
      </dsp:nvSpPr>
      <dsp:spPr>
        <a:xfrm>
          <a:off x="0" y="1946871"/>
          <a:ext cx="7418388" cy="15569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F7822D-D2BD-4011-ABD0-9A7E6C17729E}">
      <dsp:nvSpPr>
        <dsp:cNvPr id="0" name=""/>
        <dsp:cNvSpPr/>
      </dsp:nvSpPr>
      <dsp:spPr>
        <a:xfrm>
          <a:off x="470981" y="2297189"/>
          <a:ext cx="856330" cy="8563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AFD576-1397-4F4A-B6DE-E2CFA916DF45}">
      <dsp:nvSpPr>
        <dsp:cNvPr id="0" name=""/>
        <dsp:cNvSpPr/>
      </dsp:nvSpPr>
      <dsp:spPr>
        <a:xfrm>
          <a:off x="1798294" y="1946871"/>
          <a:ext cx="5620093" cy="15569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779" tIns="164779" rIns="164779" bIns="164779" numCol="1" spcCol="1270" anchor="ctr" anchorCtr="0">
          <a:noAutofit/>
        </a:bodyPr>
        <a:lstStyle/>
        <a:p>
          <a:pPr marL="0" lvl="0" indent="0" algn="l" defTabSz="755650">
            <a:lnSpc>
              <a:spcPct val="90000"/>
            </a:lnSpc>
            <a:spcBef>
              <a:spcPct val="0"/>
            </a:spcBef>
            <a:spcAft>
              <a:spcPct val="35000"/>
            </a:spcAft>
            <a:buNone/>
          </a:pPr>
          <a:r>
            <a:rPr lang="en-IN" sz="1700" b="1" i="0" kern="1200"/>
            <a:t>APIs and Schemas Reusable via Exchange:</a:t>
          </a:r>
          <a:br>
            <a:rPr lang="en-IN" sz="1700" b="0" i="0" kern="1200"/>
          </a:br>
          <a:r>
            <a:rPr lang="en-IN" sz="1700" b="0" i="0" kern="1200"/>
            <a:t> • Publish APIs, RAML/OAS specs, and data schemas to Anypoint Exchange</a:t>
          </a:r>
          <a:br>
            <a:rPr lang="en-IN" sz="1700" b="0" i="0" kern="1200"/>
          </a:br>
          <a:r>
            <a:rPr lang="en-IN" sz="1700" b="0" i="0" kern="1200"/>
            <a:t> • Promotes reuse across teams and projects</a:t>
          </a:r>
          <a:br>
            <a:rPr lang="en-IN" sz="1700" b="0" i="0" kern="1200"/>
          </a:br>
          <a:r>
            <a:rPr lang="en-IN" sz="1700" b="0" i="0" kern="1200"/>
            <a:t> • Centralized governance and discovery</a:t>
          </a:r>
          <a:endParaRPr lang="en-US" sz="1700" kern="1200"/>
        </a:p>
      </dsp:txBody>
      <dsp:txXfrm>
        <a:off x="1798294" y="1946871"/>
        <a:ext cx="5620093" cy="1556965"/>
      </dsp:txXfrm>
    </dsp:sp>
    <dsp:sp modelId="{D3BEEFD6-0F7F-470F-BD46-14384D2F7E1B}">
      <dsp:nvSpPr>
        <dsp:cNvPr id="0" name=""/>
        <dsp:cNvSpPr/>
      </dsp:nvSpPr>
      <dsp:spPr>
        <a:xfrm>
          <a:off x="0" y="3893078"/>
          <a:ext cx="7418388" cy="15569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022A87-D1D1-4C53-B95A-A332292289BA}">
      <dsp:nvSpPr>
        <dsp:cNvPr id="0" name=""/>
        <dsp:cNvSpPr/>
      </dsp:nvSpPr>
      <dsp:spPr>
        <a:xfrm>
          <a:off x="470981" y="4243395"/>
          <a:ext cx="856330" cy="8563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7D6CEC-9C10-454D-9E64-4FAFD51B47B6}">
      <dsp:nvSpPr>
        <dsp:cNvPr id="0" name=""/>
        <dsp:cNvSpPr/>
      </dsp:nvSpPr>
      <dsp:spPr>
        <a:xfrm>
          <a:off x="1798294" y="3893078"/>
          <a:ext cx="5620093" cy="15569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779" tIns="164779" rIns="164779" bIns="164779" numCol="1" spcCol="1270" anchor="ctr" anchorCtr="0">
          <a:noAutofit/>
        </a:bodyPr>
        <a:lstStyle/>
        <a:p>
          <a:pPr marL="0" lvl="0" indent="0" algn="l" defTabSz="711200">
            <a:lnSpc>
              <a:spcPct val="90000"/>
            </a:lnSpc>
            <a:spcBef>
              <a:spcPct val="0"/>
            </a:spcBef>
            <a:spcAft>
              <a:spcPct val="35000"/>
            </a:spcAft>
            <a:buNone/>
          </a:pPr>
          <a:r>
            <a:rPr lang="en-IN" sz="1600" b="1" i="0" kern="1200" dirty="0"/>
            <a:t>Best Practice for SAFe (Scaled Agile Framework</a:t>
          </a:r>
          <a:r>
            <a:rPr lang="en-IN" sz="1600" b="0" i="0" kern="1200" dirty="0"/>
            <a:t>)</a:t>
          </a:r>
          <a:r>
            <a:rPr lang="en-IN" sz="1600" b="1" i="0" kern="1200" dirty="0"/>
            <a:t> &amp; Microservices:</a:t>
          </a:r>
          <a:br>
            <a:rPr lang="en-IN" sz="1500" b="0" i="0" kern="1200" dirty="0"/>
          </a:br>
          <a:r>
            <a:rPr lang="en-IN" sz="1500" b="0" i="0" kern="1200" dirty="0"/>
            <a:t> • Supports scalable, modular architecture</a:t>
          </a:r>
          <a:br>
            <a:rPr lang="en-IN" sz="1500" b="0" i="0" kern="1200" dirty="0"/>
          </a:br>
          <a:r>
            <a:rPr lang="en-IN" sz="1500" b="0" i="0" kern="1200" dirty="0"/>
            <a:t> • Enables independent deployment and evolution</a:t>
          </a:r>
          <a:br>
            <a:rPr lang="en-IN" sz="1500" b="0" i="0" kern="1200" dirty="0"/>
          </a:br>
          <a:r>
            <a:rPr lang="en-IN" sz="1500" b="0" i="0" kern="1200" dirty="0"/>
            <a:t> • Facilitates collaboration and agility in large organizations.</a:t>
          </a:r>
          <a:endParaRPr lang="en-US" sz="1500" kern="1200" dirty="0"/>
        </a:p>
      </dsp:txBody>
      <dsp:txXfrm>
        <a:off x="1798294" y="3893078"/>
        <a:ext cx="5620093" cy="155696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27905-E444-46B6-A45B-2783E313486B}">
      <dsp:nvSpPr>
        <dsp:cNvPr id="0" name=""/>
        <dsp:cNvSpPr/>
      </dsp:nvSpPr>
      <dsp:spPr>
        <a:xfrm>
          <a:off x="575036" y="0"/>
          <a:ext cx="5450709" cy="5450709"/>
        </a:xfrm>
        <a:prstGeom prst="triangl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ED427677-C4F3-4A79-A6A5-CE35F8DE3CD8}">
      <dsp:nvSpPr>
        <dsp:cNvPr id="0" name=""/>
        <dsp:cNvSpPr/>
      </dsp:nvSpPr>
      <dsp:spPr>
        <a:xfrm>
          <a:off x="3300390" y="547998"/>
          <a:ext cx="3542960" cy="1290285"/>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IN" sz="2100" kern="1200"/>
            <a:t>Mule Maven Plugin</a:t>
          </a:r>
        </a:p>
      </dsp:txBody>
      <dsp:txXfrm>
        <a:off x="3363377" y="610985"/>
        <a:ext cx="3416986" cy="1164311"/>
      </dsp:txXfrm>
    </dsp:sp>
    <dsp:sp modelId="{4E0444E2-45BC-40A6-9D9C-F90226DE7EC4}">
      <dsp:nvSpPr>
        <dsp:cNvPr id="0" name=""/>
        <dsp:cNvSpPr/>
      </dsp:nvSpPr>
      <dsp:spPr>
        <a:xfrm>
          <a:off x="3300390" y="1999569"/>
          <a:ext cx="3542960" cy="1290285"/>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100000"/>
            </a:lnSpc>
            <a:spcBef>
              <a:spcPct val="0"/>
            </a:spcBef>
            <a:spcAft>
              <a:spcPct val="35000"/>
            </a:spcAft>
            <a:buNone/>
          </a:pPr>
          <a:r>
            <a:rPr lang="en-IN" sz="2100" kern="1200"/>
            <a:t>Automated deployment pipelines</a:t>
          </a:r>
          <a:endParaRPr lang="en-IN" sz="2100" kern="1200" dirty="0"/>
        </a:p>
      </dsp:txBody>
      <dsp:txXfrm>
        <a:off x="3363377" y="2062556"/>
        <a:ext cx="3416986" cy="1164311"/>
      </dsp:txXfrm>
    </dsp:sp>
    <dsp:sp modelId="{1CDCE650-AEBC-47B1-AA16-442ECAA6A2C2}">
      <dsp:nvSpPr>
        <dsp:cNvPr id="0" name=""/>
        <dsp:cNvSpPr/>
      </dsp:nvSpPr>
      <dsp:spPr>
        <a:xfrm>
          <a:off x="3300390" y="3451139"/>
          <a:ext cx="3542960" cy="1290285"/>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100000"/>
            </a:lnSpc>
            <a:spcBef>
              <a:spcPct val="0"/>
            </a:spcBef>
            <a:spcAft>
              <a:spcPct val="35000"/>
            </a:spcAft>
            <a:buNone/>
          </a:pPr>
          <a:r>
            <a:rPr lang="en-IN" sz="2100" kern="1200"/>
            <a:t>Supports Git, Jenkins, Azure DevOps, GitLab, Bitbucket</a:t>
          </a:r>
          <a:endParaRPr lang="en-IN" sz="2100" kern="1200" dirty="0"/>
        </a:p>
      </dsp:txBody>
      <dsp:txXfrm>
        <a:off x="3363377" y="3514126"/>
        <a:ext cx="3416986" cy="1164311"/>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5DEBFA-494F-7DCE-59CC-001E91EE87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D6251E09-BA2D-2F09-1ACD-8A39883456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AF359C-7D55-4F0E-88FE-DC10618EAC59}" type="datetimeFigureOut">
              <a:rPr lang="en-GB" smtClean="0"/>
              <a:t>25/03/2026</a:t>
            </a:fld>
            <a:endParaRPr lang="en-GB" dirty="0"/>
          </a:p>
        </p:txBody>
      </p:sp>
      <p:sp>
        <p:nvSpPr>
          <p:cNvPr id="4" name="Footer Placeholder 3">
            <a:extLst>
              <a:ext uri="{FF2B5EF4-FFF2-40B4-BE49-F238E27FC236}">
                <a16:creationId xmlns:a16="http://schemas.microsoft.com/office/drawing/2014/main" id="{830BAC18-DC56-B76A-6526-8AC2B0397DF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CE9AF5DF-4EA2-7404-D693-3C331CDFD3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6F82E79-8C49-4590-8BF7-21B83F7B2ADD}" type="slidenum">
              <a:rPr lang="en-GB" smtClean="0"/>
              <a:t>‹#›</a:t>
            </a:fld>
            <a:endParaRPr lang="en-GB" dirty="0"/>
          </a:p>
        </p:txBody>
      </p:sp>
    </p:spTree>
    <p:extLst>
      <p:ext uri="{BB962C8B-B14F-4D97-AF65-F5344CB8AC3E}">
        <p14:creationId xmlns:p14="http://schemas.microsoft.com/office/powerpoint/2010/main" val="141643199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0EB00C-B069-466D-9EF6-2FD0BFA89CA9}" type="datetimeFigureOut">
              <a:rPr lang="en-GB" smtClean="0"/>
              <a:t>25/03/2026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BCADA9-FFBB-428F-956A-735236660A14}" type="slidenum">
              <a:rPr lang="en-GB" smtClean="0"/>
              <a:t>‹#›</a:t>
            </a:fld>
            <a:endParaRPr lang="en-GB" dirty="0"/>
          </a:p>
        </p:txBody>
      </p:sp>
    </p:spTree>
    <p:extLst>
      <p:ext uri="{BB962C8B-B14F-4D97-AF65-F5344CB8AC3E}">
        <p14:creationId xmlns:p14="http://schemas.microsoft.com/office/powerpoint/2010/main" val="1316281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emf"/><Relationship Id="rId4"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tement [2]">
    <p:bg>
      <p:bgPr>
        <a:solidFill>
          <a:srgbClr val="5F0229"/>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FC31A65-C39A-1D55-6CCB-120CAAD34B3C}"/>
              </a:ext>
            </a:extLst>
          </p:cNvPr>
          <p:cNvSpPr>
            <a:spLocks noGrp="1"/>
          </p:cNvSpPr>
          <p:nvPr>
            <p:ph type="ctrTitle"/>
          </p:nvPr>
        </p:nvSpPr>
        <p:spPr>
          <a:xfrm>
            <a:off x="394874" y="1257905"/>
            <a:ext cx="7920000" cy="2710779"/>
          </a:xfrm>
        </p:spPr>
        <p:txBody>
          <a:bodyPr anchor="ctr" anchorCtr="0"/>
          <a:lstStyle>
            <a:lvl1pPr algn="l">
              <a:lnSpc>
                <a:spcPct val="90000"/>
              </a:lnSpc>
              <a:defRPr sz="6400">
                <a:solidFill>
                  <a:srgbClr val="E6DFDD"/>
                </a:solidFill>
                <a:latin typeface="Aptos Light" panose="020B0004020202020204" pitchFamily="34" charset="0"/>
              </a:defRPr>
            </a:lvl1pPr>
          </a:lstStyle>
          <a:p>
            <a:r>
              <a:rPr lang="en-US"/>
              <a:t>Click to edit Master title style</a:t>
            </a:r>
            <a:endParaRPr lang="en-GB" dirty="0"/>
          </a:p>
        </p:txBody>
      </p:sp>
      <p:sp>
        <p:nvSpPr>
          <p:cNvPr id="5" name="Subtitle 2">
            <a:extLst>
              <a:ext uri="{FF2B5EF4-FFF2-40B4-BE49-F238E27FC236}">
                <a16:creationId xmlns:a16="http://schemas.microsoft.com/office/drawing/2014/main" id="{DC6998EB-9F2C-8FBF-B3B9-172E2A99D20B}"/>
              </a:ext>
            </a:extLst>
          </p:cNvPr>
          <p:cNvSpPr>
            <a:spLocks noGrp="1"/>
          </p:cNvSpPr>
          <p:nvPr>
            <p:ph type="subTitle" idx="1"/>
          </p:nvPr>
        </p:nvSpPr>
        <p:spPr>
          <a:xfrm>
            <a:off x="392114" y="4281714"/>
            <a:ext cx="6300000" cy="725715"/>
          </a:xfrm>
        </p:spPr>
        <p:txBody>
          <a:bodyPr/>
          <a:lstStyle>
            <a:lvl1pPr marL="0" indent="0" algn="l">
              <a:buNone/>
              <a:defRPr sz="2000">
                <a:solidFill>
                  <a:srgbClr val="E6DFDD"/>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7" name="Picture 7">
            <a:extLst>
              <a:ext uri="{FF2B5EF4-FFF2-40B4-BE49-F238E27FC236}">
                <a16:creationId xmlns:a16="http://schemas.microsoft.com/office/drawing/2014/main" id="{7AFB8A22-83A9-A102-FE91-289D6A6FC47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400685" y="5984745"/>
            <a:ext cx="1997754" cy="479461"/>
          </a:xfrm>
          <a:prstGeom prst="rect">
            <a:avLst/>
          </a:prstGeom>
        </p:spPr>
      </p:pic>
      <p:sp>
        <p:nvSpPr>
          <p:cNvPr id="2" name="Text Placeholder 9">
            <a:extLst>
              <a:ext uri="{FF2B5EF4-FFF2-40B4-BE49-F238E27FC236}">
                <a16:creationId xmlns:a16="http://schemas.microsoft.com/office/drawing/2014/main" id="{AFE61580-F5F5-6C8D-7047-BE8EF7654DFC}"/>
              </a:ext>
            </a:extLst>
          </p:cNvPr>
          <p:cNvSpPr>
            <a:spLocks noGrp="1"/>
          </p:cNvSpPr>
          <p:nvPr>
            <p:ph type="body" sz="quarter" idx="13" hasCustomPrompt="1"/>
          </p:nvPr>
        </p:nvSpPr>
        <p:spPr>
          <a:xfrm>
            <a:off x="9626966" y="726437"/>
            <a:ext cx="2160000" cy="329447"/>
          </a:xfrm>
          <a:ln>
            <a:noFill/>
          </a:ln>
        </p:spPr>
        <p:txBody>
          <a:bodyPr/>
          <a:lstStyle>
            <a:lvl1pPr marL="0" indent="0" algn="r">
              <a:buNone/>
              <a:defRPr sz="1300">
                <a:solidFill>
                  <a:srgbClr val="E6DFDD"/>
                </a:solidFill>
              </a:defRPr>
            </a:lvl1pPr>
            <a:lvl2pPr marL="180000" indent="0">
              <a:buNone/>
              <a:defRPr/>
            </a:lvl2pPr>
          </a:lstStyle>
          <a:p>
            <a:pPr lvl="0"/>
            <a:r>
              <a:rPr lang="en-GB" dirty="0"/>
              <a:t>00–MMM–25 </a:t>
            </a:r>
          </a:p>
        </p:txBody>
      </p:sp>
      <p:sp>
        <p:nvSpPr>
          <p:cNvPr id="3" name="Rectangle 2">
            <a:extLst>
              <a:ext uri="{FF2B5EF4-FFF2-40B4-BE49-F238E27FC236}">
                <a16:creationId xmlns:a16="http://schemas.microsoft.com/office/drawing/2014/main" id="{121CC560-A749-67A9-DC27-8FE79E61A738}"/>
              </a:ext>
            </a:extLst>
          </p:cNvPr>
          <p:cNvSpPr/>
          <p:nvPr userDrawn="1"/>
        </p:nvSpPr>
        <p:spPr>
          <a:xfrm>
            <a:off x="11145520" y="98302"/>
            <a:ext cx="955040" cy="49276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974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rgbClr val="FFB3AB"/>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3926E95-0E16-C153-928A-5CE5881736B5}"/>
              </a:ext>
            </a:extLst>
          </p:cNvPr>
          <p:cNvPicPr>
            <a:picLocks noChangeAspect="1"/>
          </p:cNvPicPr>
          <p:nvPr userDrawn="1"/>
        </p:nvPicPr>
        <p:blipFill>
          <a:blip r:embed="rId2">
            <a:lum bright="70000" contrast="-70000"/>
          </a:blip>
          <a:srcRect l="12919" t="11199" r="19714" b="38533"/>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9F1B07DC-68D5-8538-F431-4D66D1C01D5F}"/>
              </a:ext>
            </a:extLst>
          </p:cNvPr>
          <p:cNvSpPr>
            <a:spLocks noGrp="1"/>
          </p:cNvSpPr>
          <p:nvPr>
            <p:ph type="ctrTitle"/>
          </p:nvPr>
        </p:nvSpPr>
        <p:spPr>
          <a:xfrm>
            <a:off x="394874" y="1257905"/>
            <a:ext cx="7920000" cy="2710779"/>
          </a:xfrm>
        </p:spPr>
        <p:txBody>
          <a:bodyPr anchor="ctr" anchorCtr="0"/>
          <a:lstStyle>
            <a:lvl1pPr algn="l">
              <a:lnSpc>
                <a:spcPct val="90000"/>
              </a:lnSpc>
              <a:defRPr sz="6400">
                <a:solidFill>
                  <a:schemeClr val="tx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DA95B35B-478E-994C-9596-2944D05288F6}"/>
              </a:ext>
            </a:extLst>
          </p:cNvPr>
          <p:cNvSpPr>
            <a:spLocks noGrp="1"/>
          </p:cNvSpPr>
          <p:nvPr>
            <p:ph type="subTitle" idx="1"/>
          </p:nvPr>
        </p:nvSpPr>
        <p:spPr>
          <a:xfrm>
            <a:off x="392114" y="4281714"/>
            <a:ext cx="6300000" cy="725715"/>
          </a:xfrm>
        </p:spPr>
        <p:txBody>
          <a:bodyPr/>
          <a:lstStyle>
            <a:lvl1pPr marL="0" indent="0" algn="l">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D633C85C-C2C1-71C7-D63F-B093232D058D}"/>
              </a:ext>
            </a:extLst>
          </p:cNvPr>
          <p:cNvSpPr>
            <a:spLocks noGrp="1"/>
          </p:cNvSpPr>
          <p:nvPr>
            <p:ph type="ftr" sz="quarter" idx="11"/>
          </p:nvPr>
        </p:nvSpPr>
        <p:spPr/>
        <p:txBody>
          <a:bodyPr/>
          <a:lstStyle/>
          <a:p>
            <a:r>
              <a:rPr lang="en-GB" dirty="0"/>
              <a:t>© Tech Mahindra Limited. All Rights Reserved</a:t>
            </a:r>
          </a:p>
        </p:txBody>
      </p:sp>
      <p:sp>
        <p:nvSpPr>
          <p:cNvPr id="10" name="Text Placeholder 9">
            <a:extLst>
              <a:ext uri="{FF2B5EF4-FFF2-40B4-BE49-F238E27FC236}">
                <a16:creationId xmlns:a16="http://schemas.microsoft.com/office/drawing/2014/main" id="{322B90B7-D350-0BEA-24BE-704F4F0FB283}"/>
              </a:ext>
            </a:extLst>
          </p:cNvPr>
          <p:cNvSpPr>
            <a:spLocks noGrp="1"/>
          </p:cNvSpPr>
          <p:nvPr>
            <p:ph type="body" sz="quarter" idx="13" hasCustomPrompt="1"/>
          </p:nvPr>
        </p:nvSpPr>
        <p:spPr>
          <a:xfrm>
            <a:off x="9638300" y="928458"/>
            <a:ext cx="2160000" cy="329447"/>
          </a:xfrm>
        </p:spPr>
        <p:txBody>
          <a:bodyPr/>
          <a:lstStyle>
            <a:lvl1pPr marL="0" indent="0" algn="r">
              <a:buNone/>
              <a:defRPr sz="1300">
                <a:solidFill>
                  <a:srgbClr val="29251D"/>
                </a:solidFill>
              </a:defRPr>
            </a:lvl1pPr>
            <a:lvl2pPr marL="180000" indent="0">
              <a:buNone/>
              <a:defRPr/>
            </a:lvl2pPr>
          </a:lstStyle>
          <a:p>
            <a:pPr lvl="0"/>
            <a:r>
              <a:rPr lang="en-GB" dirty="0"/>
              <a:t>00–MMM–25 </a:t>
            </a:r>
          </a:p>
        </p:txBody>
      </p:sp>
      <p:pic>
        <p:nvPicPr>
          <p:cNvPr id="14" name="Picture 13">
            <a:extLst>
              <a:ext uri="{FF2B5EF4-FFF2-40B4-BE49-F238E27FC236}">
                <a16:creationId xmlns:a16="http://schemas.microsoft.com/office/drawing/2014/main" id="{31EFA698-22E5-D9E5-B095-F92E1CDDABB9}"/>
              </a:ext>
            </a:extLst>
          </p:cNvPr>
          <p:cNvPicPr>
            <a:picLocks noChangeAspect="1"/>
          </p:cNvPicPr>
          <p:nvPr userDrawn="1"/>
        </p:nvPicPr>
        <p:blipFill>
          <a:blip r:embed="rId3"/>
          <a:stretch>
            <a:fillRect/>
          </a:stretch>
        </p:blipFill>
        <p:spPr>
          <a:xfrm>
            <a:off x="347887" y="5916374"/>
            <a:ext cx="2142000" cy="616205"/>
          </a:xfrm>
          <a:prstGeom prst="rect">
            <a:avLst/>
          </a:prstGeom>
        </p:spPr>
      </p:pic>
      <p:sp>
        <p:nvSpPr>
          <p:cNvPr id="4" name="Rectangle 3">
            <a:extLst>
              <a:ext uri="{FF2B5EF4-FFF2-40B4-BE49-F238E27FC236}">
                <a16:creationId xmlns:a16="http://schemas.microsoft.com/office/drawing/2014/main" id="{AE2EE4BB-7169-E330-6703-90A232FDB8EA}"/>
              </a:ext>
            </a:extLst>
          </p:cNvPr>
          <p:cNvSpPr/>
          <p:nvPr userDrawn="1"/>
        </p:nvSpPr>
        <p:spPr>
          <a:xfrm>
            <a:off x="11236960" y="217848"/>
            <a:ext cx="955040" cy="49276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0265846"/>
      </p:ext>
    </p:extLst>
  </p:cSld>
  <p:clrMapOvr>
    <a:masterClrMapping/>
  </p:clrMapOvr>
  <p:extLst>
    <p:ext uri="{DCECCB84-F9BA-43D5-87BE-67443E8EF086}">
      <p15:sldGuideLst xmlns:p15="http://schemas.microsoft.com/office/powerpoint/2012/main">
        <p15:guide id="1" orient="horz" pos="2183" userDrawn="1">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DC65FA9-CD4E-B026-AF94-E75F1AEDB59C}"/>
              </a:ext>
            </a:extLst>
          </p:cNvPr>
          <p:cNvPicPr>
            <a:picLocks noChangeAspect="1"/>
          </p:cNvPicPr>
          <p:nvPr userDrawn="1"/>
        </p:nvPicPr>
        <p:blipFill>
          <a:blip r:embed="rId3"/>
          <a:stretch>
            <a:fillRect/>
          </a:stretch>
        </p:blipFill>
        <p:spPr>
          <a:xfrm>
            <a:off x="349200" y="5914800"/>
            <a:ext cx="2142000" cy="616206"/>
          </a:xfrm>
          <a:prstGeom prst="rect">
            <a:avLst/>
          </a:prstGeom>
        </p:spPr>
      </p:pic>
      <p:sp>
        <p:nvSpPr>
          <p:cNvPr id="2" name="Title 1">
            <a:extLst>
              <a:ext uri="{FF2B5EF4-FFF2-40B4-BE49-F238E27FC236}">
                <a16:creationId xmlns:a16="http://schemas.microsoft.com/office/drawing/2014/main" id="{9F1B07DC-68D5-8538-F431-4D66D1C01D5F}"/>
              </a:ext>
            </a:extLst>
          </p:cNvPr>
          <p:cNvSpPr>
            <a:spLocks noGrp="1"/>
          </p:cNvSpPr>
          <p:nvPr>
            <p:ph type="ctrTitle"/>
          </p:nvPr>
        </p:nvSpPr>
        <p:spPr>
          <a:xfrm>
            <a:off x="394874" y="1257905"/>
            <a:ext cx="7920000" cy="2710779"/>
          </a:xfrm>
        </p:spPr>
        <p:txBody>
          <a:bodyPr anchor="ctr" anchorCtr="0"/>
          <a:lstStyle>
            <a:lvl1pPr algn="l">
              <a:lnSpc>
                <a:spcPct val="90000"/>
              </a:lnSpc>
              <a:defRPr sz="640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DA95B35B-478E-994C-9596-2944D05288F6}"/>
              </a:ext>
            </a:extLst>
          </p:cNvPr>
          <p:cNvSpPr>
            <a:spLocks noGrp="1"/>
          </p:cNvSpPr>
          <p:nvPr>
            <p:ph type="subTitle" idx="1"/>
          </p:nvPr>
        </p:nvSpPr>
        <p:spPr>
          <a:xfrm>
            <a:off x="392114" y="4281714"/>
            <a:ext cx="6300000" cy="725715"/>
          </a:xfrm>
        </p:spPr>
        <p:txBody>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D633C85C-C2C1-71C7-D63F-B093232D058D}"/>
              </a:ext>
            </a:extLst>
          </p:cNvPr>
          <p:cNvSpPr>
            <a:spLocks noGrp="1"/>
          </p:cNvSpPr>
          <p:nvPr>
            <p:ph type="ftr" sz="quarter" idx="11"/>
          </p:nvPr>
        </p:nvSpPr>
        <p:spPr/>
        <p:txBody>
          <a:bodyPr/>
          <a:lstStyle/>
          <a:p>
            <a:r>
              <a:rPr lang="en-GB" dirty="0"/>
              <a:t>© Tech Mahindra Limited. All Rights Reserved</a:t>
            </a:r>
          </a:p>
        </p:txBody>
      </p:sp>
      <p:sp>
        <p:nvSpPr>
          <p:cNvPr id="10" name="Text Placeholder 9">
            <a:extLst>
              <a:ext uri="{FF2B5EF4-FFF2-40B4-BE49-F238E27FC236}">
                <a16:creationId xmlns:a16="http://schemas.microsoft.com/office/drawing/2014/main" id="{322B90B7-D350-0BEA-24BE-704F4F0FB283}"/>
              </a:ext>
            </a:extLst>
          </p:cNvPr>
          <p:cNvSpPr>
            <a:spLocks noGrp="1"/>
          </p:cNvSpPr>
          <p:nvPr>
            <p:ph type="body" sz="quarter" idx="13" hasCustomPrompt="1"/>
          </p:nvPr>
        </p:nvSpPr>
        <p:spPr>
          <a:xfrm>
            <a:off x="9638300" y="1093181"/>
            <a:ext cx="2160000" cy="329447"/>
          </a:xfrm>
        </p:spPr>
        <p:txBody>
          <a:bodyPr/>
          <a:lstStyle>
            <a:lvl1pPr marL="0" indent="0" algn="r">
              <a:buNone/>
              <a:defRPr sz="1300">
                <a:solidFill>
                  <a:schemeClr val="bg1"/>
                </a:solidFill>
              </a:defRPr>
            </a:lvl1pPr>
            <a:lvl2pPr marL="180000" indent="0">
              <a:buNone/>
              <a:defRPr/>
            </a:lvl2pPr>
          </a:lstStyle>
          <a:p>
            <a:pPr lvl="0"/>
            <a:r>
              <a:rPr lang="en-GB" dirty="0"/>
              <a:t>00–MMM–25 </a:t>
            </a:r>
          </a:p>
        </p:txBody>
      </p:sp>
      <p:sp>
        <p:nvSpPr>
          <p:cNvPr id="4" name="Rectangle 3">
            <a:extLst>
              <a:ext uri="{FF2B5EF4-FFF2-40B4-BE49-F238E27FC236}">
                <a16:creationId xmlns:a16="http://schemas.microsoft.com/office/drawing/2014/main" id="{AD824CB0-D779-546B-39DF-21BF768DCFF8}"/>
              </a:ext>
            </a:extLst>
          </p:cNvPr>
          <p:cNvSpPr/>
          <p:nvPr userDrawn="1"/>
        </p:nvSpPr>
        <p:spPr>
          <a:xfrm>
            <a:off x="11643360" y="199903"/>
            <a:ext cx="449580" cy="32944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85376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6"/>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82474C-AC83-B889-A7E7-4DEA172B5ADD}"/>
              </a:ext>
            </a:extLst>
          </p:cNvPr>
          <p:cNvSpPr>
            <a:spLocks noGrp="1"/>
          </p:cNvSpPr>
          <p:nvPr>
            <p:ph type="ftr" sz="quarter" idx="11"/>
          </p:nvPr>
        </p:nvSpPr>
        <p:spPr/>
        <p:txBody>
          <a:bodyPr/>
          <a:lstStyle/>
          <a:p>
            <a:r>
              <a:rPr lang="en-GB" dirty="0"/>
              <a:t>© Tech Mahindra Limited. All Rights Reserved</a:t>
            </a:r>
          </a:p>
        </p:txBody>
      </p:sp>
      <p:pic>
        <p:nvPicPr>
          <p:cNvPr id="7" name="Picture 6">
            <a:extLst>
              <a:ext uri="{FF2B5EF4-FFF2-40B4-BE49-F238E27FC236}">
                <a16:creationId xmlns:a16="http://schemas.microsoft.com/office/drawing/2014/main" id="{006D9269-8E86-5B83-8A74-9A19F97E9F6F}"/>
              </a:ext>
            </a:extLst>
          </p:cNvPr>
          <p:cNvPicPr>
            <a:picLocks noChangeAspect="1"/>
          </p:cNvPicPr>
          <p:nvPr userDrawn="1"/>
        </p:nvPicPr>
        <p:blipFill>
          <a:blip r:embed="rId2"/>
          <a:stretch>
            <a:fillRect/>
          </a:stretch>
        </p:blipFill>
        <p:spPr>
          <a:xfrm>
            <a:off x="11608402" y="214001"/>
            <a:ext cx="326890" cy="354960"/>
          </a:xfrm>
          <a:prstGeom prst="rect">
            <a:avLst/>
          </a:prstGeom>
        </p:spPr>
      </p:pic>
      <p:sp>
        <p:nvSpPr>
          <p:cNvPr id="12" name="Rectangle 11">
            <a:extLst>
              <a:ext uri="{FF2B5EF4-FFF2-40B4-BE49-F238E27FC236}">
                <a16:creationId xmlns:a16="http://schemas.microsoft.com/office/drawing/2014/main" id="{12006FB8-1717-1D8B-F06C-B28FFA131141}"/>
              </a:ext>
            </a:extLst>
          </p:cNvPr>
          <p:cNvSpPr/>
          <p:nvPr/>
        </p:nvSpPr>
        <p:spPr>
          <a:xfrm>
            <a:off x="4378324" y="1503436"/>
            <a:ext cx="688976" cy="7444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sz="2300" dirty="0">
                <a:solidFill>
                  <a:srgbClr val="E31837"/>
                </a:solidFill>
              </a:rPr>
              <a:t>01</a:t>
            </a:r>
          </a:p>
        </p:txBody>
      </p:sp>
      <p:cxnSp>
        <p:nvCxnSpPr>
          <p:cNvPr id="13" name="Straight Connector 12">
            <a:extLst>
              <a:ext uri="{FF2B5EF4-FFF2-40B4-BE49-F238E27FC236}">
                <a16:creationId xmlns:a16="http://schemas.microsoft.com/office/drawing/2014/main" id="{F00FBFFB-A345-2712-5BBE-C06E721035C1}"/>
              </a:ext>
            </a:extLst>
          </p:cNvPr>
          <p:cNvCxnSpPr>
            <a:cxnSpLocks/>
          </p:cNvCxnSpPr>
          <p:nvPr/>
        </p:nvCxnSpPr>
        <p:spPr>
          <a:xfrm>
            <a:off x="4378324" y="2247786"/>
            <a:ext cx="7813676" cy="0"/>
          </a:xfrm>
          <a:prstGeom prst="line">
            <a:avLst/>
          </a:prstGeom>
          <a:ln w="12700">
            <a:solidFill>
              <a:srgbClr val="4A453D"/>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8FAB8D39-40B8-F6EC-77EF-F63366D76307}"/>
              </a:ext>
            </a:extLst>
          </p:cNvPr>
          <p:cNvSpPr/>
          <p:nvPr/>
        </p:nvSpPr>
        <p:spPr>
          <a:xfrm>
            <a:off x="4378324" y="2423354"/>
            <a:ext cx="688976" cy="7444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sz="2300" dirty="0">
                <a:solidFill>
                  <a:srgbClr val="E31837"/>
                </a:solidFill>
              </a:rPr>
              <a:t>02</a:t>
            </a:r>
          </a:p>
        </p:txBody>
      </p:sp>
      <p:cxnSp>
        <p:nvCxnSpPr>
          <p:cNvPr id="17" name="Straight Connector 16">
            <a:extLst>
              <a:ext uri="{FF2B5EF4-FFF2-40B4-BE49-F238E27FC236}">
                <a16:creationId xmlns:a16="http://schemas.microsoft.com/office/drawing/2014/main" id="{F1D36611-EA6F-65E2-5339-AF65C062C6F6}"/>
              </a:ext>
            </a:extLst>
          </p:cNvPr>
          <p:cNvCxnSpPr/>
          <p:nvPr/>
        </p:nvCxnSpPr>
        <p:spPr>
          <a:xfrm>
            <a:off x="4378324" y="3146234"/>
            <a:ext cx="7813676" cy="0"/>
          </a:xfrm>
          <a:prstGeom prst="line">
            <a:avLst/>
          </a:prstGeom>
          <a:ln w="12700">
            <a:solidFill>
              <a:srgbClr val="4A453D"/>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9A8502C-3FF0-4057-8399-1BF0F7811639}"/>
              </a:ext>
            </a:extLst>
          </p:cNvPr>
          <p:cNvSpPr/>
          <p:nvPr/>
        </p:nvSpPr>
        <p:spPr>
          <a:xfrm>
            <a:off x="4378324" y="3307122"/>
            <a:ext cx="688976" cy="7444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sz="2300" dirty="0">
                <a:solidFill>
                  <a:srgbClr val="E31837"/>
                </a:solidFill>
              </a:rPr>
              <a:t>03</a:t>
            </a:r>
          </a:p>
        </p:txBody>
      </p:sp>
      <p:cxnSp>
        <p:nvCxnSpPr>
          <p:cNvPr id="21" name="Straight Connector 20">
            <a:extLst>
              <a:ext uri="{FF2B5EF4-FFF2-40B4-BE49-F238E27FC236}">
                <a16:creationId xmlns:a16="http://schemas.microsoft.com/office/drawing/2014/main" id="{5CB0F943-1781-6C2E-1C8F-584A6995816F}"/>
              </a:ext>
            </a:extLst>
          </p:cNvPr>
          <p:cNvCxnSpPr/>
          <p:nvPr/>
        </p:nvCxnSpPr>
        <p:spPr>
          <a:xfrm>
            <a:off x="4378324" y="4044682"/>
            <a:ext cx="7813676" cy="0"/>
          </a:xfrm>
          <a:prstGeom prst="line">
            <a:avLst/>
          </a:prstGeom>
          <a:ln w="12700">
            <a:solidFill>
              <a:srgbClr val="4A453D"/>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4E3D39C0-E885-F129-5857-0BC8A00F9C3A}"/>
              </a:ext>
            </a:extLst>
          </p:cNvPr>
          <p:cNvSpPr/>
          <p:nvPr/>
        </p:nvSpPr>
        <p:spPr>
          <a:xfrm>
            <a:off x="4378324" y="4198723"/>
            <a:ext cx="688976" cy="7444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sz="2300" dirty="0">
                <a:solidFill>
                  <a:srgbClr val="E31837"/>
                </a:solidFill>
              </a:rPr>
              <a:t>04</a:t>
            </a:r>
          </a:p>
        </p:txBody>
      </p:sp>
      <p:cxnSp>
        <p:nvCxnSpPr>
          <p:cNvPr id="25" name="Straight Connector 24">
            <a:extLst>
              <a:ext uri="{FF2B5EF4-FFF2-40B4-BE49-F238E27FC236}">
                <a16:creationId xmlns:a16="http://schemas.microsoft.com/office/drawing/2014/main" id="{40DBE20A-23E7-9B62-C048-465C9561C48B}"/>
              </a:ext>
            </a:extLst>
          </p:cNvPr>
          <p:cNvCxnSpPr/>
          <p:nvPr/>
        </p:nvCxnSpPr>
        <p:spPr>
          <a:xfrm>
            <a:off x="4378324" y="4943130"/>
            <a:ext cx="7813676" cy="0"/>
          </a:xfrm>
          <a:prstGeom prst="line">
            <a:avLst/>
          </a:prstGeom>
          <a:ln w="12700">
            <a:solidFill>
              <a:srgbClr val="4A453D"/>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46C72A60-E78E-9967-93C1-79DF00A1145E}"/>
              </a:ext>
            </a:extLst>
          </p:cNvPr>
          <p:cNvSpPr/>
          <p:nvPr/>
        </p:nvSpPr>
        <p:spPr>
          <a:xfrm>
            <a:off x="4378324" y="5097170"/>
            <a:ext cx="688976" cy="7444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sz="2300" dirty="0">
                <a:solidFill>
                  <a:srgbClr val="E31837"/>
                </a:solidFill>
              </a:rPr>
              <a:t>05</a:t>
            </a:r>
          </a:p>
        </p:txBody>
      </p:sp>
      <p:cxnSp>
        <p:nvCxnSpPr>
          <p:cNvPr id="29" name="Straight Connector 28">
            <a:extLst>
              <a:ext uri="{FF2B5EF4-FFF2-40B4-BE49-F238E27FC236}">
                <a16:creationId xmlns:a16="http://schemas.microsoft.com/office/drawing/2014/main" id="{71A97C1E-DD7F-0858-F5B4-5B24BF40D782}"/>
              </a:ext>
            </a:extLst>
          </p:cNvPr>
          <p:cNvCxnSpPr/>
          <p:nvPr/>
        </p:nvCxnSpPr>
        <p:spPr>
          <a:xfrm>
            <a:off x="4378324" y="5841577"/>
            <a:ext cx="7813676" cy="0"/>
          </a:xfrm>
          <a:prstGeom prst="line">
            <a:avLst/>
          </a:prstGeom>
          <a:ln w="12700">
            <a:solidFill>
              <a:srgbClr val="4A453D"/>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8" name="Text Placeholder 37">
            <a:extLst>
              <a:ext uri="{FF2B5EF4-FFF2-40B4-BE49-F238E27FC236}">
                <a16:creationId xmlns:a16="http://schemas.microsoft.com/office/drawing/2014/main" id="{3CA96EB6-C793-A8B8-07E0-10B2E55C5AC5}"/>
              </a:ext>
            </a:extLst>
          </p:cNvPr>
          <p:cNvSpPr>
            <a:spLocks noGrp="1"/>
          </p:cNvSpPr>
          <p:nvPr>
            <p:ph type="body" sz="quarter" idx="15"/>
          </p:nvPr>
        </p:nvSpPr>
        <p:spPr>
          <a:xfrm>
            <a:off x="6170750" y="1585921"/>
            <a:ext cx="6021249" cy="579437"/>
          </a:xfrm>
        </p:spPr>
        <p:txBody>
          <a:bodyPr anchor="ctr" anchorCtr="0"/>
          <a:lstStyle>
            <a:lvl1pPr marL="0" indent="0">
              <a:buNone/>
              <a:defRPr sz="2000"/>
            </a:lvl1pPr>
            <a:lvl2pPr marL="180000" indent="0">
              <a:buNone/>
              <a:defRPr/>
            </a:lvl2pPr>
          </a:lstStyle>
          <a:p>
            <a:pPr lvl="0"/>
            <a:r>
              <a:rPr lang="en-US"/>
              <a:t>Click to edit Master text styles</a:t>
            </a:r>
          </a:p>
        </p:txBody>
      </p:sp>
      <p:sp>
        <p:nvSpPr>
          <p:cNvPr id="39" name="Text Placeholder 37">
            <a:extLst>
              <a:ext uri="{FF2B5EF4-FFF2-40B4-BE49-F238E27FC236}">
                <a16:creationId xmlns:a16="http://schemas.microsoft.com/office/drawing/2014/main" id="{3EAC3518-7ECC-FECC-6D43-8BA7253BC457}"/>
              </a:ext>
            </a:extLst>
          </p:cNvPr>
          <p:cNvSpPr>
            <a:spLocks noGrp="1"/>
          </p:cNvSpPr>
          <p:nvPr>
            <p:ph type="body" sz="quarter" idx="16"/>
          </p:nvPr>
        </p:nvSpPr>
        <p:spPr>
          <a:xfrm>
            <a:off x="6170750" y="2505839"/>
            <a:ext cx="6021249" cy="579437"/>
          </a:xfrm>
        </p:spPr>
        <p:txBody>
          <a:bodyPr anchor="ctr" anchorCtr="0"/>
          <a:lstStyle>
            <a:lvl1pPr marL="0" indent="0">
              <a:buNone/>
              <a:defRPr sz="2000"/>
            </a:lvl1pPr>
            <a:lvl2pPr marL="180000" indent="0">
              <a:buNone/>
              <a:defRPr/>
            </a:lvl2pPr>
          </a:lstStyle>
          <a:p>
            <a:pPr lvl="0"/>
            <a:r>
              <a:rPr lang="en-US"/>
              <a:t>Click to edit Master text styles</a:t>
            </a:r>
          </a:p>
        </p:txBody>
      </p:sp>
      <p:sp>
        <p:nvSpPr>
          <p:cNvPr id="40" name="Text Placeholder 37">
            <a:extLst>
              <a:ext uri="{FF2B5EF4-FFF2-40B4-BE49-F238E27FC236}">
                <a16:creationId xmlns:a16="http://schemas.microsoft.com/office/drawing/2014/main" id="{06FD01E8-2CA5-7DB9-3FFB-C2EEB9B8CE61}"/>
              </a:ext>
            </a:extLst>
          </p:cNvPr>
          <p:cNvSpPr>
            <a:spLocks noGrp="1"/>
          </p:cNvSpPr>
          <p:nvPr>
            <p:ph type="body" sz="quarter" idx="17"/>
          </p:nvPr>
        </p:nvSpPr>
        <p:spPr>
          <a:xfrm>
            <a:off x="6170750" y="3389607"/>
            <a:ext cx="6021249" cy="579437"/>
          </a:xfrm>
        </p:spPr>
        <p:txBody>
          <a:bodyPr anchor="ctr" anchorCtr="0"/>
          <a:lstStyle>
            <a:lvl1pPr marL="0" indent="0">
              <a:buNone/>
              <a:defRPr sz="2000"/>
            </a:lvl1pPr>
            <a:lvl2pPr marL="180000" indent="0">
              <a:buNone/>
              <a:defRPr/>
            </a:lvl2pPr>
          </a:lstStyle>
          <a:p>
            <a:pPr lvl="0"/>
            <a:r>
              <a:rPr lang="en-US"/>
              <a:t>Click to edit Master text styles</a:t>
            </a:r>
          </a:p>
        </p:txBody>
      </p:sp>
      <p:sp>
        <p:nvSpPr>
          <p:cNvPr id="41" name="Text Placeholder 37">
            <a:extLst>
              <a:ext uri="{FF2B5EF4-FFF2-40B4-BE49-F238E27FC236}">
                <a16:creationId xmlns:a16="http://schemas.microsoft.com/office/drawing/2014/main" id="{A4EF22AE-A37F-10E8-47BA-32387C68D745}"/>
              </a:ext>
            </a:extLst>
          </p:cNvPr>
          <p:cNvSpPr>
            <a:spLocks noGrp="1"/>
          </p:cNvSpPr>
          <p:nvPr>
            <p:ph type="body" sz="quarter" idx="18"/>
          </p:nvPr>
        </p:nvSpPr>
        <p:spPr>
          <a:xfrm>
            <a:off x="6170750" y="4281208"/>
            <a:ext cx="6021249" cy="579437"/>
          </a:xfrm>
        </p:spPr>
        <p:txBody>
          <a:bodyPr anchor="ctr" anchorCtr="0"/>
          <a:lstStyle>
            <a:lvl1pPr marL="0" indent="0">
              <a:buNone/>
              <a:defRPr sz="2000"/>
            </a:lvl1pPr>
            <a:lvl2pPr marL="180000" indent="0">
              <a:buNone/>
              <a:defRPr/>
            </a:lvl2pPr>
          </a:lstStyle>
          <a:p>
            <a:pPr lvl="0"/>
            <a:r>
              <a:rPr lang="en-US"/>
              <a:t>Click to edit Master text styles</a:t>
            </a:r>
          </a:p>
        </p:txBody>
      </p:sp>
      <p:sp>
        <p:nvSpPr>
          <p:cNvPr id="42" name="Text Placeholder 37">
            <a:extLst>
              <a:ext uri="{FF2B5EF4-FFF2-40B4-BE49-F238E27FC236}">
                <a16:creationId xmlns:a16="http://schemas.microsoft.com/office/drawing/2014/main" id="{26CAE147-52F1-8442-510A-A1951C061B59}"/>
              </a:ext>
            </a:extLst>
          </p:cNvPr>
          <p:cNvSpPr>
            <a:spLocks noGrp="1"/>
          </p:cNvSpPr>
          <p:nvPr>
            <p:ph type="body" sz="quarter" idx="19"/>
          </p:nvPr>
        </p:nvSpPr>
        <p:spPr>
          <a:xfrm>
            <a:off x="6170750" y="5179655"/>
            <a:ext cx="6021249" cy="579437"/>
          </a:xfrm>
        </p:spPr>
        <p:txBody>
          <a:bodyPr anchor="ctr" anchorCtr="0"/>
          <a:lstStyle>
            <a:lvl1pPr marL="0" indent="0">
              <a:buNone/>
              <a:defRPr sz="2000"/>
            </a:lvl1pPr>
            <a:lvl2pPr marL="180000" indent="0">
              <a:buNone/>
              <a:defRPr/>
            </a:lvl2pPr>
          </a:lstStyle>
          <a:p>
            <a:pPr lvl="0"/>
            <a:r>
              <a:rPr lang="en-US"/>
              <a:t>Click to edit Master text styles</a:t>
            </a:r>
          </a:p>
        </p:txBody>
      </p:sp>
      <p:sp>
        <p:nvSpPr>
          <p:cNvPr id="4" name="Text Placeholder 9">
            <a:extLst>
              <a:ext uri="{FF2B5EF4-FFF2-40B4-BE49-F238E27FC236}">
                <a16:creationId xmlns:a16="http://schemas.microsoft.com/office/drawing/2014/main" id="{EB847A2D-3541-7A51-6300-0B270BDD536D}"/>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11" name="Text Placeholder 37">
            <a:extLst>
              <a:ext uri="{FF2B5EF4-FFF2-40B4-BE49-F238E27FC236}">
                <a16:creationId xmlns:a16="http://schemas.microsoft.com/office/drawing/2014/main" id="{F4D2DBCE-90A6-3F66-BAFC-DB64E453D0F9}"/>
              </a:ext>
            </a:extLst>
          </p:cNvPr>
          <p:cNvSpPr>
            <a:spLocks noGrp="1"/>
          </p:cNvSpPr>
          <p:nvPr>
            <p:ph type="body" sz="quarter" idx="20"/>
          </p:nvPr>
        </p:nvSpPr>
        <p:spPr>
          <a:xfrm>
            <a:off x="394874" y="596058"/>
            <a:ext cx="3729995" cy="1357797"/>
          </a:xfrm>
        </p:spPr>
        <p:txBody>
          <a:bodyPr anchor="t" anchorCtr="0"/>
          <a:lstStyle>
            <a:lvl1pPr marL="0" indent="0">
              <a:buNone/>
              <a:defRPr sz="4000">
                <a:latin typeface="Aptos Light" panose="020B0004020202020204" pitchFamily="34" charset="0"/>
              </a:defRPr>
            </a:lvl1pPr>
            <a:lvl2pPr marL="180000" indent="0">
              <a:buNone/>
              <a:defRPr/>
            </a:lvl2pPr>
          </a:lstStyle>
          <a:p>
            <a:pPr lvl="0"/>
            <a:r>
              <a:rPr lang="en-US"/>
              <a:t>Click to edit Master text styles</a:t>
            </a:r>
          </a:p>
        </p:txBody>
      </p:sp>
      <p:sp>
        <p:nvSpPr>
          <p:cNvPr id="5" name="Slide Number Placeholder 5">
            <a:extLst>
              <a:ext uri="{FF2B5EF4-FFF2-40B4-BE49-F238E27FC236}">
                <a16:creationId xmlns:a16="http://schemas.microsoft.com/office/drawing/2014/main" id="{C56D381B-9F64-1E24-236B-9C125D74B386}"/>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983869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Agenda [1]">
    <p:bg>
      <p:bgPr>
        <a:solidFill>
          <a:srgbClr val="4A453D"/>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82474C-AC83-B889-A7E7-4DEA172B5ADD}"/>
              </a:ext>
            </a:extLst>
          </p:cNvPr>
          <p:cNvSpPr>
            <a:spLocks noGrp="1"/>
          </p:cNvSpPr>
          <p:nvPr>
            <p:ph type="ftr" sz="quarter" idx="11"/>
          </p:nvPr>
        </p:nvSpPr>
        <p:spPr/>
        <p:txBody>
          <a:bodyPr/>
          <a:lstStyle>
            <a:lvl1pPr>
              <a:defRPr>
                <a:solidFill>
                  <a:srgbClr val="E5DFD3"/>
                </a:solidFill>
              </a:defRPr>
            </a:lvl1pPr>
          </a:lstStyle>
          <a:p>
            <a:r>
              <a:rPr lang="en-GB"/>
              <a:t>© Tech Mahindra Limited. All Rights Reserved</a:t>
            </a:r>
            <a:endParaRPr lang="en-GB" dirty="0"/>
          </a:p>
        </p:txBody>
      </p:sp>
      <p:sp>
        <p:nvSpPr>
          <p:cNvPr id="12" name="Rectangle 11">
            <a:extLst>
              <a:ext uri="{FF2B5EF4-FFF2-40B4-BE49-F238E27FC236}">
                <a16:creationId xmlns:a16="http://schemas.microsoft.com/office/drawing/2014/main" id="{12006FB8-1717-1D8B-F06C-B28FFA131141}"/>
              </a:ext>
            </a:extLst>
          </p:cNvPr>
          <p:cNvSpPr/>
          <p:nvPr/>
        </p:nvSpPr>
        <p:spPr>
          <a:xfrm>
            <a:off x="4378324" y="1503436"/>
            <a:ext cx="688976" cy="7444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sz="2300" b="0" dirty="0">
                <a:solidFill>
                  <a:schemeClr val="accent6"/>
                </a:solidFill>
              </a:rPr>
              <a:t>01</a:t>
            </a:r>
          </a:p>
        </p:txBody>
      </p:sp>
      <p:cxnSp>
        <p:nvCxnSpPr>
          <p:cNvPr id="13" name="Straight Connector 12">
            <a:extLst>
              <a:ext uri="{FF2B5EF4-FFF2-40B4-BE49-F238E27FC236}">
                <a16:creationId xmlns:a16="http://schemas.microsoft.com/office/drawing/2014/main" id="{F00FBFFB-A345-2712-5BBE-C06E721035C1}"/>
              </a:ext>
            </a:extLst>
          </p:cNvPr>
          <p:cNvCxnSpPr>
            <a:cxnSpLocks/>
          </p:cNvCxnSpPr>
          <p:nvPr/>
        </p:nvCxnSpPr>
        <p:spPr>
          <a:xfrm>
            <a:off x="4378324" y="2247786"/>
            <a:ext cx="7813676" cy="0"/>
          </a:xfrm>
          <a:prstGeom prst="line">
            <a:avLst/>
          </a:prstGeom>
          <a:ln w="12700">
            <a:solidFill>
              <a:schemeClr val="accent5"/>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8FAB8D39-40B8-F6EC-77EF-F63366D76307}"/>
              </a:ext>
            </a:extLst>
          </p:cNvPr>
          <p:cNvSpPr/>
          <p:nvPr/>
        </p:nvSpPr>
        <p:spPr>
          <a:xfrm>
            <a:off x="4378324" y="2423354"/>
            <a:ext cx="688976" cy="7444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sz="2300" b="0" dirty="0">
                <a:solidFill>
                  <a:schemeClr val="accent6"/>
                </a:solidFill>
              </a:rPr>
              <a:t>02</a:t>
            </a:r>
          </a:p>
        </p:txBody>
      </p:sp>
      <p:cxnSp>
        <p:nvCxnSpPr>
          <p:cNvPr id="17" name="Straight Connector 16">
            <a:extLst>
              <a:ext uri="{FF2B5EF4-FFF2-40B4-BE49-F238E27FC236}">
                <a16:creationId xmlns:a16="http://schemas.microsoft.com/office/drawing/2014/main" id="{F1D36611-EA6F-65E2-5339-AF65C062C6F6}"/>
              </a:ext>
            </a:extLst>
          </p:cNvPr>
          <p:cNvCxnSpPr/>
          <p:nvPr/>
        </p:nvCxnSpPr>
        <p:spPr>
          <a:xfrm>
            <a:off x="4378324" y="3146234"/>
            <a:ext cx="7813676" cy="0"/>
          </a:xfrm>
          <a:prstGeom prst="line">
            <a:avLst/>
          </a:prstGeom>
          <a:ln w="12700">
            <a:solidFill>
              <a:schemeClr val="accent5"/>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29A8502C-3FF0-4057-8399-1BF0F7811639}"/>
              </a:ext>
            </a:extLst>
          </p:cNvPr>
          <p:cNvSpPr/>
          <p:nvPr/>
        </p:nvSpPr>
        <p:spPr>
          <a:xfrm>
            <a:off x="4378324" y="3307122"/>
            <a:ext cx="688976" cy="7444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sz="2300" b="0" dirty="0">
                <a:solidFill>
                  <a:schemeClr val="accent6"/>
                </a:solidFill>
              </a:rPr>
              <a:t>03</a:t>
            </a:r>
          </a:p>
        </p:txBody>
      </p:sp>
      <p:cxnSp>
        <p:nvCxnSpPr>
          <p:cNvPr id="21" name="Straight Connector 20">
            <a:extLst>
              <a:ext uri="{FF2B5EF4-FFF2-40B4-BE49-F238E27FC236}">
                <a16:creationId xmlns:a16="http://schemas.microsoft.com/office/drawing/2014/main" id="{5CB0F943-1781-6C2E-1C8F-584A6995816F}"/>
              </a:ext>
            </a:extLst>
          </p:cNvPr>
          <p:cNvCxnSpPr/>
          <p:nvPr/>
        </p:nvCxnSpPr>
        <p:spPr>
          <a:xfrm>
            <a:off x="4378324" y="4044682"/>
            <a:ext cx="7813676" cy="0"/>
          </a:xfrm>
          <a:prstGeom prst="line">
            <a:avLst/>
          </a:prstGeom>
          <a:ln w="12700">
            <a:solidFill>
              <a:schemeClr val="accent5"/>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4E3D39C0-E885-F129-5857-0BC8A00F9C3A}"/>
              </a:ext>
            </a:extLst>
          </p:cNvPr>
          <p:cNvSpPr/>
          <p:nvPr/>
        </p:nvSpPr>
        <p:spPr>
          <a:xfrm>
            <a:off x="4378324" y="4198723"/>
            <a:ext cx="688976" cy="7444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sz="2300" b="0" dirty="0">
                <a:solidFill>
                  <a:schemeClr val="accent6"/>
                </a:solidFill>
              </a:rPr>
              <a:t>04</a:t>
            </a:r>
          </a:p>
        </p:txBody>
      </p:sp>
      <p:cxnSp>
        <p:nvCxnSpPr>
          <p:cNvPr id="25" name="Straight Connector 24">
            <a:extLst>
              <a:ext uri="{FF2B5EF4-FFF2-40B4-BE49-F238E27FC236}">
                <a16:creationId xmlns:a16="http://schemas.microsoft.com/office/drawing/2014/main" id="{40DBE20A-23E7-9B62-C048-465C9561C48B}"/>
              </a:ext>
            </a:extLst>
          </p:cNvPr>
          <p:cNvCxnSpPr/>
          <p:nvPr/>
        </p:nvCxnSpPr>
        <p:spPr>
          <a:xfrm>
            <a:off x="4378324" y="4943130"/>
            <a:ext cx="7813676" cy="0"/>
          </a:xfrm>
          <a:prstGeom prst="line">
            <a:avLst/>
          </a:prstGeom>
          <a:ln w="12700">
            <a:solidFill>
              <a:schemeClr val="accent5"/>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46C72A60-E78E-9967-93C1-79DF00A1145E}"/>
              </a:ext>
            </a:extLst>
          </p:cNvPr>
          <p:cNvSpPr/>
          <p:nvPr/>
        </p:nvSpPr>
        <p:spPr>
          <a:xfrm>
            <a:off x="4378324" y="5097170"/>
            <a:ext cx="688976" cy="74440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sz="2300" b="0" dirty="0">
                <a:solidFill>
                  <a:schemeClr val="accent6"/>
                </a:solidFill>
              </a:rPr>
              <a:t>05</a:t>
            </a:r>
          </a:p>
        </p:txBody>
      </p:sp>
      <p:cxnSp>
        <p:nvCxnSpPr>
          <p:cNvPr id="29" name="Straight Connector 28">
            <a:extLst>
              <a:ext uri="{FF2B5EF4-FFF2-40B4-BE49-F238E27FC236}">
                <a16:creationId xmlns:a16="http://schemas.microsoft.com/office/drawing/2014/main" id="{71A97C1E-DD7F-0858-F5B4-5B24BF40D782}"/>
              </a:ext>
            </a:extLst>
          </p:cNvPr>
          <p:cNvCxnSpPr/>
          <p:nvPr/>
        </p:nvCxnSpPr>
        <p:spPr>
          <a:xfrm>
            <a:off x="4378324" y="5841577"/>
            <a:ext cx="7813676" cy="0"/>
          </a:xfrm>
          <a:prstGeom prst="line">
            <a:avLst/>
          </a:prstGeom>
          <a:ln w="12700">
            <a:solidFill>
              <a:schemeClr val="accent5"/>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8" name="Text Placeholder 37">
            <a:extLst>
              <a:ext uri="{FF2B5EF4-FFF2-40B4-BE49-F238E27FC236}">
                <a16:creationId xmlns:a16="http://schemas.microsoft.com/office/drawing/2014/main" id="{3CA96EB6-C793-A8B8-07E0-10B2E55C5AC5}"/>
              </a:ext>
            </a:extLst>
          </p:cNvPr>
          <p:cNvSpPr>
            <a:spLocks noGrp="1"/>
          </p:cNvSpPr>
          <p:nvPr>
            <p:ph type="body" sz="quarter" idx="15"/>
          </p:nvPr>
        </p:nvSpPr>
        <p:spPr>
          <a:xfrm>
            <a:off x="6170750" y="1585921"/>
            <a:ext cx="6021249" cy="579437"/>
          </a:xfrm>
        </p:spPr>
        <p:txBody>
          <a:bodyPr anchor="ctr" anchorCtr="0"/>
          <a:lstStyle>
            <a:lvl1pPr marL="0" indent="0">
              <a:buNone/>
              <a:defRPr sz="2000">
                <a:solidFill>
                  <a:schemeClr val="bg1"/>
                </a:solidFill>
              </a:defRPr>
            </a:lvl1pPr>
            <a:lvl2pPr marL="180000" indent="0">
              <a:buNone/>
              <a:defRPr/>
            </a:lvl2pPr>
          </a:lstStyle>
          <a:p>
            <a:pPr lvl="0"/>
            <a:r>
              <a:rPr lang="en-US"/>
              <a:t>Click to edit Master text styles</a:t>
            </a:r>
          </a:p>
        </p:txBody>
      </p:sp>
      <p:sp>
        <p:nvSpPr>
          <p:cNvPr id="39" name="Text Placeholder 37">
            <a:extLst>
              <a:ext uri="{FF2B5EF4-FFF2-40B4-BE49-F238E27FC236}">
                <a16:creationId xmlns:a16="http://schemas.microsoft.com/office/drawing/2014/main" id="{3EAC3518-7ECC-FECC-6D43-8BA7253BC457}"/>
              </a:ext>
            </a:extLst>
          </p:cNvPr>
          <p:cNvSpPr>
            <a:spLocks noGrp="1"/>
          </p:cNvSpPr>
          <p:nvPr>
            <p:ph type="body" sz="quarter" idx="16"/>
          </p:nvPr>
        </p:nvSpPr>
        <p:spPr>
          <a:xfrm>
            <a:off x="6170750" y="2505839"/>
            <a:ext cx="6021249" cy="579437"/>
          </a:xfrm>
        </p:spPr>
        <p:txBody>
          <a:bodyPr anchor="ctr" anchorCtr="0"/>
          <a:lstStyle>
            <a:lvl1pPr marL="0" indent="0">
              <a:buNone/>
              <a:defRPr sz="2000">
                <a:solidFill>
                  <a:schemeClr val="bg1"/>
                </a:solidFill>
              </a:defRPr>
            </a:lvl1pPr>
            <a:lvl2pPr marL="180000" indent="0">
              <a:buNone/>
              <a:defRPr/>
            </a:lvl2pPr>
          </a:lstStyle>
          <a:p>
            <a:pPr lvl="0"/>
            <a:r>
              <a:rPr lang="en-US"/>
              <a:t>Click to edit Master text styles</a:t>
            </a:r>
          </a:p>
        </p:txBody>
      </p:sp>
      <p:sp>
        <p:nvSpPr>
          <p:cNvPr id="40" name="Text Placeholder 37">
            <a:extLst>
              <a:ext uri="{FF2B5EF4-FFF2-40B4-BE49-F238E27FC236}">
                <a16:creationId xmlns:a16="http://schemas.microsoft.com/office/drawing/2014/main" id="{06FD01E8-2CA5-7DB9-3FFB-C2EEB9B8CE61}"/>
              </a:ext>
            </a:extLst>
          </p:cNvPr>
          <p:cNvSpPr>
            <a:spLocks noGrp="1"/>
          </p:cNvSpPr>
          <p:nvPr>
            <p:ph type="body" sz="quarter" idx="17"/>
          </p:nvPr>
        </p:nvSpPr>
        <p:spPr>
          <a:xfrm>
            <a:off x="6170750" y="3389607"/>
            <a:ext cx="6021249" cy="579437"/>
          </a:xfrm>
        </p:spPr>
        <p:txBody>
          <a:bodyPr anchor="ctr" anchorCtr="0"/>
          <a:lstStyle>
            <a:lvl1pPr marL="0" indent="0">
              <a:buNone/>
              <a:defRPr sz="2000">
                <a:solidFill>
                  <a:schemeClr val="bg1"/>
                </a:solidFill>
              </a:defRPr>
            </a:lvl1pPr>
            <a:lvl2pPr marL="180000" indent="0">
              <a:buNone/>
              <a:defRPr/>
            </a:lvl2pPr>
          </a:lstStyle>
          <a:p>
            <a:pPr lvl="0"/>
            <a:r>
              <a:rPr lang="en-US"/>
              <a:t>Click to edit Master text styles</a:t>
            </a:r>
          </a:p>
        </p:txBody>
      </p:sp>
      <p:sp>
        <p:nvSpPr>
          <p:cNvPr id="41" name="Text Placeholder 37">
            <a:extLst>
              <a:ext uri="{FF2B5EF4-FFF2-40B4-BE49-F238E27FC236}">
                <a16:creationId xmlns:a16="http://schemas.microsoft.com/office/drawing/2014/main" id="{A4EF22AE-A37F-10E8-47BA-32387C68D745}"/>
              </a:ext>
            </a:extLst>
          </p:cNvPr>
          <p:cNvSpPr>
            <a:spLocks noGrp="1"/>
          </p:cNvSpPr>
          <p:nvPr>
            <p:ph type="body" sz="quarter" idx="18"/>
          </p:nvPr>
        </p:nvSpPr>
        <p:spPr>
          <a:xfrm>
            <a:off x="6170750" y="4281208"/>
            <a:ext cx="6021249" cy="579437"/>
          </a:xfrm>
        </p:spPr>
        <p:txBody>
          <a:bodyPr anchor="ctr" anchorCtr="0"/>
          <a:lstStyle>
            <a:lvl1pPr marL="0" indent="0">
              <a:buNone/>
              <a:defRPr sz="2000">
                <a:solidFill>
                  <a:schemeClr val="bg1"/>
                </a:solidFill>
              </a:defRPr>
            </a:lvl1pPr>
            <a:lvl2pPr marL="180000" indent="0">
              <a:buNone/>
              <a:defRPr/>
            </a:lvl2pPr>
          </a:lstStyle>
          <a:p>
            <a:pPr lvl="0"/>
            <a:r>
              <a:rPr lang="en-US"/>
              <a:t>Click to edit Master text styles</a:t>
            </a:r>
          </a:p>
        </p:txBody>
      </p:sp>
      <p:sp>
        <p:nvSpPr>
          <p:cNvPr id="42" name="Text Placeholder 37">
            <a:extLst>
              <a:ext uri="{FF2B5EF4-FFF2-40B4-BE49-F238E27FC236}">
                <a16:creationId xmlns:a16="http://schemas.microsoft.com/office/drawing/2014/main" id="{26CAE147-52F1-8442-510A-A1951C061B59}"/>
              </a:ext>
            </a:extLst>
          </p:cNvPr>
          <p:cNvSpPr>
            <a:spLocks noGrp="1"/>
          </p:cNvSpPr>
          <p:nvPr>
            <p:ph type="body" sz="quarter" idx="19"/>
          </p:nvPr>
        </p:nvSpPr>
        <p:spPr>
          <a:xfrm>
            <a:off x="6170750" y="5179655"/>
            <a:ext cx="6021249" cy="579437"/>
          </a:xfrm>
        </p:spPr>
        <p:txBody>
          <a:bodyPr anchor="ctr" anchorCtr="0"/>
          <a:lstStyle>
            <a:lvl1pPr marL="0" indent="0">
              <a:buNone/>
              <a:defRPr sz="2000">
                <a:solidFill>
                  <a:schemeClr val="bg1"/>
                </a:solidFill>
              </a:defRPr>
            </a:lvl1pPr>
            <a:lvl2pPr marL="180000" indent="0">
              <a:buNone/>
              <a:defRPr/>
            </a:lvl2pPr>
          </a:lstStyle>
          <a:p>
            <a:pPr lvl="0"/>
            <a:r>
              <a:rPr lang="en-US"/>
              <a:t>Click to edit Master text styles</a:t>
            </a:r>
          </a:p>
        </p:txBody>
      </p:sp>
      <p:pic>
        <p:nvPicPr>
          <p:cNvPr id="2" name="Picture 1">
            <a:extLst>
              <a:ext uri="{FF2B5EF4-FFF2-40B4-BE49-F238E27FC236}">
                <a16:creationId xmlns:a16="http://schemas.microsoft.com/office/drawing/2014/main" id="{F17D606F-0B4A-5786-92F4-C5459B6740FB}"/>
              </a:ext>
            </a:extLst>
          </p:cNvPr>
          <p:cNvPicPr>
            <a:picLocks noChangeAspect="1"/>
          </p:cNvPicPr>
          <p:nvPr userDrawn="1"/>
        </p:nvPicPr>
        <p:blipFill>
          <a:blip r:embed="rId2"/>
          <a:stretch>
            <a:fillRect/>
          </a:stretch>
        </p:blipFill>
        <p:spPr>
          <a:xfrm>
            <a:off x="11608402" y="214001"/>
            <a:ext cx="326890" cy="354960"/>
          </a:xfrm>
          <a:prstGeom prst="rect">
            <a:avLst/>
          </a:prstGeom>
        </p:spPr>
      </p:pic>
      <p:sp>
        <p:nvSpPr>
          <p:cNvPr id="5" name="Text Placeholder 9">
            <a:extLst>
              <a:ext uri="{FF2B5EF4-FFF2-40B4-BE49-F238E27FC236}">
                <a16:creationId xmlns:a16="http://schemas.microsoft.com/office/drawing/2014/main" id="{82A9A9BB-3528-D840-2E73-16C9E65DFD81}"/>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chemeClr val="bg1"/>
                </a:solidFill>
              </a:defRPr>
            </a:lvl1pPr>
            <a:lvl2pPr marL="180000" indent="0">
              <a:buNone/>
              <a:defRPr/>
            </a:lvl2pPr>
          </a:lstStyle>
          <a:p>
            <a:pPr lvl="0"/>
            <a:r>
              <a:rPr lang="en-GB" dirty="0"/>
              <a:t>chapter title</a:t>
            </a:r>
          </a:p>
        </p:txBody>
      </p:sp>
      <p:sp>
        <p:nvSpPr>
          <p:cNvPr id="10" name="Text Placeholder 37">
            <a:extLst>
              <a:ext uri="{FF2B5EF4-FFF2-40B4-BE49-F238E27FC236}">
                <a16:creationId xmlns:a16="http://schemas.microsoft.com/office/drawing/2014/main" id="{8C039167-4980-2E70-C4AC-1D0A4105FE7F}"/>
              </a:ext>
            </a:extLst>
          </p:cNvPr>
          <p:cNvSpPr>
            <a:spLocks noGrp="1"/>
          </p:cNvSpPr>
          <p:nvPr>
            <p:ph type="body" sz="quarter" idx="20"/>
          </p:nvPr>
        </p:nvSpPr>
        <p:spPr>
          <a:xfrm>
            <a:off x="394874" y="580293"/>
            <a:ext cx="3729995" cy="1357797"/>
          </a:xfrm>
        </p:spPr>
        <p:txBody>
          <a:bodyPr anchor="t" anchorCtr="0"/>
          <a:lstStyle>
            <a:lvl1pPr marL="0" indent="0">
              <a:buNone/>
              <a:defRPr lang="en-US" sz="4000" kern="1200" dirty="0">
                <a:solidFill>
                  <a:schemeClr val="bg1"/>
                </a:solidFill>
                <a:latin typeface="Aptos Light" panose="020B0004020202020204" pitchFamily="34" charset="0"/>
                <a:ea typeface="+mn-ea"/>
                <a:cs typeface="+mn-cs"/>
              </a:defRPr>
            </a:lvl1pPr>
            <a:lvl2pPr marL="180000" indent="0">
              <a:buNone/>
              <a:defRPr/>
            </a:lvl2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6" name="Slide Number Placeholder 5">
            <a:extLst>
              <a:ext uri="{FF2B5EF4-FFF2-40B4-BE49-F238E27FC236}">
                <a16:creationId xmlns:a16="http://schemas.microsoft.com/office/drawing/2014/main" id="{8D9A1230-5986-50BF-8010-DE6F0CC60ED1}"/>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chemeClr val="bg1"/>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1872370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6F2EA"/>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82474C-AC83-B889-A7E7-4DEA172B5ADD}"/>
              </a:ext>
            </a:extLst>
          </p:cNvPr>
          <p:cNvSpPr>
            <a:spLocks noGrp="1"/>
          </p:cNvSpPr>
          <p:nvPr>
            <p:ph type="ftr" sz="quarter" idx="11"/>
          </p:nvPr>
        </p:nvSpPr>
        <p:spPr/>
        <p:txBody>
          <a:bodyPr/>
          <a:lstStyle/>
          <a:p>
            <a:r>
              <a:rPr lang="en-GB" dirty="0"/>
              <a:t>© Tech Mahindra Limited. All Rights Reserved</a:t>
            </a:r>
          </a:p>
        </p:txBody>
      </p:sp>
      <p:sp>
        <p:nvSpPr>
          <p:cNvPr id="5" name="Table Placeholder 10">
            <a:extLst>
              <a:ext uri="{FF2B5EF4-FFF2-40B4-BE49-F238E27FC236}">
                <a16:creationId xmlns:a16="http://schemas.microsoft.com/office/drawing/2014/main" id="{948487F9-DD33-0A50-5C7B-2878927CFCA0}"/>
              </a:ext>
            </a:extLst>
          </p:cNvPr>
          <p:cNvSpPr>
            <a:spLocks noGrp="1"/>
          </p:cNvSpPr>
          <p:nvPr>
            <p:ph type="tbl" sz="quarter" idx="13"/>
          </p:nvPr>
        </p:nvSpPr>
        <p:spPr>
          <a:xfrm>
            <a:off x="4353459" y="835573"/>
            <a:ext cx="7418388" cy="5450709"/>
          </a:xfrm>
        </p:spPr>
        <p:txBody>
          <a:bodyPr/>
          <a:lstStyle/>
          <a:p>
            <a:r>
              <a:rPr lang="en-US"/>
              <a:t>Click icon to add table</a:t>
            </a:r>
            <a:endParaRPr lang="en-GB" dirty="0"/>
          </a:p>
        </p:txBody>
      </p:sp>
      <p:pic>
        <p:nvPicPr>
          <p:cNvPr id="7" name="Picture 6">
            <a:extLst>
              <a:ext uri="{FF2B5EF4-FFF2-40B4-BE49-F238E27FC236}">
                <a16:creationId xmlns:a16="http://schemas.microsoft.com/office/drawing/2014/main" id="{6BA7DD2C-CA6F-82C0-69BA-098D71C64533}"/>
              </a:ext>
            </a:extLst>
          </p:cNvPr>
          <p:cNvPicPr>
            <a:picLocks noChangeAspect="1"/>
          </p:cNvPicPr>
          <p:nvPr userDrawn="1"/>
        </p:nvPicPr>
        <p:blipFill>
          <a:blip r:embed="rId2"/>
          <a:stretch>
            <a:fillRect/>
          </a:stretch>
        </p:blipFill>
        <p:spPr>
          <a:xfrm>
            <a:off x="11608402" y="214001"/>
            <a:ext cx="326890" cy="354960"/>
          </a:xfrm>
          <a:prstGeom prst="rect">
            <a:avLst/>
          </a:prstGeom>
        </p:spPr>
      </p:pic>
      <p:sp>
        <p:nvSpPr>
          <p:cNvPr id="10" name="Text Placeholder 9">
            <a:extLst>
              <a:ext uri="{FF2B5EF4-FFF2-40B4-BE49-F238E27FC236}">
                <a16:creationId xmlns:a16="http://schemas.microsoft.com/office/drawing/2014/main" id="{FC460F04-CECC-7D11-79C5-15A99051C2AE}"/>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11" name="Text Placeholder 37">
            <a:extLst>
              <a:ext uri="{FF2B5EF4-FFF2-40B4-BE49-F238E27FC236}">
                <a16:creationId xmlns:a16="http://schemas.microsoft.com/office/drawing/2014/main" id="{CEEA7E84-0F26-AEA1-3455-4E33B1BDF219}"/>
              </a:ext>
            </a:extLst>
          </p:cNvPr>
          <p:cNvSpPr>
            <a:spLocks noGrp="1"/>
          </p:cNvSpPr>
          <p:nvPr>
            <p:ph type="body" sz="quarter" idx="20"/>
          </p:nvPr>
        </p:nvSpPr>
        <p:spPr>
          <a:xfrm>
            <a:off x="420153" y="835573"/>
            <a:ext cx="3729995" cy="1495778"/>
          </a:xfrm>
        </p:spPr>
        <p:txBody>
          <a:bodyPr anchor="t" anchorCtr="0"/>
          <a:lstStyle>
            <a:lvl1pPr marL="0" indent="0">
              <a:buNone/>
              <a:defRPr lang="en-US" sz="4000" kern="1200" dirty="0">
                <a:solidFill>
                  <a:schemeClr val="tx1"/>
                </a:solidFill>
                <a:latin typeface="Aptos Light" panose="020B0004020202020204" pitchFamily="34" charset="0"/>
                <a:ea typeface="+mn-ea"/>
                <a:cs typeface="+mn-cs"/>
              </a:defRPr>
            </a:lvl1pPr>
            <a:lvl2pPr marL="180000" indent="0">
              <a:buNone/>
              <a:defRPr/>
            </a:lvl2pPr>
          </a:lstStyle>
          <a:p>
            <a:pPr lvl="0"/>
            <a:r>
              <a:rPr lang="en-US"/>
              <a:t>Click to edit Master text styles</a:t>
            </a:r>
          </a:p>
        </p:txBody>
      </p:sp>
      <p:sp>
        <p:nvSpPr>
          <p:cNvPr id="8" name="Slide Number Placeholder 5">
            <a:extLst>
              <a:ext uri="{FF2B5EF4-FFF2-40B4-BE49-F238E27FC236}">
                <a16:creationId xmlns:a16="http://schemas.microsoft.com/office/drawing/2014/main" id="{50F24E97-59A5-80F7-0FA4-ADF359C21B32}"/>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3759873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492CC-10D4-E4B6-C6BA-39111F20A8F6}"/>
              </a:ext>
            </a:extLst>
          </p:cNvPr>
          <p:cNvSpPr>
            <a:spLocks noGrp="1"/>
          </p:cNvSpPr>
          <p:nvPr>
            <p:ph type="title"/>
          </p:nvPr>
        </p:nvSpPr>
        <p:spPr>
          <a:xfrm>
            <a:off x="395926" y="872491"/>
            <a:ext cx="5700074" cy="1080000"/>
          </a:xfrm>
        </p:spPr>
        <p:txBody>
          <a:bodyPr/>
          <a:lstStyle>
            <a:lvl1pPr>
              <a:defRPr lang="en-GB" sz="4000" kern="1200" dirty="0">
                <a:solidFill>
                  <a:schemeClr val="tx1"/>
                </a:solidFill>
                <a:latin typeface="Aptos Light" panose="020B0004020202020204" pitchFamily="34" charset="0"/>
                <a:ea typeface="+mn-ea"/>
                <a:cs typeface="+mn-cs"/>
              </a:defRPr>
            </a:lvl1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title style</a:t>
            </a:r>
            <a:endParaRPr lang="en-GB" dirty="0"/>
          </a:p>
        </p:txBody>
      </p:sp>
      <p:sp>
        <p:nvSpPr>
          <p:cNvPr id="3" name="Content Placeholder 2">
            <a:extLst>
              <a:ext uri="{FF2B5EF4-FFF2-40B4-BE49-F238E27FC236}">
                <a16:creationId xmlns:a16="http://schemas.microsoft.com/office/drawing/2014/main" id="{1D45CDAA-375D-BD19-B884-9ED084097795}"/>
              </a:ext>
            </a:extLst>
          </p:cNvPr>
          <p:cNvSpPr>
            <a:spLocks noGrp="1"/>
          </p:cNvSpPr>
          <p:nvPr>
            <p:ph idx="1"/>
          </p:nvPr>
        </p:nvSpPr>
        <p:spPr>
          <a:xfrm>
            <a:off x="396000" y="2283997"/>
            <a:ext cx="5400000" cy="388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9" name="Content Placeholder 2">
            <a:extLst>
              <a:ext uri="{FF2B5EF4-FFF2-40B4-BE49-F238E27FC236}">
                <a16:creationId xmlns:a16="http://schemas.microsoft.com/office/drawing/2014/main" id="{4A3D4AC6-756F-451C-B1F8-7622BE922677}"/>
              </a:ext>
            </a:extLst>
          </p:cNvPr>
          <p:cNvSpPr>
            <a:spLocks noGrp="1"/>
          </p:cNvSpPr>
          <p:nvPr>
            <p:ph idx="13"/>
          </p:nvPr>
        </p:nvSpPr>
        <p:spPr>
          <a:xfrm>
            <a:off x="6398300" y="894397"/>
            <a:ext cx="5400000" cy="52776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9">
            <a:extLst>
              <a:ext uri="{FF2B5EF4-FFF2-40B4-BE49-F238E27FC236}">
                <a16:creationId xmlns:a16="http://schemas.microsoft.com/office/drawing/2014/main" id="{747EFCB4-B80C-C120-AEB1-8B7C611A91D9}"/>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10" name="Slide Number Placeholder 5">
            <a:extLst>
              <a:ext uri="{FF2B5EF4-FFF2-40B4-BE49-F238E27FC236}">
                <a16:creationId xmlns:a16="http://schemas.microsoft.com/office/drawing/2014/main" id="{8C78F416-1E9D-CF21-5E4A-80851565A103}"/>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227170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492CC-10D4-E4B6-C6BA-39111F20A8F6}"/>
              </a:ext>
            </a:extLst>
          </p:cNvPr>
          <p:cNvSpPr>
            <a:spLocks noGrp="1"/>
          </p:cNvSpPr>
          <p:nvPr>
            <p:ph type="title"/>
          </p:nvPr>
        </p:nvSpPr>
        <p:spPr>
          <a:xfrm>
            <a:off x="395926" y="872491"/>
            <a:ext cx="5397775" cy="1080000"/>
          </a:xfrm>
        </p:spPr>
        <p:txBody>
          <a:bodyPr/>
          <a:lstStyle>
            <a:lvl1pPr>
              <a:defRPr lang="en-GB" sz="4000" kern="1200" dirty="0">
                <a:solidFill>
                  <a:schemeClr val="tx1"/>
                </a:solidFill>
                <a:latin typeface="Aptos Light" panose="020B0004020202020204" pitchFamily="34" charset="0"/>
                <a:ea typeface="+mn-ea"/>
                <a:cs typeface="+mn-cs"/>
              </a:defRPr>
            </a:lvl1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title style</a:t>
            </a:r>
            <a:endParaRPr lang="en-GB" dirty="0"/>
          </a:p>
        </p:txBody>
      </p:sp>
      <p:sp>
        <p:nvSpPr>
          <p:cNvPr id="3" name="Content Placeholder 2">
            <a:extLst>
              <a:ext uri="{FF2B5EF4-FFF2-40B4-BE49-F238E27FC236}">
                <a16:creationId xmlns:a16="http://schemas.microsoft.com/office/drawing/2014/main" id="{1D45CDAA-375D-BD19-B884-9ED084097795}"/>
              </a:ext>
            </a:extLst>
          </p:cNvPr>
          <p:cNvSpPr>
            <a:spLocks noGrp="1"/>
          </p:cNvSpPr>
          <p:nvPr>
            <p:ph idx="1"/>
          </p:nvPr>
        </p:nvSpPr>
        <p:spPr>
          <a:xfrm>
            <a:off x="396000" y="2283997"/>
            <a:ext cx="5400000" cy="3888000"/>
          </a:xfrm>
        </p:spPr>
        <p:txBody>
          <a:bodyPr/>
          <a:lstStyle>
            <a:lvl1pPr marL="266700" indent="-266700">
              <a:buFont typeface="+mj-lt"/>
              <a:buAutoNum type="arabicPeriod"/>
              <a:defRPr sz="1400"/>
            </a:lvl1pPr>
            <a:lvl2pPr marL="542925" indent="-276225">
              <a:buFont typeface="+mj-lt"/>
              <a:buAutoNum type="alphaLcPeriod"/>
              <a:defRPr sz="1400"/>
            </a:lvl2pPr>
            <a:lvl3pPr marL="714375" indent="-266700">
              <a:buFont typeface="+mj-lt"/>
              <a:buAutoNum type="romanLcPeriod"/>
              <a:defRPr sz="1400"/>
            </a:lvl3pPr>
            <a:lvl4pPr marL="1057275" indent="-342900">
              <a:buFont typeface="+mj-lt"/>
              <a:buAutoNum type="romanLcPeriod"/>
              <a:defRPr sz="1400"/>
            </a:lvl4pPr>
            <a:lvl5pPr marL="1257300" indent="-26670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9" name="Content Placeholder 2">
            <a:extLst>
              <a:ext uri="{FF2B5EF4-FFF2-40B4-BE49-F238E27FC236}">
                <a16:creationId xmlns:a16="http://schemas.microsoft.com/office/drawing/2014/main" id="{4A3D4AC6-756F-451C-B1F8-7622BE922677}"/>
              </a:ext>
            </a:extLst>
          </p:cNvPr>
          <p:cNvSpPr>
            <a:spLocks noGrp="1"/>
          </p:cNvSpPr>
          <p:nvPr>
            <p:ph idx="13"/>
          </p:nvPr>
        </p:nvSpPr>
        <p:spPr>
          <a:xfrm>
            <a:off x="6398300" y="894397"/>
            <a:ext cx="5400000" cy="52776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9">
            <a:extLst>
              <a:ext uri="{FF2B5EF4-FFF2-40B4-BE49-F238E27FC236}">
                <a16:creationId xmlns:a16="http://schemas.microsoft.com/office/drawing/2014/main" id="{747EFCB4-B80C-C120-AEB1-8B7C611A91D9}"/>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10" name="Slide Number Placeholder 5">
            <a:extLst>
              <a:ext uri="{FF2B5EF4-FFF2-40B4-BE49-F238E27FC236}">
                <a16:creationId xmlns:a16="http://schemas.microsoft.com/office/drawing/2014/main" id="{8C78F416-1E9D-CF21-5E4A-80851565A103}"/>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3023680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45CDAA-375D-BD19-B884-9ED084097795}"/>
              </a:ext>
            </a:extLst>
          </p:cNvPr>
          <p:cNvSpPr>
            <a:spLocks noGrp="1"/>
          </p:cNvSpPr>
          <p:nvPr>
            <p:ph idx="1"/>
          </p:nvPr>
        </p:nvSpPr>
        <p:spPr>
          <a:xfrm>
            <a:off x="396000" y="876303"/>
            <a:ext cx="5400000" cy="5349034"/>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9" name="Content Placeholder 2">
            <a:extLst>
              <a:ext uri="{FF2B5EF4-FFF2-40B4-BE49-F238E27FC236}">
                <a16:creationId xmlns:a16="http://schemas.microsoft.com/office/drawing/2014/main" id="{4A3D4AC6-756F-451C-B1F8-7622BE922677}"/>
              </a:ext>
            </a:extLst>
          </p:cNvPr>
          <p:cNvSpPr>
            <a:spLocks noGrp="1"/>
          </p:cNvSpPr>
          <p:nvPr>
            <p:ph idx="13"/>
          </p:nvPr>
        </p:nvSpPr>
        <p:spPr>
          <a:xfrm>
            <a:off x="6398300" y="876299"/>
            <a:ext cx="5400000" cy="5349585"/>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ext Placeholder 9">
            <a:extLst>
              <a:ext uri="{FF2B5EF4-FFF2-40B4-BE49-F238E27FC236}">
                <a16:creationId xmlns:a16="http://schemas.microsoft.com/office/drawing/2014/main" id="{C7C14FCF-5C2F-A4E9-35A9-C5794B412DE8}"/>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8" name="Slide Number Placeholder 5">
            <a:extLst>
              <a:ext uri="{FF2B5EF4-FFF2-40B4-BE49-F238E27FC236}">
                <a16:creationId xmlns:a16="http://schemas.microsoft.com/office/drawing/2014/main" id="{3B6A9CF6-64AE-EC98-7409-B0824DE4B11A}"/>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3911541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492CC-10D4-E4B6-C6BA-39111F20A8F6}"/>
              </a:ext>
            </a:extLst>
          </p:cNvPr>
          <p:cNvSpPr>
            <a:spLocks noGrp="1"/>
          </p:cNvSpPr>
          <p:nvPr>
            <p:ph type="title"/>
          </p:nvPr>
        </p:nvSpPr>
        <p:spPr>
          <a:xfrm>
            <a:off x="394874" y="962025"/>
            <a:ext cx="11402252" cy="1189623"/>
          </a:xfrm>
        </p:spPr>
        <p:txBody>
          <a:bodyPr/>
          <a:lstStyle>
            <a:lvl1pPr>
              <a:defRPr lang="en-GB" sz="4000" kern="1200" dirty="0">
                <a:solidFill>
                  <a:schemeClr val="tx1"/>
                </a:solidFill>
                <a:latin typeface="Aptos Light" panose="020B0004020202020204" pitchFamily="34" charset="0"/>
                <a:ea typeface="+mn-ea"/>
                <a:cs typeface="+mn-cs"/>
              </a:defRPr>
            </a:lvl1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title style</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3" name="Text Placeholder 9">
            <a:extLst>
              <a:ext uri="{FF2B5EF4-FFF2-40B4-BE49-F238E27FC236}">
                <a16:creationId xmlns:a16="http://schemas.microsoft.com/office/drawing/2014/main" id="{5E285399-3955-9DD2-9E64-A4BD49502CD2}"/>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10" name="Text Placeholder 9">
            <a:extLst>
              <a:ext uri="{FF2B5EF4-FFF2-40B4-BE49-F238E27FC236}">
                <a16:creationId xmlns:a16="http://schemas.microsoft.com/office/drawing/2014/main" id="{6C62281B-8C3C-CAED-49C9-FE8761D9984B}"/>
              </a:ext>
            </a:extLst>
          </p:cNvPr>
          <p:cNvSpPr>
            <a:spLocks noGrp="1"/>
          </p:cNvSpPr>
          <p:nvPr>
            <p:ph type="body" sz="quarter" idx="15"/>
          </p:nvPr>
        </p:nvSpPr>
        <p:spPr>
          <a:xfrm>
            <a:off x="395288" y="2327275"/>
            <a:ext cx="11401425" cy="3840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F69E37FC-AA3B-8868-EA47-E3B7FE1CD427}"/>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1970394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492CC-10D4-E4B6-C6BA-39111F20A8F6}"/>
              </a:ext>
            </a:extLst>
          </p:cNvPr>
          <p:cNvSpPr>
            <a:spLocks noGrp="1"/>
          </p:cNvSpPr>
          <p:nvPr>
            <p:ph type="title"/>
          </p:nvPr>
        </p:nvSpPr>
        <p:spPr>
          <a:xfrm>
            <a:off x="394874" y="837137"/>
            <a:ext cx="11402252" cy="1189623"/>
          </a:xfrm>
        </p:spPr>
        <p:txBody>
          <a:bodyPr/>
          <a:lstStyle>
            <a:lvl1pPr>
              <a:defRPr lang="en-GB" sz="4000" kern="1200" dirty="0">
                <a:solidFill>
                  <a:schemeClr val="tx1"/>
                </a:solidFill>
                <a:latin typeface="Aptos Light" panose="020B0004020202020204" pitchFamily="34" charset="0"/>
                <a:ea typeface="+mn-ea"/>
                <a:cs typeface="+mn-cs"/>
              </a:defRPr>
            </a:lvl1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title style</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3" name="Text Placeholder 9">
            <a:extLst>
              <a:ext uri="{FF2B5EF4-FFF2-40B4-BE49-F238E27FC236}">
                <a16:creationId xmlns:a16="http://schemas.microsoft.com/office/drawing/2014/main" id="{5E285399-3955-9DD2-9E64-A4BD49502CD2}"/>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10" name="Text Placeholder 9">
            <a:extLst>
              <a:ext uri="{FF2B5EF4-FFF2-40B4-BE49-F238E27FC236}">
                <a16:creationId xmlns:a16="http://schemas.microsoft.com/office/drawing/2014/main" id="{11EFFA26-EF67-08FC-BF9D-03CF0389979B}"/>
              </a:ext>
            </a:extLst>
          </p:cNvPr>
          <p:cNvSpPr>
            <a:spLocks noGrp="1"/>
          </p:cNvSpPr>
          <p:nvPr>
            <p:ph type="body" sz="quarter" idx="15"/>
          </p:nvPr>
        </p:nvSpPr>
        <p:spPr>
          <a:xfrm>
            <a:off x="395288" y="2189163"/>
            <a:ext cx="5416443" cy="3981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9">
            <a:extLst>
              <a:ext uri="{FF2B5EF4-FFF2-40B4-BE49-F238E27FC236}">
                <a16:creationId xmlns:a16="http://schemas.microsoft.com/office/drawing/2014/main" id="{7EC96CBD-001C-A93B-D925-3140FC7579CB}"/>
              </a:ext>
            </a:extLst>
          </p:cNvPr>
          <p:cNvSpPr>
            <a:spLocks noGrp="1"/>
          </p:cNvSpPr>
          <p:nvPr>
            <p:ph type="body" sz="quarter" idx="16"/>
          </p:nvPr>
        </p:nvSpPr>
        <p:spPr>
          <a:xfrm>
            <a:off x="6405798" y="2189163"/>
            <a:ext cx="5416443" cy="3981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26DCEB76-D7D0-94CC-375F-3DF41431418B}"/>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4690212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Larg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45CDAA-375D-BD19-B884-9ED084097795}"/>
              </a:ext>
            </a:extLst>
          </p:cNvPr>
          <p:cNvSpPr>
            <a:spLocks noGrp="1"/>
          </p:cNvSpPr>
          <p:nvPr>
            <p:ph idx="1"/>
          </p:nvPr>
        </p:nvSpPr>
        <p:spPr>
          <a:xfrm>
            <a:off x="396000" y="894397"/>
            <a:ext cx="5400000" cy="5330940"/>
          </a:xfrm>
        </p:spPr>
        <p:txBody>
          <a:bodyPr/>
          <a:lstStyle>
            <a:lvl1pPr>
              <a:defRPr sz="1600"/>
            </a:lvl1pPr>
            <a:lvl2pPr>
              <a:defRPr sz="1600"/>
            </a:lvl2pPr>
          </a:lstStyle>
          <a:p>
            <a:pPr lvl="0"/>
            <a:r>
              <a:rPr lang="en-US"/>
              <a:t>Click to edit Master text styles</a:t>
            </a:r>
          </a:p>
          <a:p>
            <a:pPr lvl="1"/>
            <a:r>
              <a:rPr lang="en-US"/>
              <a:t>Second level</a:t>
            </a:r>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12" name="Content Placeholder 2">
            <a:extLst>
              <a:ext uri="{FF2B5EF4-FFF2-40B4-BE49-F238E27FC236}">
                <a16:creationId xmlns:a16="http://schemas.microsoft.com/office/drawing/2014/main" id="{204BC09D-2DE1-8BD6-9593-80CBE16B94E7}"/>
              </a:ext>
            </a:extLst>
          </p:cNvPr>
          <p:cNvSpPr>
            <a:spLocks noGrp="1"/>
          </p:cNvSpPr>
          <p:nvPr>
            <p:ph idx="15"/>
          </p:nvPr>
        </p:nvSpPr>
        <p:spPr>
          <a:xfrm>
            <a:off x="6396000" y="894397"/>
            <a:ext cx="5400000" cy="5330940"/>
          </a:xfrm>
        </p:spPr>
        <p:txBody>
          <a:bodyPr/>
          <a:lstStyle>
            <a:lvl1pPr>
              <a:defRPr sz="1600"/>
            </a:lvl1pPr>
            <a:lvl2pPr>
              <a:defRPr sz="1600"/>
            </a:lvl2pPr>
          </a:lstStyle>
          <a:p>
            <a:pPr lvl="0"/>
            <a:r>
              <a:rPr lang="en-US"/>
              <a:t>Click to edit Master text styles</a:t>
            </a:r>
          </a:p>
          <a:p>
            <a:pPr lvl="1"/>
            <a:r>
              <a:rPr lang="en-US"/>
              <a:t>Second level</a:t>
            </a:r>
          </a:p>
        </p:txBody>
      </p:sp>
      <p:sp>
        <p:nvSpPr>
          <p:cNvPr id="2" name="Text Placeholder 9">
            <a:extLst>
              <a:ext uri="{FF2B5EF4-FFF2-40B4-BE49-F238E27FC236}">
                <a16:creationId xmlns:a16="http://schemas.microsoft.com/office/drawing/2014/main" id="{B4E86C3C-EB3A-33EF-7716-C23ED991E6A7}"/>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8" name="Slide Number Placeholder 5">
            <a:extLst>
              <a:ext uri="{FF2B5EF4-FFF2-40B4-BE49-F238E27FC236}">
                <a16:creationId xmlns:a16="http://schemas.microsoft.com/office/drawing/2014/main" id="{15A05A37-DA00-02AB-EDC9-9D46CAC7BC5D}"/>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2216804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s Content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45CDAA-375D-BD19-B884-9ED084097795}"/>
              </a:ext>
            </a:extLst>
          </p:cNvPr>
          <p:cNvSpPr>
            <a:spLocks noGrp="1"/>
          </p:cNvSpPr>
          <p:nvPr>
            <p:ph idx="1"/>
          </p:nvPr>
        </p:nvSpPr>
        <p:spPr>
          <a:xfrm>
            <a:off x="396000" y="2295427"/>
            <a:ext cx="3240000" cy="3875186"/>
          </a:xfrm>
        </p:spPr>
        <p:txBody>
          <a:bodyPr/>
          <a:lstStyle>
            <a:lvl1pPr marL="0" indent="0">
              <a:spcAft>
                <a:spcPts val="400"/>
              </a:spcAft>
              <a:buNone/>
              <a:defRPr sz="1000" cap="all" baseline="0"/>
            </a:lvl1pPr>
            <a:lvl2pPr marL="0" indent="0">
              <a:lnSpc>
                <a:spcPct val="95000"/>
              </a:lnSpc>
              <a:spcAft>
                <a:spcPts val="800"/>
              </a:spcAft>
              <a:buNone/>
              <a:tabLst/>
              <a:defRPr sz="2400">
                <a:solidFill>
                  <a:srgbClr val="FF0000"/>
                </a:solidFill>
              </a:defRPr>
            </a:lvl2pPr>
            <a:lvl3pPr marL="0" indent="-180000">
              <a:lnSpc>
                <a:spcPct val="100000"/>
              </a:lnSpc>
              <a:defRPr sz="1600"/>
            </a:lvl3pPr>
            <a:lvl4pPr marL="360000">
              <a:lnSpc>
                <a:spcPct val="100000"/>
              </a:lnSpc>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12" name="Content Placeholder 2">
            <a:extLst>
              <a:ext uri="{FF2B5EF4-FFF2-40B4-BE49-F238E27FC236}">
                <a16:creationId xmlns:a16="http://schemas.microsoft.com/office/drawing/2014/main" id="{E20F29AB-AF86-F825-A7E8-5FDEC635FE61}"/>
              </a:ext>
            </a:extLst>
          </p:cNvPr>
          <p:cNvSpPr>
            <a:spLocks noGrp="1"/>
          </p:cNvSpPr>
          <p:nvPr>
            <p:ph idx="15"/>
          </p:nvPr>
        </p:nvSpPr>
        <p:spPr>
          <a:xfrm>
            <a:off x="4476000" y="2295427"/>
            <a:ext cx="3240000" cy="3875186"/>
          </a:xfrm>
        </p:spPr>
        <p:txBody>
          <a:bodyPr/>
          <a:lstStyle>
            <a:lvl1pPr marL="0" indent="0">
              <a:spcAft>
                <a:spcPts val="400"/>
              </a:spcAft>
              <a:buNone/>
              <a:defRPr sz="1000" cap="all" baseline="0"/>
            </a:lvl1pPr>
            <a:lvl2pPr marL="0" indent="0">
              <a:lnSpc>
                <a:spcPct val="95000"/>
              </a:lnSpc>
              <a:spcAft>
                <a:spcPts val="800"/>
              </a:spcAft>
              <a:buNone/>
              <a:tabLst/>
              <a:defRPr sz="2400">
                <a:solidFill>
                  <a:srgbClr val="FF0000"/>
                </a:solidFill>
              </a:defRPr>
            </a:lvl2pPr>
            <a:lvl3pPr marL="0" indent="-180000">
              <a:lnSpc>
                <a:spcPct val="100000"/>
              </a:lnSpc>
              <a:defRPr sz="1600"/>
            </a:lvl3pPr>
            <a:lvl4pPr marL="360000">
              <a:lnSpc>
                <a:spcPct val="100000"/>
              </a:lnSpc>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2">
            <a:extLst>
              <a:ext uri="{FF2B5EF4-FFF2-40B4-BE49-F238E27FC236}">
                <a16:creationId xmlns:a16="http://schemas.microsoft.com/office/drawing/2014/main" id="{6A5C43F0-671D-C663-6E0A-B1865A3E2D2E}"/>
              </a:ext>
            </a:extLst>
          </p:cNvPr>
          <p:cNvSpPr>
            <a:spLocks noGrp="1"/>
          </p:cNvSpPr>
          <p:nvPr>
            <p:ph idx="16"/>
          </p:nvPr>
        </p:nvSpPr>
        <p:spPr>
          <a:xfrm>
            <a:off x="8546734" y="2295427"/>
            <a:ext cx="3240000" cy="3875186"/>
          </a:xfrm>
        </p:spPr>
        <p:txBody>
          <a:bodyPr/>
          <a:lstStyle>
            <a:lvl1pPr marL="0" indent="0">
              <a:spcAft>
                <a:spcPts val="400"/>
              </a:spcAft>
              <a:buNone/>
              <a:defRPr sz="1000" cap="all" baseline="0"/>
            </a:lvl1pPr>
            <a:lvl2pPr marL="0" indent="0">
              <a:lnSpc>
                <a:spcPct val="95000"/>
              </a:lnSpc>
              <a:spcAft>
                <a:spcPts val="800"/>
              </a:spcAft>
              <a:buNone/>
              <a:tabLst/>
              <a:defRPr sz="2400">
                <a:solidFill>
                  <a:srgbClr val="FF0000"/>
                </a:solidFill>
              </a:defRPr>
            </a:lvl2pPr>
            <a:lvl3pPr marL="0" indent="-180000">
              <a:lnSpc>
                <a:spcPct val="100000"/>
              </a:lnSpc>
              <a:defRPr sz="1600"/>
            </a:lvl3pPr>
            <a:lvl4pPr marL="360000">
              <a:lnSpc>
                <a:spcPct val="100000"/>
              </a:lnSpc>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ext Placeholder 9">
            <a:extLst>
              <a:ext uri="{FF2B5EF4-FFF2-40B4-BE49-F238E27FC236}">
                <a16:creationId xmlns:a16="http://schemas.microsoft.com/office/drawing/2014/main" id="{A58C31BD-1322-BADF-3B73-87CA685C8428}"/>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9" name="Text Placeholder 8">
            <a:extLst>
              <a:ext uri="{FF2B5EF4-FFF2-40B4-BE49-F238E27FC236}">
                <a16:creationId xmlns:a16="http://schemas.microsoft.com/office/drawing/2014/main" id="{5FA68F38-F509-C866-79DC-453DD67D4BCC}"/>
              </a:ext>
            </a:extLst>
          </p:cNvPr>
          <p:cNvSpPr>
            <a:spLocks noGrp="1"/>
          </p:cNvSpPr>
          <p:nvPr>
            <p:ph type="body" sz="quarter" idx="17"/>
          </p:nvPr>
        </p:nvSpPr>
        <p:spPr>
          <a:xfrm>
            <a:off x="394874" y="818528"/>
            <a:ext cx="9331325" cy="1073150"/>
          </a:xfrm>
        </p:spPr>
        <p:txBody>
          <a:bodyPr/>
          <a:lstStyle>
            <a:lvl1pPr>
              <a:buNone/>
              <a:defRPr lang="en-GB" sz="4000" kern="1200" dirty="0">
                <a:solidFill>
                  <a:schemeClr val="tx1"/>
                </a:solidFill>
                <a:latin typeface="Aptos Light" panose="020B0004020202020204" pitchFamily="34" charset="0"/>
                <a:ea typeface="+mn-ea"/>
                <a:cs typeface="+mn-cs"/>
              </a:defRPr>
            </a:lvl1pPr>
            <a:lvl2pPr>
              <a:buNone/>
              <a:defRPr/>
            </a:lvl2pPr>
            <a:lvl3pPr>
              <a:buNone/>
              <a:defRPr/>
            </a:lvl3pPr>
            <a:lvl4pPr>
              <a:buNone/>
              <a:defRPr/>
            </a:lvl4pPr>
            <a:lvl5pPr>
              <a:buNone/>
              <a:defRPr/>
            </a:lvl5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text styles</a:t>
            </a:r>
          </a:p>
        </p:txBody>
      </p:sp>
      <p:sp>
        <p:nvSpPr>
          <p:cNvPr id="8" name="Slide Number Placeholder 5">
            <a:extLst>
              <a:ext uri="{FF2B5EF4-FFF2-40B4-BE49-F238E27FC236}">
                <a16:creationId xmlns:a16="http://schemas.microsoft.com/office/drawing/2014/main" id="{7B43F7BD-E53D-56C3-E0CD-E4805B8F6EEE}"/>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3717397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s Content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45CDAA-375D-BD19-B884-9ED084097795}"/>
              </a:ext>
            </a:extLst>
          </p:cNvPr>
          <p:cNvSpPr>
            <a:spLocks noGrp="1"/>
          </p:cNvSpPr>
          <p:nvPr>
            <p:ph idx="1"/>
          </p:nvPr>
        </p:nvSpPr>
        <p:spPr>
          <a:xfrm>
            <a:off x="396000" y="1167808"/>
            <a:ext cx="10861126" cy="2307313"/>
          </a:xfrm>
        </p:spPr>
        <p:txBody>
          <a:bodyPr/>
          <a:lstStyle>
            <a:lvl1pPr marL="0" indent="0">
              <a:spcAft>
                <a:spcPts val="400"/>
              </a:spcAft>
              <a:buNone/>
              <a:defRPr sz="1000" cap="all" baseline="0"/>
            </a:lvl1pPr>
            <a:lvl2pPr marL="0" indent="0">
              <a:lnSpc>
                <a:spcPct val="95000"/>
              </a:lnSpc>
              <a:spcAft>
                <a:spcPts val="800"/>
              </a:spcAft>
              <a:buNone/>
              <a:tabLst/>
              <a:defRPr sz="2300">
                <a:solidFill>
                  <a:srgbClr val="FF0000"/>
                </a:solidFill>
              </a:defRPr>
            </a:lvl2pPr>
            <a:lvl3pPr marL="0" indent="-180000">
              <a:lnSpc>
                <a:spcPct val="100000"/>
              </a:lnSpc>
              <a:defRPr/>
            </a:lvl3pPr>
            <a:lvl4pPr marL="360000">
              <a:lnSpc>
                <a:spcPct val="100000"/>
              </a:lnSpc>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12" name="Content Placeholder 2">
            <a:extLst>
              <a:ext uri="{FF2B5EF4-FFF2-40B4-BE49-F238E27FC236}">
                <a16:creationId xmlns:a16="http://schemas.microsoft.com/office/drawing/2014/main" id="{E20F29AB-AF86-F825-A7E8-5FDEC635FE61}"/>
              </a:ext>
            </a:extLst>
          </p:cNvPr>
          <p:cNvSpPr>
            <a:spLocks noGrp="1"/>
          </p:cNvSpPr>
          <p:nvPr>
            <p:ph idx="15"/>
          </p:nvPr>
        </p:nvSpPr>
        <p:spPr>
          <a:xfrm>
            <a:off x="394874" y="3693437"/>
            <a:ext cx="10861126" cy="2307313"/>
          </a:xfrm>
        </p:spPr>
        <p:txBody>
          <a:bodyPr/>
          <a:lstStyle>
            <a:lvl1pPr marL="0" indent="0">
              <a:spcAft>
                <a:spcPts val="400"/>
              </a:spcAft>
              <a:buNone/>
              <a:defRPr sz="1000" cap="all" baseline="0"/>
            </a:lvl1pPr>
            <a:lvl2pPr marL="0" indent="0">
              <a:lnSpc>
                <a:spcPct val="95000"/>
              </a:lnSpc>
              <a:spcAft>
                <a:spcPts val="800"/>
              </a:spcAft>
              <a:buNone/>
              <a:tabLst/>
              <a:defRPr sz="2300">
                <a:solidFill>
                  <a:srgbClr val="FF0000"/>
                </a:solidFill>
              </a:defRPr>
            </a:lvl2pPr>
            <a:lvl3pPr marL="0" indent="-180000">
              <a:lnSpc>
                <a:spcPct val="100000"/>
              </a:lnSpc>
              <a:defRPr/>
            </a:lvl3pPr>
            <a:lvl4pPr marL="360000">
              <a:lnSpc>
                <a:spcPct val="100000"/>
              </a:lnSpc>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ext Placeholder 9">
            <a:extLst>
              <a:ext uri="{FF2B5EF4-FFF2-40B4-BE49-F238E27FC236}">
                <a16:creationId xmlns:a16="http://schemas.microsoft.com/office/drawing/2014/main" id="{A06FBC57-BD99-E389-2DA9-D0CB89BAA9B0}"/>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8" name="Slide Number Placeholder 5">
            <a:extLst>
              <a:ext uri="{FF2B5EF4-FFF2-40B4-BE49-F238E27FC236}">
                <a16:creationId xmlns:a16="http://schemas.microsoft.com/office/drawing/2014/main" id="{2A0995C5-BB77-3C99-9F1B-ACA11CE41B9E}"/>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29020144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s Content [2]">
    <p:bg>
      <p:bgPr>
        <a:solidFill>
          <a:srgbClr val="E5DFD3"/>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45CDAA-375D-BD19-B884-9ED084097795}"/>
              </a:ext>
            </a:extLst>
          </p:cNvPr>
          <p:cNvSpPr>
            <a:spLocks noGrp="1"/>
          </p:cNvSpPr>
          <p:nvPr>
            <p:ph idx="1"/>
          </p:nvPr>
        </p:nvSpPr>
        <p:spPr>
          <a:xfrm>
            <a:off x="396000" y="2295427"/>
            <a:ext cx="3240000" cy="3875186"/>
          </a:xfrm>
        </p:spPr>
        <p:txBody>
          <a:bodyPr/>
          <a:lstStyle>
            <a:lvl1pPr marL="0" indent="0">
              <a:spcAft>
                <a:spcPts val="400"/>
              </a:spcAft>
              <a:buNone/>
              <a:defRPr sz="1000" cap="all" baseline="0"/>
            </a:lvl1pPr>
            <a:lvl2pPr marL="0" indent="0">
              <a:lnSpc>
                <a:spcPct val="95000"/>
              </a:lnSpc>
              <a:spcAft>
                <a:spcPts val="800"/>
              </a:spcAft>
              <a:buNone/>
              <a:tabLst/>
              <a:defRPr sz="2300">
                <a:solidFill>
                  <a:srgbClr val="FF0000"/>
                </a:solidFill>
              </a:defRPr>
            </a:lvl2pPr>
            <a:lvl3pPr marL="0" indent="-180000">
              <a:lnSpc>
                <a:spcPct val="100000"/>
              </a:lnSpc>
              <a:defRPr/>
            </a:lvl3pPr>
            <a:lvl4pPr marL="360000">
              <a:lnSpc>
                <a:spcPct val="100000"/>
              </a:lnSpc>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12" name="Content Placeholder 2">
            <a:extLst>
              <a:ext uri="{FF2B5EF4-FFF2-40B4-BE49-F238E27FC236}">
                <a16:creationId xmlns:a16="http://schemas.microsoft.com/office/drawing/2014/main" id="{E20F29AB-AF86-F825-A7E8-5FDEC635FE61}"/>
              </a:ext>
            </a:extLst>
          </p:cNvPr>
          <p:cNvSpPr>
            <a:spLocks noGrp="1"/>
          </p:cNvSpPr>
          <p:nvPr>
            <p:ph idx="15"/>
          </p:nvPr>
        </p:nvSpPr>
        <p:spPr>
          <a:xfrm>
            <a:off x="4476000" y="2295427"/>
            <a:ext cx="3240000" cy="3875186"/>
          </a:xfrm>
        </p:spPr>
        <p:txBody>
          <a:bodyPr/>
          <a:lstStyle>
            <a:lvl1pPr marL="0" indent="0">
              <a:spcAft>
                <a:spcPts val="400"/>
              </a:spcAft>
              <a:buNone/>
              <a:defRPr sz="1000" cap="all" baseline="0"/>
            </a:lvl1pPr>
            <a:lvl2pPr marL="0" indent="0">
              <a:lnSpc>
                <a:spcPct val="95000"/>
              </a:lnSpc>
              <a:spcAft>
                <a:spcPts val="800"/>
              </a:spcAft>
              <a:buNone/>
              <a:tabLst/>
              <a:defRPr sz="2300">
                <a:solidFill>
                  <a:srgbClr val="FF0000"/>
                </a:solidFill>
              </a:defRPr>
            </a:lvl2pPr>
            <a:lvl3pPr marL="0" indent="-180000">
              <a:lnSpc>
                <a:spcPct val="100000"/>
              </a:lnSpc>
              <a:defRPr/>
            </a:lvl3pPr>
            <a:lvl4pPr marL="360000">
              <a:lnSpc>
                <a:spcPct val="100000"/>
              </a:lnSpc>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2">
            <a:extLst>
              <a:ext uri="{FF2B5EF4-FFF2-40B4-BE49-F238E27FC236}">
                <a16:creationId xmlns:a16="http://schemas.microsoft.com/office/drawing/2014/main" id="{6A5C43F0-671D-C663-6E0A-B1865A3E2D2E}"/>
              </a:ext>
            </a:extLst>
          </p:cNvPr>
          <p:cNvSpPr>
            <a:spLocks noGrp="1"/>
          </p:cNvSpPr>
          <p:nvPr>
            <p:ph idx="16"/>
          </p:nvPr>
        </p:nvSpPr>
        <p:spPr>
          <a:xfrm>
            <a:off x="8546734" y="2295427"/>
            <a:ext cx="3240000" cy="3875186"/>
          </a:xfrm>
        </p:spPr>
        <p:txBody>
          <a:bodyPr/>
          <a:lstStyle>
            <a:lvl1pPr marL="0" indent="0">
              <a:spcAft>
                <a:spcPts val="400"/>
              </a:spcAft>
              <a:buNone/>
              <a:defRPr sz="1000" cap="all" baseline="0"/>
            </a:lvl1pPr>
            <a:lvl2pPr marL="0" indent="0">
              <a:lnSpc>
                <a:spcPct val="95000"/>
              </a:lnSpc>
              <a:spcAft>
                <a:spcPts val="800"/>
              </a:spcAft>
              <a:buNone/>
              <a:tabLst/>
              <a:defRPr sz="2300">
                <a:solidFill>
                  <a:srgbClr val="FF0000"/>
                </a:solidFill>
              </a:defRPr>
            </a:lvl2pPr>
            <a:lvl3pPr marL="0" indent="-180000">
              <a:lnSpc>
                <a:spcPct val="100000"/>
              </a:lnSpc>
              <a:defRPr/>
            </a:lvl3pPr>
            <a:lvl4pPr marL="360000">
              <a:lnSpc>
                <a:spcPct val="100000"/>
              </a:lnSpc>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ext Placeholder 9">
            <a:extLst>
              <a:ext uri="{FF2B5EF4-FFF2-40B4-BE49-F238E27FC236}">
                <a16:creationId xmlns:a16="http://schemas.microsoft.com/office/drawing/2014/main" id="{E41B4986-AE51-73C6-3670-E6BD3B529024}"/>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8" name="Slide Number Placeholder 5">
            <a:extLst>
              <a:ext uri="{FF2B5EF4-FFF2-40B4-BE49-F238E27FC236}">
                <a16:creationId xmlns:a16="http://schemas.microsoft.com/office/drawing/2014/main" id="{2C94E7EC-0966-6C25-A38F-6B3731A2C535}"/>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36079050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s Content with Imag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45CDAA-375D-BD19-B884-9ED084097795}"/>
              </a:ext>
            </a:extLst>
          </p:cNvPr>
          <p:cNvSpPr>
            <a:spLocks noGrp="1"/>
          </p:cNvSpPr>
          <p:nvPr>
            <p:ph idx="1"/>
          </p:nvPr>
        </p:nvSpPr>
        <p:spPr>
          <a:xfrm>
            <a:off x="396000" y="3761295"/>
            <a:ext cx="3240000" cy="2409318"/>
          </a:xfrm>
        </p:spPr>
        <p:txBody>
          <a:bodyPr/>
          <a:lstStyle>
            <a:lvl1pPr marL="0" indent="0">
              <a:spcAft>
                <a:spcPts val="400"/>
              </a:spcAft>
              <a:buNone/>
              <a:defRPr sz="1000" cap="all" baseline="0"/>
            </a:lvl1pPr>
            <a:lvl2pPr marL="0" indent="0">
              <a:lnSpc>
                <a:spcPct val="95000"/>
              </a:lnSpc>
              <a:spcAft>
                <a:spcPts val="800"/>
              </a:spcAft>
              <a:buNone/>
              <a:tabLst/>
              <a:defRPr sz="2300">
                <a:solidFill>
                  <a:srgbClr val="FF0000"/>
                </a:solidFill>
              </a:defRPr>
            </a:lvl2pPr>
            <a:lvl3pPr marL="0" indent="-180000">
              <a:lnSpc>
                <a:spcPct val="100000"/>
              </a:lnSpc>
              <a:defRPr/>
            </a:lvl3pPr>
            <a:lvl4pPr marL="360000">
              <a:lnSpc>
                <a:spcPct val="100000"/>
              </a:lnSpc>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12" name="Content Placeholder 2">
            <a:extLst>
              <a:ext uri="{FF2B5EF4-FFF2-40B4-BE49-F238E27FC236}">
                <a16:creationId xmlns:a16="http://schemas.microsoft.com/office/drawing/2014/main" id="{E20F29AB-AF86-F825-A7E8-5FDEC635FE61}"/>
              </a:ext>
            </a:extLst>
          </p:cNvPr>
          <p:cNvSpPr>
            <a:spLocks noGrp="1"/>
          </p:cNvSpPr>
          <p:nvPr>
            <p:ph idx="15"/>
          </p:nvPr>
        </p:nvSpPr>
        <p:spPr>
          <a:xfrm>
            <a:off x="4476000" y="3761295"/>
            <a:ext cx="3240000" cy="2409318"/>
          </a:xfrm>
        </p:spPr>
        <p:txBody>
          <a:bodyPr/>
          <a:lstStyle>
            <a:lvl1pPr marL="0" indent="0">
              <a:spcAft>
                <a:spcPts val="400"/>
              </a:spcAft>
              <a:buNone/>
              <a:defRPr sz="1000" cap="all" baseline="0"/>
            </a:lvl1pPr>
            <a:lvl2pPr marL="0" indent="0">
              <a:lnSpc>
                <a:spcPct val="95000"/>
              </a:lnSpc>
              <a:spcAft>
                <a:spcPts val="800"/>
              </a:spcAft>
              <a:buNone/>
              <a:tabLst/>
              <a:defRPr sz="2300">
                <a:solidFill>
                  <a:srgbClr val="FF0000"/>
                </a:solidFill>
              </a:defRPr>
            </a:lvl2pPr>
            <a:lvl3pPr marL="0" indent="-180000">
              <a:lnSpc>
                <a:spcPct val="100000"/>
              </a:lnSpc>
              <a:defRPr/>
            </a:lvl3pPr>
            <a:lvl4pPr marL="360000">
              <a:lnSpc>
                <a:spcPct val="100000"/>
              </a:lnSpc>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2">
            <a:extLst>
              <a:ext uri="{FF2B5EF4-FFF2-40B4-BE49-F238E27FC236}">
                <a16:creationId xmlns:a16="http://schemas.microsoft.com/office/drawing/2014/main" id="{6A5C43F0-671D-C663-6E0A-B1865A3E2D2E}"/>
              </a:ext>
            </a:extLst>
          </p:cNvPr>
          <p:cNvSpPr>
            <a:spLocks noGrp="1"/>
          </p:cNvSpPr>
          <p:nvPr>
            <p:ph idx="16"/>
          </p:nvPr>
        </p:nvSpPr>
        <p:spPr>
          <a:xfrm>
            <a:off x="8546734" y="3761295"/>
            <a:ext cx="3240000" cy="2409318"/>
          </a:xfrm>
        </p:spPr>
        <p:txBody>
          <a:bodyPr/>
          <a:lstStyle>
            <a:lvl1pPr marL="0" indent="0">
              <a:spcAft>
                <a:spcPts val="400"/>
              </a:spcAft>
              <a:buNone/>
              <a:defRPr sz="1000" cap="all" baseline="0"/>
            </a:lvl1pPr>
            <a:lvl2pPr marL="0" indent="0">
              <a:lnSpc>
                <a:spcPct val="95000"/>
              </a:lnSpc>
              <a:spcAft>
                <a:spcPts val="800"/>
              </a:spcAft>
              <a:buNone/>
              <a:tabLst/>
              <a:defRPr sz="2300">
                <a:solidFill>
                  <a:srgbClr val="FF0000"/>
                </a:solidFill>
              </a:defRPr>
            </a:lvl2pPr>
            <a:lvl3pPr marL="0" indent="-180000">
              <a:lnSpc>
                <a:spcPct val="100000"/>
              </a:lnSpc>
              <a:defRPr/>
            </a:lvl3pPr>
            <a:lvl4pPr marL="360000">
              <a:lnSpc>
                <a:spcPct val="100000"/>
              </a:lnSpc>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12">
            <a:extLst>
              <a:ext uri="{FF2B5EF4-FFF2-40B4-BE49-F238E27FC236}">
                <a16:creationId xmlns:a16="http://schemas.microsoft.com/office/drawing/2014/main" id="{3D092534-3D4C-3E8C-E111-C07B13DAFA68}"/>
              </a:ext>
            </a:extLst>
          </p:cNvPr>
          <p:cNvSpPr>
            <a:spLocks noGrp="1"/>
          </p:cNvSpPr>
          <p:nvPr>
            <p:ph type="pic" sz="quarter" idx="17"/>
          </p:nvPr>
        </p:nvSpPr>
        <p:spPr>
          <a:xfrm>
            <a:off x="394874" y="1204959"/>
            <a:ext cx="3240000" cy="2224042"/>
          </a:xfrm>
          <a:prstGeom prst="roundRect">
            <a:avLst>
              <a:gd name="adj" fmla="val 2469"/>
            </a:avLst>
          </a:prstGeom>
        </p:spPr>
        <p:txBody>
          <a:bodyPr/>
          <a:lstStyle/>
          <a:p>
            <a:r>
              <a:rPr lang="en-US"/>
              <a:t>Click icon to add picture</a:t>
            </a:r>
            <a:endParaRPr lang="en-GB" dirty="0"/>
          </a:p>
        </p:txBody>
      </p:sp>
      <p:sp>
        <p:nvSpPr>
          <p:cNvPr id="9" name="Picture Placeholder 12">
            <a:extLst>
              <a:ext uri="{FF2B5EF4-FFF2-40B4-BE49-F238E27FC236}">
                <a16:creationId xmlns:a16="http://schemas.microsoft.com/office/drawing/2014/main" id="{0FCD1548-8A6A-9848-8E9A-22FDB08FA209}"/>
              </a:ext>
            </a:extLst>
          </p:cNvPr>
          <p:cNvSpPr>
            <a:spLocks noGrp="1"/>
          </p:cNvSpPr>
          <p:nvPr>
            <p:ph type="pic" sz="quarter" idx="18"/>
          </p:nvPr>
        </p:nvSpPr>
        <p:spPr>
          <a:xfrm>
            <a:off x="4476000" y="1204959"/>
            <a:ext cx="3240000" cy="2224042"/>
          </a:xfrm>
          <a:prstGeom prst="roundRect">
            <a:avLst>
              <a:gd name="adj" fmla="val 2469"/>
            </a:avLst>
          </a:prstGeom>
        </p:spPr>
        <p:txBody>
          <a:bodyPr/>
          <a:lstStyle/>
          <a:p>
            <a:r>
              <a:rPr lang="en-US"/>
              <a:t>Click icon to add picture</a:t>
            </a:r>
            <a:endParaRPr lang="en-GB" dirty="0"/>
          </a:p>
        </p:txBody>
      </p:sp>
      <p:sp>
        <p:nvSpPr>
          <p:cNvPr id="14" name="Picture Placeholder 12">
            <a:extLst>
              <a:ext uri="{FF2B5EF4-FFF2-40B4-BE49-F238E27FC236}">
                <a16:creationId xmlns:a16="http://schemas.microsoft.com/office/drawing/2014/main" id="{C37CC698-977C-C9FA-E19D-AA5BCA5B84D9}"/>
              </a:ext>
            </a:extLst>
          </p:cNvPr>
          <p:cNvSpPr>
            <a:spLocks noGrp="1"/>
          </p:cNvSpPr>
          <p:nvPr>
            <p:ph type="pic" sz="quarter" idx="19"/>
          </p:nvPr>
        </p:nvSpPr>
        <p:spPr>
          <a:xfrm>
            <a:off x="8546734" y="1204959"/>
            <a:ext cx="3240000" cy="2224042"/>
          </a:xfrm>
          <a:prstGeom prst="roundRect">
            <a:avLst>
              <a:gd name="adj" fmla="val 2469"/>
            </a:avLst>
          </a:prstGeom>
        </p:spPr>
        <p:txBody>
          <a:bodyPr/>
          <a:lstStyle/>
          <a:p>
            <a:r>
              <a:rPr lang="en-US"/>
              <a:t>Click icon to add picture</a:t>
            </a:r>
            <a:endParaRPr lang="en-GB" dirty="0"/>
          </a:p>
        </p:txBody>
      </p:sp>
      <p:sp>
        <p:nvSpPr>
          <p:cNvPr id="2" name="Text Placeholder 9">
            <a:extLst>
              <a:ext uri="{FF2B5EF4-FFF2-40B4-BE49-F238E27FC236}">
                <a16:creationId xmlns:a16="http://schemas.microsoft.com/office/drawing/2014/main" id="{291609D9-DE4C-1C1F-35DA-922E351FF176}"/>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10" name="Slide Number Placeholder 5">
            <a:extLst>
              <a:ext uri="{FF2B5EF4-FFF2-40B4-BE49-F238E27FC236}">
                <a16:creationId xmlns:a16="http://schemas.microsoft.com/office/drawing/2014/main" id="{38BFFFF7-9FF9-C6C0-29BB-422324C7737F}"/>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11099334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Base Content and Image">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77B8324-2830-A1D7-F821-9F4883E1D742}"/>
              </a:ext>
            </a:extLst>
          </p:cNvPr>
          <p:cNvSpPr>
            <a:spLocks noGrp="1"/>
          </p:cNvSpPr>
          <p:nvPr>
            <p:ph type="pic" sz="quarter" idx="15"/>
          </p:nvPr>
        </p:nvSpPr>
        <p:spPr>
          <a:xfrm>
            <a:off x="6096000" y="0"/>
            <a:ext cx="6096000" cy="6858000"/>
          </a:xfrm>
        </p:spPr>
        <p:txBody>
          <a:bodyPr/>
          <a:lstStyle/>
          <a:p>
            <a:r>
              <a:rPr lang="en-US"/>
              <a:t>Click icon to add picture</a:t>
            </a:r>
            <a:endParaRPr lang="en-GB" dirty="0"/>
          </a:p>
        </p:txBody>
      </p:sp>
      <p:sp>
        <p:nvSpPr>
          <p:cNvPr id="2" name="Title 1">
            <a:extLst>
              <a:ext uri="{FF2B5EF4-FFF2-40B4-BE49-F238E27FC236}">
                <a16:creationId xmlns:a16="http://schemas.microsoft.com/office/drawing/2014/main" id="{7CA492CC-10D4-E4B6-C6BA-39111F20A8F6}"/>
              </a:ext>
            </a:extLst>
          </p:cNvPr>
          <p:cNvSpPr>
            <a:spLocks noGrp="1"/>
          </p:cNvSpPr>
          <p:nvPr>
            <p:ph type="title"/>
          </p:nvPr>
        </p:nvSpPr>
        <p:spPr>
          <a:xfrm>
            <a:off x="392113" y="483968"/>
            <a:ext cx="4995881" cy="1080000"/>
          </a:xfrm>
        </p:spPr>
        <p:txBody>
          <a:bodyPr/>
          <a:lstStyle>
            <a:lvl1pPr>
              <a:defRPr lang="en-GB" sz="4000" kern="1200" dirty="0">
                <a:solidFill>
                  <a:schemeClr val="tx1"/>
                </a:solidFill>
                <a:latin typeface="Aptos Light" panose="020B0004020202020204" pitchFamily="34" charset="0"/>
                <a:ea typeface="+mn-ea"/>
                <a:cs typeface="+mn-cs"/>
              </a:defRPr>
            </a:lvl1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title style</a:t>
            </a:r>
            <a:endParaRPr lang="en-GB" dirty="0"/>
          </a:p>
        </p:txBody>
      </p:sp>
      <p:sp>
        <p:nvSpPr>
          <p:cNvPr id="3" name="Content Placeholder 2">
            <a:extLst>
              <a:ext uri="{FF2B5EF4-FFF2-40B4-BE49-F238E27FC236}">
                <a16:creationId xmlns:a16="http://schemas.microsoft.com/office/drawing/2014/main" id="{1D45CDAA-375D-BD19-B884-9ED084097795}"/>
              </a:ext>
            </a:extLst>
          </p:cNvPr>
          <p:cNvSpPr>
            <a:spLocks noGrp="1"/>
          </p:cNvSpPr>
          <p:nvPr>
            <p:ph idx="1"/>
          </p:nvPr>
        </p:nvSpPr>
        <p:spPr>
          <a:xfrm>
            <a:off x="396000" y="2283997"/>
            <a:ext cx="4995807" cy="3888000"/>
          </a:xfrm>
        </p:spPr>
        <p:txBody>
          <a:bodyPr anchor="b" anchorCtr="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8" name="Text Placeholder 9">
            <a:extLst>
              <a:ext uri="{FF2B5EF4-FFF2-40B4-BE49-F238E27FC236}">
                <a16:creationId xmlns:a16="http://schemas.microsoft.com/office/drawing/2014/main" id="{95E85265-4934-5FA1-3451-64AF26742A97}"/>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9" name="Slide Number Placeholder 5">
            <a:extLst>
              <a:ext uri="{FF2B5EF4-FFF2-40B4-BE49-F238E27FC236}">
                <a16:creationId xmlns:a16="http://schemas.microsoft.com/office/drawing/2014/main" id="{6DF93AB0-13CF-DC1D-341F-4B07C65C47A4}"/>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26868251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Base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492CC-10D4-E4B6-C6BA-39111F20A8F6}"/>
              </a:ext>
            </a:extLst>
          </p:cNvPr>
          <p:cNvSpPr>
            <a:spLocks noGrp="1"/>
          </p:cNvSpPr>
          <p:nvPr>
            <p:ph type="title"/>
          </p:nvPr>
        </p:nvSpPr>
        <p:spPr>
          <a:xfrm>
            <a:off x="395288" y="455395"/>
            <a:ext cx="4948584" cy="1080000"/>
          </a:xfrm>
        </p:spPr>
        <p:txBody>
          <a:bodyPr/>
          <a:lstStyle>
            <a:lvl1pPr>
              <a:defRPr lang="en-GB" sz="4000" kern="1200" dirty="0">
                <a:solidFill>
                  <a:schemeClr val="tx1"/>
                </a:solidFill>
                <a:latin typeface="Aptos Light" panose="020B0004020202020204" pitchFamily="34" charset="0"/>
                <a:ea typeface="+mn-ea"/>
                <a:cs typeface="+mn-cs"/>
              </a:defRPr>
            </a:lvl1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title style</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11" name="Chart Placeholder 8">
            <a:extLst>
              <a:ext uri="{FF2B5EF4-FFF2-40B4-BE49-F238E27FC236}">
                <a16:creationId xmlns:a16="http://schemas.microsoft.com/office/drawing/2014/main" id="{417FE7B9-D3C8-87F3-49F1-A1EBFC5AAE2A}"/>
              </a:ext>
            </a:extLst>
          </p:cNvPr>
          <p:cNvSpPr>
            <a:spLocks noGrp="1"/>
          </p:cNvSpPr>
          <p:nvPr>
            <p:ph type="chart" sz="quarter" idx="15"/>
          </p:nvPr>
        </p:nvSpPr>
        <p:spPr>
          <a:xfrm>
            <a:off x="395288" y="2278063"/>
            <a:ext cx="4948584" cy="3890962"/>
          </a:xfrm>
        </p:spPr>
        <p:txBody>
          <a:bodyPr/>
          <a:lstStyle/>
          <a:p>
            <a:r>
              <a:rPr lang="en-US"/>
              <a:t>Click icon to add chart</a:t>
            </a:r>
            <a:endParaRPr lang="en-IN"/>
          </a:p>
        </p:txBody>
      </p:sp>
      <p:sp>
        <p:nvSpPr>
          <p:cNvPr id="3" name="Text Placeholder 9">
            <a:extLst>
              <a:ext uri="{FF2B5EF4-FFF2-40B4-BE49-F238E27FC236}">
                <a16:creationId xmlns:a16="http://schemas.microsoft.com/office/drawing/2014/main" id="{C6DF6F23-8908-4678-2CF3-BBE0C283CAB0}"/>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8" name="Slide Number Placeholder 5">
            <a:extLst>
              <a:ext uri="{FF2B5EF4-FFF2-40B4-BE49-F238E27FC236}">
                <a16:creationId xmlns:a16="http://schemas.microsoft.com/office/drawing/2014/main" id="{AB4452FC-B534-72E0-AA9B-383D39F5A57D}"/>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2704381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ase Content and Image">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77B8324-2830-A1D7-F821-9F4883E1D742}"/>
              </a:ext>
            </a:extLst>
          </p:cNvPr>
          <p:cNvSpPr>
            <a:spLocks noGrp="1"/>
          </p:cNvSpPr>
          <p:nvPr>
            <p:ph type="pic" sz="quarter" idx="15"/>
          </p:nvPr>
        </p:nvSpPr>
        <p:spPr>
          <a:xfrm>
            <a:off x="6096000" y="0"/>
            <a:ext cx="6096000" cy="6858000"/>
          </a:xfrm>
        </p:spPr>
        <p:txBody>
          <a:bodyPr/>
          <a:lstStyle/>
          <a:p>
            <a:r>
              <a:rPr lang="en-US"/>
              <a:t>Click icon to add picture</a:t>
            </a:r>
            <a:endParaRPr lang="en-GB" dirty="0"/>
          </a:p>
        </p:txBody>
      </p:sp>
      <p:sp>
        <p:nvSpPr>
          <p:cNvPr id="3" name="Content Placeholder 2">
            <a:extLst>
              <a:ext uri="{FF2B5EF4-FFF2-40B4-BE49-F238E27FC236}">
                <a16:creationId xmlns:a16="http://schemas.microsoft.com/office/drawing/2014/main" id="{1D45CDAA-375D-BD19-B884-9ED084097795}"/>
              </a:ext>
            </a:extLst>
          </p:cNvPr>
          <p:cNvSpPr>
            <a:spLocks noGrp="1"/>
          </p:cNvSpPr>
          <p:nvPr>
            <p:ph idx="1"/>
          </p:nvPr>
        </p:nvSpPr>
        <p:spPr>
          <a:xfrm>
            <a:off x="396000" y="914400"/>
            <a:ext cx="4980041" cy="5257597"/>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7" name="Text Placeholder 9">
            <a:extLst>
              <a:ext uri="{FF2B5EF4-FFF2-40B4-BE49-F238E27FC236}">
                <a16:creationId xmlns:a16="http://schemas.microsoft.com/office/drawing/2014/main" id="{6427FB26-C0D9-0216-E900-2EDA54388F73}"/>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8" name="Title 1">
            <a:extLst>
              <a:ext uri="{FF2B5EF4-FFF2-40B4-BE49-F238E27FC236}">
                <a16:creationId xmlns:a16="http://schemas.microsoft.com/office/drawing/2014/main" id="{FB3D164B-0A04-B295-D037-29ADB67AEB2F}"/>
              </a:ext>
            </a:extLst>
          </p:cNvPr>
          <p:cNvSpPr>
            <a:spLocks noGrp="1"/>
          </p:cNvSpPr>
          <p:nvPr>
            <p:ph type="title"/>
          </p:nvPr>
        </p:nvSpPr>
        <p:spPr>
          <a:xfrm>
            <a:off x="395288" y="455395"/>
            <a:ext cx="4948584" cy="459005"/>
          </a:xfrm>
        </p:spPr>
        <p:txBody>
          <a:bodyPr/>
          <a:lstStyle>
            <a:lvl1pPr>
              <a:defRPr lang="en-GB" sz="4000" kern="1200" dirty="0">
                <a:solidFill>
                  <a:schemeClr val="tx1"/>
                </a:solidFill>
                <a:latin typeface="Aptos Light" panose="020B0004020202020204" pitchFamily="34" charset="0"/>
                <a:ea typeface="+mn-ea"/>
                <a:cs typeface="+mn-cs"/>
              </a:defRPr>
            </a:lvl1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title style</a:t>
            </a:r>
            <a:endParaRPr lang="en-GB" dirty="0"/>
          </a:p>
        </p:txBody>
      </p:sp>
      <p:sp>
        <p:nvSpPr>
          <p:cNvPr id="9" name="Slide Number Placeholder 5">
            <a:extLst>
              <a:ext uri="{FF2B5EF4-FFF2-40B4-BE49-F238E27FC236}">
                <a16:creationId xmlns:a16="http://schemas.microsoft.com/office/drawing/2014/main" id="{5DDC0D84-D3E2-DF11-2B76-F0B0EA8359E2}"/>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5977433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ase Content and 2 Image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77B8324-2830-A1D7-F821-9F4883E1D742}"/>
              </a:ext>
            </a:extLst>
          </p:cNvPr>
          <p:cNvSpPr>
            <a:spLocks noGrp="1"/>
          </p:cNvSpPr>
          <p:nvPr>
            <p:ph type="pic" sz="quarter" idx="15"/>
          </p:nvPr>
        </p:nvSpPr>
        <p:spPr>
          <a:xfrm>
            <a:off x="6096000" y="0"/>
            <a:ext cx="6096000" cy="3429000"/>
          </a:xfrm>
        </p:spPr>
        <p:txBody>
          <a:bodyPr/>
          <a:lstStyle/>
          <a:p>
            <a:r>
              <a:rPr lang="en-US"/>
              <a:t>Click icon to add picture</a:t>
            </a:r>
            <a:endParaRPr lang="en-GB" dirty="0"/>
          </a:p>
        </p:txBody>
      </p:sp>
      <p:sp>
        <p:nvSpPr>
          <p:cNvPr id="3" name="Content Placeholder 2">
            <a:extLst>
              <a:ext uri="{FF2B5EF4-FFF2-40B4-BE49-F238E27FC236}">
                <a16:creationId xmlns:a16="http://schemas.microsoft.com/office/drawing/2014/main" id="{1D45CDAA-375D-BD19-B884-9ED084097795}"/>
              </a:ext>
            </a:extLst>
          </p:cNvPr>
          <p:cNvSpPr>
            <a:spLocks noGrp="1"/>
          </p:cNvSpPr>
          <p:nvPr>
            <p:ph idx="1"/>
          </p:nvPr>
        </p:nvSpPr>
        <p:spPr>
          <a:xfrm>
            <a:off x="396000" y="914400"/>
            <a:ext cx="4995807" cy="5257597"/>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8" name="Picture Placeholder 12">
            <a:extLst>
              <a:ext uri="{FF2B5EF4-FFF2-40B4-BE49-F238E27FC236}">
                <a16:creationId xmlns:a16="http://schemas.microsoft.com/office/drawing/2014/main" id="{3F6C0081-7C92-09A6-E06D-5C3992F1E5F8}"/>
              </a:ext>
            </a:extLst>
          </p:cNvPr>
          <p:cNvSpPr>
            <a:spLocks noGrp="1"/>
          </p:cNvSpPr>
          <p:nvPr>
            <p:ph type="pic" sz="quarter" idx="16"/>
          </p:nvPr>
        </p:nvSpPr>
        <p:spPr>
          <a:xfrm>
            <a:off x="6096000" y="3429000"/>
            <a:ext cx="6096000" cy="3429000"/>
          </a:xfrm>
        </p:spPr>
        <p:txBody>
          <a:bodyPr/>
          <a:lstStyle/>
          <a:p>
            <a:r>
              <a:rPr lang="en-US"/>
              <a:t>Click icon to add picture</a:t>
            </a:r>
            <a:endParaRPr lang="en-GB" dirty="0"/>
          </a:p>
        </p:txBody>
      </p:sp>
      <p:sp>
        <p:nvSpPr>
          <p:cNvPr id="7" name="Text Placeholder 9">
            <a:extLst>
              <a:ext uri="{FF2B5EF4-FFF2-40B4-BE49-F238E27FC236}">
                <a16:creationId xmlns:a16="http://schemas.microsoft.com/office/drawing/2014/main" id="{57AB623F-F651-4B39-5117-763BCF3884E9}"/>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9" name="Slide Number Placeholder 5">
            <a:extLst>
              <a:ext uri="{FF2B5EF4-FFF2-40B4-BE49-F238E27FC236}">
                <a16:creationId xmlns:a16="http://schemas.microsoft.com/office/drawing/2014/main" id="{786B64E3-0469-D7BC-1C15-D8B1A0BEE5DC}"/>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14779531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Images + Caption">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77B8324-2830-A1D7-F821-9F4883E1D742}"/>
              </a:ext>
            </a:extLst>
          </p:cNvPr>
          <p:cNvSpPr>
            <a:spLocks noGrp="1"/>
          </p:cNvSpPr>
          <p:nvPr>
            <p:ph type="pic" sz="quarter" idx="15"/>
          </p:nvPr>
        </p:nvSpPr>
        <p:spPr>
          <a:xfrm>
            <a:off x="394873" y="1294520"/>
            <a:ext cx="5012699" cy="4259613"/>
          </a:xfrm>
          <a:prstGeom prst="roundRect">
            <a:avLst>
              <a:gd name="adj" fmla="val 2469"/>
            </a:avLst>
          </a:prstGeom>
        </p:spPr>
        <p:txBody>
          <a:bodyPr/>
          <a:lstStyle/>
          <a:p>
            <a:r>
              <a:rPr lang="en-US"/>
              <a:t>Click icon to add picture</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11" name="Picture Placeholder 12">
            <a:extLst>
              <a:ext uri="{FF2B5EF4-FFF2-40B4-BE49-F238E27FC236}">
                <a16:creationId xmlns:a16="http://schemas.microsoft.com/office/drawing/2014/main" id="{D438A6AC-0ACB-91E2-8ECA-C3C6C0006D94}"/>
              </a:ext>
            </a:extLst>
          </p:cNvPr>
          <p:cNvSpPr>
            <a:spLocks noGrp="1"/>
          </p:cNvSpPr>
          <p:nvPr>
            <p:ph type="pic" sz="quarter" idx="16"/>
          </p:nvPr>
        </p:nvSpPr>
        <p:spPr>
          <a:xfrm>
            <a:off x="6289126" y="1294520"/>
            <a:ext cx="5508000" cy="4259613"/>
          </a:xfrm>
          <a:prstGeom prst="roundRect">
            <a:avLst>
              <a:gd name="adj" fmla="val 2469"/>
            </a:avLst>
          </a:prstGeom>
        </p:spPr>
        <p:txBody>
          <a:bodyPr/>
          <a:lstStyle/>
          <a:p>
            <a:r>
              <a:rPr lang="en-US"/>
              <a:t>Click icon to add picture</a:t>
            </a:r>
            <a:endParaRPr lang="en-GB" dirty="0"/>
          </a:p>
        </p:txBody>
      </p:sp>
      <p:sp>
        <p:nvSpPr>
          <p:cNvPr id="12" name="Content Placeholder 2">
            <a:extLst>
              <a:ext uri="{FF2B5EF4-FFF2-40B4-BE49-F238E27FC236}">
                <a16:creationId xmlns:a16="http://schemas.microsoft.com/office/drawing/2014/main" id="{630A4E3C-F3AF-A17C-A12D-9B2885541397}"/>
              </a:ext>
            </a:extLst>
          </p:cNvPr>
          <p:cNvSpPr>
            <a:spLocks noGrp="1"/>
          </p:cNvSpPr>
          <p:nvPr>
            <p:ph idx="17"/>
          </p:nvPr>
        </p:nvSpPr>
        <p:spPr>
          <a:xfrm>
            <a:off x="395437" y="5660796"/>
            <a:ext cx="5012136" cy="511201"/>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14" name="Content Placeholder 2">
            <a:extLst>
              <a:ext uri="{FF2B5EF4-FFF2-40B4-BE49-F238E27FC236}">
                <a16:creationId xmlns:a16="http://schemas.microsoft.com/office/drawing/2014/main" id="{01505CEC-555C-6060-2A85-2571B77870B0}"/>
              </a:ext>
            </a:extLst>
          </p:cNvPr>
          <p:cNvSpPr>
            <a:spLocks noGrp="1"/>
          </p:cNvSpPr>
          <p:nvPr>
            <p:ph idx="18"/>
          </p:nvPr>
        </p:nvSpPr>
        <p:spPr>
          <a:xfrm>
            <a:off x="6289126" y="5660796"/>
            <a:ext cx="5506873" cy="511201"/>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2" name="Text Placeholder 9">
            <a:extLst>
              <a:ext uri="{FF2B5EF4-FFF2-40B4-BE49-F238E27FC236}">
                <a16:creationId xmlns:a16="http://schemas.microsoft.com/office/drawing/2014/main" id="{6C983E96-F7EF-F593-B64D-19493A4A7EA7}"/>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7" name="Slide Number Placeholder 5">
            <a:extLst>
              <a:ext uri="{FF2B5EF4-FFF2-40B4-BE49-F238E27FC236}">
                <a16:creationId xmlns:a16="http://schemas.microsoft.com/office/drawing/2014/main" id="{59CA2EB5-AB94-698C-8A05-2556009E3296}"/>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8570859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Images + Caption">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77B8324-2830-A1D7-F821-9F4883E1D742}"/>
              </a:ext>
            </a:extLst>
          </p:cNvPr>
          <p:cNvSpPr>
            <a:spLocks noGrp="1"/>
          </p:cNvSpPr>
          <p:nvPr>
            <p:ph type="pic" sz="quarter" idx="15"/>
          </p:nvPr>
        </p:nvSpPr>
        <p:spPr>
          <a:xfrm>
            <a:off x="394873" y="1294520"/>
            <a:ext cx="3559671" cy="4259613"/>
          </a:xfrm>
          <a:prstGeom prst="roundRect">
            <a:avLst>
              <a:gd name="adj" fmla="val 2469"/>
            </a:avLst>
          </a:prstGeom>
        </p:spPr>
        <p:txBody>
          <a:bodyPr/>
          <a:lstStyle/>
          <a:p>
            <a:r>
              <a:rPr lang="en-US"/>
              <a:t>Click icon to add picture</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12" name="Content Placeholder 2">
            <a:extLst>
              <a:ext uri="{FF2B5EF4-FFF2-40B4-BE49-F238E27FC236}">
                <a16:creationId xmlns:a16="http://schemas.microsoft.com/office/drawing/2014/main" id="{630A4E3C-F3AF-A17C-A12D-9B2885541397}"/>
              </a:ext>
            </a:extLst>
          </p:cNvPr>
          <p:cNvSpPr>
            <a:spLocks noGrp="1"/>
          </p:cNvSpPr>
          <p:nvPr>
            <p:ph idx="17"/>
          </p:nvPr>
        </p:nvSpPr>
        <p:spPr>
          <a:xfrm>
            <a:off x="395437" y="5660796"/>
            <a:ext cx="3559108" cy="511201"/>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7" name="Picture Placeholder 12">
            <a:extLst>
              <a:ext uri="{FF2B5EF4-FFF2-40B4-BE49-F238E27FC236}">
                <a16:creationId xmlns:a16="http://schemas.microsoft.com/office/drawing/2014/main" id="{F66CD670-485D-D28F-825F-9C4CDF0837BB}"/>
              </a:ext>
            </a:extLst>
          </p:cNvPr>
          <p:cNvSpPr>
            <a:spLocks noGrp="1"/>
          </p:cNvSpPr>
          <p:nvPr>
            <p:ph type="pic" sz="quarter" idx="18"/>
          </p:nvPr>
        </p:nvSpPr>
        <p:spPr>
          <a:xfrm>
            <a:off x="4316164" y="1294520"/>
            <a:ext cx="3559671" cy="4259613"/>
          </a:xfrm>
          <a:prstGeom prst="roundRect">
            <a:avLst>
              <a:gd name="adj" fmla="val 2469"/>
            </a:avLst>
          </a:prstGeom>
        </p:spPr>
        <p:txBody>
          <a:bodyPr/>
          <a:lstStyle/>
          <a:p>
            <a:r>
              <a:rPr lang="en-US"/>
              <a:t>Click icon to add picture</a:t>
            </a:r>
            <a:endParaRPr lang="en-GB" dirty="0"/>
          </a:p>
        </p:txBody>
      </p:sp>
      <p:sp>
        <p:nvSpPr>
          <p:cNvPr id="9" name="Content Placeholder 2">
            <a:extLst>
              <a:ext uri="{FF2B5EF4-FFF2-40B4-BE49-F238E27FC236}">
                <a16:creationId xmlns:a16="http://schemas.microsoft.com/office/drawing/2014/main" id="{DDE63812-23AF-A971-AEF1-0F42A57E7C52}"/>
              </a:ext>
            </a:extLst>
          </p:cNvPr>
          <p:cNvSpPr>
            <a:spLocks noGrp="1"/>
          </p:cNvSpPr>
          <p:nvPr>
            <p:ph idx="19"/>
          </p:nvPr>
        </p:nvSpPr>
        <p:spPr>
          <a:xfrm>
            <a:off x="4316728" y="5660796"/>
            <a:ext cx="3559108" cy="511201"/>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15" name="Picture Placeholder 12">
            <a:extLst>
              <a:ext uri="{FF2B5EF4-FFF2-40B4-BE49-F238E27FC236}">
                <a16:creationId xmlns:a16="http://schemas.microsoft.com/office/drawing/2014/main" id="{B270F2B2-DAA0-983F-F6AA-3CFEE806B369}"/>
              </a:ext>
            </a:extLst>
          </p:cNvPr>
          <p:cNvSpPr>
            <a:spLocks noGrp="1"/>
          </p:cNvSpPr>
          <p:nvPr>
            <p:ph type="pic" sz="quarter" idx="20"/>
          </p:nvPr>
        </p:nvSpPr>
        <p:spPr>
          <a:xfrm>
            <a:off x="8236891" y="1294520"/>
            <a:ext cx="3559671" cy="4259613"/>
          </a:xfrm>
          <a:prstGeom prst="roundRect">
            <a:avLst>
              <a:gd name="adj" fmla="val 2469"/>
            </a:avLst>
          </a:prstGeom>
        </p:spPr>
        <p:txBody>
          <a:bodyPr/>
          <a:lstStyle/>
          <a:p>
            <a:r>
              <a:rPr lang="en-US"/>
              <a:t>Click icon to add picture</a:t>
            </a:r>
            <a:endParaRPr lang="en-GB" dirty="0"/>
          </a:p>
        </p:txBody>
      </p:sp>
      <p:sp>
        <p:nvSpPr>
          <p:cNvPr id="16" name="Content Placeholder 2">
            <a:extLst>
              <a:ext uri="{FF2B5EF4-FFF2-40B4-BE49-F238E27FC236}">
                <a16:creationId xmlns:a16="http://schemas.microsoft.com/office/drawing/2014/main" id="{AB5CBA91-F89F-6B3C-AAA6-D9E90D04F71D}"/>
              </a:ext>
            </a:extLst>
          </p:cNvPr>
          <p:cNvSpPr>
            <a:spLocks noGrp="1"/>
          </p:cNvSpPr>
          <p:nvPr>
            <p:ph idx="21"/>
          </p:nvPr>
        </p:nvSpPr>
        <p:spPr>
          <a:xfrm>
            <a:off x="8237455" y="5660796"/>
            <a:ext cx="3559108" cy="511201"/>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2" name="Text Placeholder 9">
            <a:extLst>
              <a:ext uri="{FF2B5EF4-FFF2-40B4-BE49-F238E27FC236}">
                <a16:creationId xmlns:a16="http://schemas.microsoft.com/office/drawing/2014/main" id="{4A81BE59-DE26-5D3B-B411-831C128677FD}"/>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8" name="Slide Number Placeholder 5">
            <a:extLst>
              <a:ext uri="{FF2B5EF4-FFF2-40B4-BE49-F238E27FC236}">
                <a16:creationId xmlns:a16="http://schemas.microsoft.com/office/drawing/2014/main" id="{C124B193-36C9-09FA-14EC-D3D7579C5C86}"/>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14573558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3 Images + Caption">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77B8324-2830-A1D7-F821-9F4883E1D742}"/>
              </a:ext>
            </a:extLst>
          </p:cNvPr>
          <p:cNvSpPr>
            <a:spLocks noGrp="1"/>
          </p:cNvSpPr>
          <p:nvPr>
            <p:ph type="pic" sz="quarter" idx="15"/>
          </p:nvPr>
        </p:nvSpPr>
        <p:spPr>
          <a:xfrm>
            <a:off x="394873" y="963434"/>
            <a:ext cx="3559671" cy="1034343"/>
          </a:xfrm>
          <a:prstGeom prst="roundRect">
            <a:avLst>
              <a:gd name="adj" fmla="val 2469"/>
            </a:avLst>
          </a:prstGeom>
        </p:spPr>
        <p:txBody>
          <a:bodyPr/>
          <a:lstStyle/>
          <a:p>
            <a:r>
              <a:rPr lang="en-US"/>
              <a:t>Click icon to add picture</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12" name="Content Placeholder 2">
            <a:extLst>
              <a:ext uri="{FF2B5EF4-FFF2-40B4-BE49-F238E27FC236}">
                <a16:creationId xmlns:a16="http://schemas.microsoft.com/office/drawing/2014/main" id="{630A4E3C-F3AF-A17C-A12D-9B2885541397}"/>
              </a:ext>
            </a:extLst>
          </p:cNvPr>
          <p:cNvSpPr>
            <a:spLocks noGrp="1"/>
          </p:cNvSpPr>
          <p:nvPr>
            <p:ph idx="17"/>
          </p:nvPr>
        </p:nvSpPr>
        <p:spPr>
          <a:xfrm>
            <a:off x="395436" y="2099588"/>
            <a:ext cx="3559108" cy="1310505"/>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7" name="Picture Placeholder 12">
            <a:extLst>
              <a:ext uri="{FF2B5EF4-FFF2-40B4-BE49-F238E27FC236}">
                <a16:creationId xmlns:a16="http://schemas.microsoft.com/office/drawing/2014/main" id="{F66CD670-485D-D28F-825F-9C4CDF0837BB}"/>
              </a:ext>
            </a:extLst>
          </p:cNvPr>
          <p:cNvSpPr>
            <a:spLocks noGrp="1"/>
          </p:cNvSpPr>
          <p:nvPr>
            <p:ph type="pic" sz="quarter" idx="18"/>
          </p:nvPr>
        </p:nvSpPr>
        <p:spPr>
          <a:xfrm>
            <a:off x="4316164" y="963434"/>
            <a:ext cx="3559671" cy="1034343"/>
          </a:xfrm>
          <a:prstGeom prst="roundRect">
            <a:avLst>
              <a:gd name="adj" fmla="val 2469"/>
            </a:avLst>
          </a:prstGeom>
        </p:spPr>
        <p:txBody>
          <a:bodyPr/>
          <a:lstStyle/>
          <a:p>
            <a:r>
              <a:rPr lang="en-US"/>
              <a:t>Click icon to add picture</a:t>
            </a:r>
            <a:endParaRPr lang="en-GB" dirty="0"/>
          </a:p>
        </p:txBody>
      </p:sp>
      <p:sp>
        <p:nvSpPr>
          <p:cNvPr id="9" name="Content Placeholder 2">
            <a:extLst>
              <a:ext uri="{FF2B5EF4-FFF2-40B4-BE49-F238E27FC236}">
                <a16:creationId xmlns:a16="http://schemas.microsoft.com/office/drawing/2014/main" id="{DDE63812-23AF-A971-AEF1-0F42A57E7C52}"/>
              </a:ext>
            </a:extLst>
          </p:cNvPr>
          <p:cNvSpPr>
            <a:spLocks noGrp="1"/>
          </p:cNvSpPr>
          <p:nvPr>
            <p:ph idx="19"/>
          </p:nvPr>
        </p:nvSpPr>
        <p:spPr>
          <a:xfrm>
            <a:off x="4316727" y="2099588"/>
            <a:ext cx="3559108" cy="1310505"/>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15" name="Picture Placeholder 12">
            <a:extLst>
              <a:ext uri="{FF2B5EF4-FFF2-40B4-BE49-F238E27FC236}">
                <a16:creationId xmlns:a16="http://schemas.microsoft.com/office/drawing/2014/main" id="{B270F2B2-DAA0-983F-F6AA-3CFEE806B369}"/>
              </a:ext>
            </a:extLst>
          </p:cNvPr>
          <p:cNvSpPr>
            <a:spLocks noGrp="1"/>
          </p:cNvSpPr>
          <p:nvPr>
            <p:ph type="pic" sz="quarter" idx="20"/>
          </p:nvPr>
        </p:nvSpPr>
        <p:spPr>
          <a:xfrm>
            <a:off x="8236891" y="963434"/>
            <a:ext cx="3559671" cy="1034343"/>
          </a:xfrm>
          <a:prstGeom prst="roundRect">
            <a:avLst>
              <a:gd name="adj" fmla="val 2469"/>
            </a:avLst>
          </a:prstGeom>
        </p:spPr>
        <p:txBody>
          <a:bodyPr/>
          <a:lstStyle/>
          <a:p>
            <a:r>
              <a:rPr lang="en-US"/>
              <a:t>Click icon to add picture</a:t>
            </a:r>
            <a:endParaRPr lang="en-GB" dirty="0"/>
          </a:p>
        </p:txBody>
      </p:sp>
      <p:sp>
        <p:nvSpPr>
          <p:cNvPr id="16" name="Content Placeholder 2">
            <a:extLst>
              <a:ext uri="{FF2B5EF4-FFF2-40B4-BE49-F238E27FC236}">
                <a16:creationId xmlns:a16="http://schemas.microsoft.com/office/drawing/2014/main" id="{AB5CBA91-F89F-6B3C-AAA6-D9E90D04F71D}"/>
              </a:ext>
            </a:extLst>
          </p:cNvPr>
          <p:cNvSpPr>
            <a:spLocks noGrp="1"/>
          </p:cNvSpPr>
          <p:nvPr>
            <p:ph idx="21"/>
          </p:nvPr>
        </p:nvSpPr>
        <p:spPr>
          <a:xfrm>
            <a:off x="8237454" y="2099588"/>
            <a:ext cx="3559108" cy="1310505"/>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2" name="Picture Placeholder 12">
            <a:extLst>
              <a:ext uri="{FF2B5EF4-FFF2-40B4-BE49-F238E27FC236}">
                <a16:creationId xmlns:a16="http://schemas.microsoft.com/office/drawing/2014/main" id="{D0FC586B-5682-99C1-9843-E05BE77174BE}"/>
              </a:ext>
            </a:extLst>
          </p:cNvPr>
          <p:cNvSpPr>
            <a:spLocks noGrp="1"/>
          </p:cNvSpPr>
          <p:nvPr>
            <p:ph type="pic" sz="quarter" idx="22"/>
          </p:nvPr>
        </p:nvSpPr>
        <p:spPr>
          <a:xfrm>
            <a:off x="394873" y="3706642"/>
            <a:ext cx="3559671" cy="1034343"/>
          </a:xfrm>
          <a:prstGeom prst="roundRect">
            <a:avLst>
              <a:gd name="adj" fmla="val 2469"/>
            </a:avLst>
          </a:prstGeom>
        </p:spPr>
        <p:txBody>
          <a:bodyPr/>
          <a:lstStyle/>
          <a:p>
            <a:r>
              <a:rPr lang="en-US"/>
              <a:t>Click icon to add picture</a:t>
            </a:r>
            <a:endParaRPr lang="en-GB" dirty="0"/>
          </a:p>
        </p:txBody>
      </p:sp>
      <p:sp>
        <p:nvSpPr>
          <p:cNvPr id="3" name="Content Placeholder 2">
            <a:extLst>
              <a:ext uri="{FF2B5EF4-FFF2-40B4-BE49-F238E27FC236}">
                <a16:creationId xmlns:a16="http://schemas.microsoft.com/office/drawing/2014/main" id="{36737C24-B842-EF0F-DE0B-37062E763F14}"/>
              </a:ext>
            </a:extLst>
          </p:cNvPr>
          <p:cNvSpPr>
            <a:spLocks noGrp="1"/>
          </p:cNvSpPr>
          <p:nvPr>
            <p:ph idx="23"/>
          </p:nvPr>
        </p:nvSpPr>
        <p:spPr>
          <a:xfrm>
            <a:off x="395436" y="4842796"/>
            <a:ext cx="3559108" cy="1310505"/>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8" name="Picture Placeholder 12">
            <a:extLst>
              <a:ext uri="{FF2B5EF4-FFF2-40B4-BE49-F238E27FC236}">
                <a16:creationId xmlns:a16="http://schemas.microsoft.com/office/drawing/2014/main" id="{94FF5CDA-4C1B-FF8D-AAB1-5431746C1317}"/>
              </a:ext>
            </a:extLst>
          </p:cNvPr>
          <p:cNvSpPr>
            <a:spLocks noGrp="1"/>
          </p:cNvSpPr>
          <p:nvPr>
            <p:ph type="pic" sz="quarter" idx="24"/>
          </p:nvPr>
        </p:nvSpPr>
        <p:spPr>
          <a:xfrm>
            <a:off x="4316164" y="3706642"/>
            <a:ext cx="3559671" cy="1034343"/>
          </a:xfrm>
          <a:prstGeom prst="roundRect">
            <a:avLst>
              <a:gd name="adj" fmla="val 2469"/>
            </a:avLst>
          </a:prstGeom>
        </p:spPr>
        <p:txBody>
          <a:bodyPr/>
          <a:lstStyle/>
          <a:p>
            <a:r>
              <a:rPr lang="en-US"/>
              <a:t>Click icon to add picture</a:t>
            </a:r>
            <a:endParaRPr lang="en-GB" dirty="0"/>
          </a:p>
        </p:txBody>
      </p:sp>
      <p:sp>
        <p:nvSpPr>
          <p:cNvPr id="11" name="Content Placeholder 2">
            <a:extLst>
              <a:ext uri="{FF2B5EF4-FFF2-40B4-BE49-F238E27FC236}">
                <a16:creationId xmlns:a16="http://schemas.microsoft.com/office/drawing/2014/main" id="{DF56472D-C9E5-4F15-C3B1-4C8927F92ADD}"/>
              </a:ext>
            </a:extLst>
          </p:cNvPr>
          <p:cNvSpPr>
            <a:spLocks noGrp="1"/>
          </p:cNvSpPr>
          <p:nvPr>
            <p:ph idx="25"/>
          </p:nvPr>
        </p:nvSpPr>
        <p:spPr>
          <a:xfrm>
            <a:off x="4316727" y="4842796"/>
            <a:ext cx="3559108" cy="1310505"/>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14" name="Picture Placeholder 12">
            <a:extLst>
              <a:ext uri="{FF2B5EF4-FFF2-40B4-BE49-F238E27FC236}">
                <a16:creationId xmlns:a16="http://schemas.microsoft.com/office/drawing/2014/main" id="{A2AAC1EB-E408-86D6-759D-D50A1BBA3B5E}"/>
              </a:ext>
            </a:extLst>
          </p:cNvPr>
          <p:cNvSpPr>
            <a:spLocks noGrp="1"/>
          </p:cNvSpPr>
          <p:nvPr>
            <p:ph type="pic" sz="quarter" idx="26"/>
          </p:nvPr>
        </p:nvSpPr>
        <p:spPr>
          <a:xfrm>
            <a:off x="8236891" y="3706642"/>
            <a:ext cx="3559671" cy="1034343"/>
          </a:xfrm>
          <a:prstGeom prst="roundRect">
            <a:avLst>
              <a:gd name="adj" fmla="val 2469"/>
            </a:avLst>
          </a:prstGeom>
        </p:spPr>
        <p:txBody>
          <a:bodyPr/>
          <a:lstStyle/>
          <a:p>
            <a:r>
              <a:rPr lang="en-US"/>
              <a:t>Click icon to add picture</a:t>
            </a:r>
            <a:endParaRPr lang="en-GB" dirty="0"/>
          </a:p>
        </p:txBody>
      </p:sp>
      <p:sp>
        <p:nvSpPr>
          <p:cNvPr id="17" name="Content Placeholder 2">
            <a:extLst>
              <a:ext uri="{FF2B5EF4-FFF2-40B4-BE49-F238E27FC236}">
                <a16:creationId xmlns:a16="http://schemas.microsoft.com/office/drawing/2014/main" id="{A7FDD3AD-B374-1999-931C-E522833734D9}"/>
              </a:ext>
            </a:extLst>
          </p:cNvPr>
          <p:cNvSpPr>
            <a:spLocks noGrp="1"/>
          </p:cNvSpPr>
          <p:nvPr>
            <p:ph idx="27"/>
          </p:nvPr>
        </p:nvSpPr>
        <p:spPr>
          <a:xfrm>
            <a:off x="8237454" y="4842796"/>
            <a:ext cx="3559108" cy="1310505"/>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18" name="Text Placeholder 9">
            <a:extLst>
              <a:ext uri="{FF2B5EF4-FFF2-40B4-BE49-F238E27FC236}">
                <a16:creationId xmlns:a16="http://schemas.microsoft.com/office/drawing/2014/main" id="{E0478F0A-82BE-E909-CD73-31C4FC09B074}"/>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19" name="Slide Number Placeholder 5">
            <a:extLst>
              <a:ext uri="{FF2B5EF4-FFF2-40B4-BE49-F238E27FC236}">
                <a16:creationId xmlns:a16="http://schemas.microsoft.com/office/drawing/2014/main" id="{854D6BFD-071F-4F61-D5AC-CAE610BF5E95}"/>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18715085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3 Images +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12" name="Content Placeholder 2">
            <a:extLst>
              <a:ext uri="{FF2B5EF4-FFF2-40B4-BE49-F238E27FC236}">
                <a16:creationId xmlns:a16="http://schemas.microsoft.com/office/drawing/2014/main" id="{630A4E3C-F3AF-A17C-A12D-9B2885541397}"/>
              </a:ext>
            </a:extLst>
          </p:cNvPr>
          <p:cNvSpPr>
            <a:spLocks noGrp="1"/>
          </p:cNvSpPr>
          <p:nvPr>
            <p:ph idx="17"/>
          </p:nvPr>
        </p:nvSpPr>
        <p:spPr>
          <a:xfrm>
            <a:off x="395436" y="962026"/>
            <a:ext cx="3559108" cy="2448068"/>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DDE63812-23AF-A971-AEF1-0F42A57E7C52}"/>
              </a:ext>
            </a:extLst>
          </p:cNvPr>
          <p:cNvSpPr>
            <a:spLocks noGrp="1"/>
          </p:cNvSpPr>
          <p:nvPr>
            <p:ph idx="19"/>
          </p:nvPr>
        </p:nvSpPr>
        <p:spPr>
          <a:xfrm>
            <a:off x="4316727" y="962026"/>
            <a:ext cx="3559108" cy="2448068"/>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16" name="Content Placeholder 2">
            <a:extLst>
              <a:ext uri="{FF2B5EF4-FFF2-40B4-BE49-F238E27FC236}">
                <a16:creationId xmlns:a16="http://schemas.microsoft.com/office/drawing/2014/main" id="{AB5CBA91-F89F-6B3C-AAA6-D9E90D04F71D}"/>
              </a:ext>
            </a:extLst>
          </p:cNvPr>
          <p:cNvSpPr>
            <a:spLocks noGrp="1"/>
          </p:cNvSpPr>
          <p:nvPr>
            <p:ph idx="21"/>
          </p:nvPr>
        </p:nvSpPr>
        <p:spPr>
          <a:xfrm>
            <a:off x="8237454" y="962026"/>
            <a:ext cx="3559108" cy="2448068"/>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18" name="Content Placeholder 2">
            <a:extLst>
              <a:ext uri="{FF2B5EF4-FFF2-40B4-BE49-F238E27FC236}">
                <a16:creationId xmlns:a16="http://schemas.microsoft.com/office/drawing/2014/main" id="{5653845F-A048-4FC8-0B99-8A4EC83D6984}"/>
              </a:ext>
            </a:extLst>
          </p:cNvPr>
          <p:cNvSpPr>
            <a:spLocks noGrp="1"/>
          </p:cNvSpPr>
          <p:nvPr>
            <p:ph idx="22"/>
          </p:nvPr>
        </p:nvSpPr>
        <p:spPr>
          <a:xfrm>
            <a:off x="395436" y="3705226"/>
            <a:ext cx="3559108" cy="2448068"/>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19" name="Content Placeholder 2">
            <a:extLst>
              <a:ext uri="{FF2B5EF4-FFF2-40B4-BE49-F238E27FC236}">
                <a16:creationId xmlns:a16="http://schemas.microsoft.com/office/drawing/2014/main" id="{179CD00E-8883-2B81-78B3-F62DC3BCB18F}"/>
              </a:ext>
            </a:extLst>
          </p:cNvPr>
          <p:cNvSpPr>
            <a:spLocks noGrp="1"/>
          </p:cNvSpPr>
          <p:nvPr>
            <p:ph idx="23"/>
          </p:nvPr>
        </p:nvSpPr>
        <p:spPr>
          <a:xfrm>
            <a:off x="4316727" y="3705226"/>
            <a:ext cx="3559108" cy="2448068"/>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20" name="Content Placeholder 2">
            <a:extLst>
              <a:ext uri="{FF2B5EF4-FFF2-40B4-BE49-F238E27FC236}">
                <a16:creationId xmlns:a16="http://schemas.microsoft.com/office/drawing/2014/main" id="{83082269-4578-AE9D-AFE5-0A3387CC4F9C}"/>
              </a:ext>
            </a:extLst>
          </p:cNvPr>
          <p:cNvSpPr>
            <a:spLocks noGrp="1"/>
          </p:cNvSpPr>
          <p:nvPr>
            <p:ph idx="24"/>
          </p:nvPr>
        </p:nvSpPr>
        <p:spPr>
          <a:xfrm>
            <a:off x="8237454" y="3705226"/>
            <a:ext cx="3559108" cy="2448068"/>
          </a:xfrm>
        </p:spPr>
        <p:txBody>
          <a:bodyPr anchor="b" anchorCtr="0"/>
          <a:lstStyle>
            <a:lvl1pPr marL="0" indent="0">
              <a:buFontTx/>
              <a:buNone/>
              <a:defRPr/>
            </a:lvl1pPr>
            <a:lvl2pPr marL="108000" indent="-108000">
              <a:buClr>
                <a:srgbClr val="E31837"/>
              </a:buClr>
              <a:buFont typeface="Aptos Black" panose="020B0004020202020204" pitchFamily="34" charset="0"/>
              <a:buChar char="▌"/>
              <a:defRPr sz="1000" cap="all" baseline="0"/>
            </a:lvl2pPr>
          </a:lstStyle>
          <a:p>
            <a:pPr lvl="0"/>
            <a:r>
              <a:rPr lang="en-US"/>
              <a:t>Click to edit Master text styles</a:t>
            </a:r>
          </a:p>
          <a:p>
            <a:pPr lvl="1"/>
            <a:r>
              <a:rPr lang="en-US"/>
              <a:t>Second level</a:t>
            </a:r>
          </a:p>
        </p:txBody>
      </p:sp>
      <p:sp>
        <p:nvSpPr>
          <p:cNvPr id="21" name="Text Placeholder 9">
            <a:extLst>
              <a:ext uri="{FF2B5EF4-FFF2-40B4-BE49-F238E27FC236}">
                <a16:creationId xmlns:a16="http://schemas.microsoft.com/office/drawing/2014/main" id="{31DBB2EA-5E91-7ED8-B3D1-527282CDAB28}"/>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3" name="Slide Number Placeholder 5">
            <a:extLst>
              <a:ext uri="{FF2B5EF4-FFF2-40B4-BE49-F238E27FC236}">
                <a16:creationId xmlns:a16="http://schemas.microsoft.com/office/drawing/2014/main" id="{477B4EA2-1A0B-94DB-61BC-5F574A44E43F}"/>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20195375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Base Content and Image [2]">
    <p:spTree>
      <p:nvGrpSpPr>
        <p:cNvPr id="1" name=""/>
        <p:cNvGrpSpPr/>
        <p:nvPr/>
      </p:nvGrpSpPr>
      <p:grpSpPr>
        <a:xfrm>
          <a:off x="0" y="0"/>
          <a:ext cx="0" cy="0"/>
          <a:chOff x="0" y="0"/>
          <a:chExt cx="0" cy="0"/>
        </a:xfrm>
      </p:grpSpPr>
      <p:sp>
        <p:nvSpPr>
          <p:cNvPr id="12" name="Picture Placeholder 12">
            <a:extLst>
              <a:ext uri="{FF2B5EF4-FFF2-40B4-BE49-F238E27FC236}">
                <a16:creationId xmlns:a16="http://schemas.microsoft.com/office/drawing/2014/main" id="{1D4088F4-EB70-FD13-532A-1CF6E730C4B4}"/>
              </a:ext>
            </a:extLst>
          </p:cNvPr>
          <p:cNvSpPr>
            <a:spLocks noGrp="1"/>
          </p:cNvSpPr>
          <p:nvPr>
            <p:ph type="pic" sz="quarter" idx="15"/>
          </p:nvPr>
        </p:nvSpPr>
        <p:spPr>
          <a:xfrm>
            <a:off x="6096000" y="0"/>
            <a:ext cx="6096000" cy="6858000"/>
          </a:xfrm>
        </p:spPr>
        <p:txBody>
          <a:bodyPr/>
          <a:lstStyle/>
          <a:p>
            <a:r>
              <a:rPr lang="en-US"/>
              <a:t>Click icon to add picture</a:t>
            </a:r>
            <a:endParaRPr lang="en-GB" dirty="0"/>
          </a:p>
        </p:txBody>
      </p:sp>
      <p:sp>
        <p:nvSpPr>
          <p:cNvPr id="2" name="Title 1">
            <a:extLst>
              <a:ext uri="{FF2B5EF4-FFF2-40B4-BE49-F238E27FC236}">
                <a16:creationId xmlns:a16="http://schemas.microsoft.com/office/drawing/2014/main" id="{7CA492CC-10D4-E4B6-C6BA-39111F20A8F6}"/>
              </a:ext>
            </a:extLst>
          </p:cNvPr>
          <p:cNvSpPr>
            <a:spLocks noGrp="1"/>
          </p:cNvSpPr>
          <p:nvPr>
            <p:ph type="title"/>
          </p:nvPr>
        </p:nvSpPr>
        <p:spPr>
          <a:xfrm>
            <a:off x="395926" y="872491"/>
            <a:ext cx="4980115" cy="1080000"/>
          </a:xfrm>
        </p:spPr>
        <p:txBody>
          <a:bodyPr/>
          <a:lstStyle>
            <a:lvl1pPr>
              <a:defRPr lang="en-GB" sz="4000" kern="1200" dirty="0">
                <a:solidFill>
                  <a:schemeClr val="tx1"/>
                </a:solidFill>
                <a:latin typeface="Aptos Light" panose="020B0004020202020204" pitchFamily="34" charset="0"/>
                <a:ea typeface="+mn-ea"/>
                <a:cs typeface="+mn-cs"/>
              </a:defRPr>
            </a:lvl1pPr>
          </a:lstStyle>
          <a:p>
            <a:pPr marL="0" lvl="0" indent="0" algn="l" defTabSz="914400" rtl="0" eaLnBrk="1" latinLnBrk="0" hangingPunct="1">
              <a:lnSpc>
                <a:spcPct val="100000"/>
              </a:lnSpc>
              <a:spcBef>
                <a:spcPts val="0"/>
              </a:spcBef>
              <a:buFont typeface="Arial" panose="020B0604020202020204" pitchFamily="34" charset="0"/>
              <a:buNone/>
            </a:pPr>
            <a:r>
              <a:rPr lang="en-US"/>
              <a:t>Click to edit Master title style</a:t>
            </a:r>
            <a:endParaRPr lang="en-GB" dirty="0"/>
          </a:p>
        </p:txBody>
      </p:sp>
      <p:sp>
        <p:nvSpPr>
          <p:cNvPr id="3" name="Content Placeholder 2">
            <a:extLst>
              <a:ext uri="{FF2B5EF4-FFF2-40B4-BE49-F238E27FC236}">
                <a16:creationId xmlns:a16="http://schemas.microsoft.com/office/drawing/2014/main" id="{1D45CDAA-375D-BD19-B884-9ED084097795}"/>
              </a:ext>
            </a:extLst>
          </p:cNvPr>
          <p:cNvSpPr>
            <a:spLocks noGrp="1"/>
          </p:cNvSpPr>
          <p:nvPr>
            <p:ph idx="1"/>
          </p:nvPr>
        </p:nvSpPr>
        <p:spPr>
          <a:xfrm>
            <a:off x="396000" y="2283997"/>
            <a:ext cx="4980115" cy="3888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8" name="Text Placeholder 9">
            <a:extLst>
              <a:ext uri="{FF2B5EF4-FFF2-40B4-BE49-F238E27FC236}">
                <a16:creationId xmlns:a16="http://schemas.microsoft.com/office/drawing/2014/main" id="{45F70175-1AB9-7D6A-94B4-E55235F52615}"/>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11" name="Slide Number Placeholder 5">
            <a:extLst>
              <a:ext uri="{FF2B5EF4-FFF2-40B4-BE49-F238E27FC236}">
                <a16:creationId xmlns:a16="http://schemas.microsoft.com/office/drawing/2014/main" id="{5F536E4F-A183-BB6E-BB41-34E7C19A53B3}"/>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16001913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4A453D"/>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1EFA698-22E5-D9E5-B095-F92E1CDDABB9}"/>
              </a:ext>
            </a:extLst>
          </p:cNvPr>
          <p:cNvPicPr>
            <a:picLocks noChangeAspect="1"/>
          </p:cNvPicPr>
          <p:nvPr userDrawn="1"/>
        </p:nvPicPr>
        <p:blipFill>
          <a:blip r:embed="rId2">
            <a:biLevel thresh="25000"/>
          </a:blip>
          <a:stretch>
            <a:fillRect/>
          </a:stretch>
        </p:blipFill>
        <p:spPr>
          <a:xfrm>
            <a:off x="347887" y="5916374"/>
            <a:ext cx="2142000" cy="616205"/>
          </a:xfrm>
          <a:prstGeom prst="rect">
            <a:avLst/>
          </a:prstGeom>
        </p:spPr>
      </p:pic>
      <p:pic>
        <p:nvPicPr>
          <p:cNvPr id="25" name="Picture 24" descr="A red lines on a black background&#10;&#10;AI-generated content may be incorrect.">
            <a:extLst>
              <a:ext uri="{FF2B5EF4-FFF2-40B4-BE49-F238E27FC236}">
                <a16:creationId xmlns:a16="http://schemas.microsoft.com/office/drawing/2014/main" id="{70D0F878-0A93-687D-9A80-E8E610A52C3C}"/>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2201171" y="2463375"/>
            <a:ext cx="9990829" cy="4394625"/>
          </a:xfrm>
          <a:prstGeom prst="rect">
            <a:avLst/>
          </a:prstGeom>
        </p:spPr>
      </p:pic>
      <p:sp>
        <p:nvSpPr>
          <p:cNvPr id="2" name="Text Placeholder 9">
            <a:extLst>
              <a:ext uri="{FF2B5EF4-FFF2-40B4-BE49-F238E27FC236}">
                <a16:creationId xmlns:a16="http://schemas.microsoft.com/office/drawing/2014/main" id="{56225B53-D25C-0535-3035-4CB2CDF904CA}"/>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chemeClr val="bg1"/>
                </a:solidFill>
              </a:defRPr>
            </a:lvl1pPr>
            <a:lvl2pPr marL="180000" indent="0">
              <a:buNone/>
              <a:defRPr/>
            </a:lvl2pPr>
          </a:lstStyle>
          <a:p>
            <a:pPr lvl="0"/>
            <a:r>
              <a:rPr lang="en-GB" dirty="0"/>
              <a:t>chapter title</a:t>
            </a:r>
          </a:p>
        </p:txBody>
      </p:sp>
    </p:spTree>
    <p:extLst>
      <p:ext uri="{BB962C8B-B14F-4D97-AF65-F5344CB8AC3E}">
        <p14:creationId xmlns:p14="http://schemas.microsoft.com/office/powerpoint/2010/main" val="2531396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rgbClr val="5F022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685BF-7079-58B0-9EFA-CA14228FE7D8}"/>
              </a:ext>
            </a:extLst>
          </p:cNvPr>
          <p:cNvSpPr>
            <a:spLocks noGrp="1"/>
          </p:cNvSpPr>
          <p:nvPr>
            <p:ph type="title" hasCustomPrompt="1"/>
          </p:nvPr>
        </p:nvSpPr>
        <p:spPr>
          <a:xfrm>
            <a:off x="392113" y="3233738"/>
            <a:ext cx="6840000" cy="2852737"/>
          </a:xfrm>
        </p:spPr>
        <p:txBody>
          <a:bodyPr anchor="b" anchorCtr="0"/>
          <a:lstStyle>
            <a:lvl1pPr>
              <a:lnSpc>
                <a:spcPct val="90000"/>
              </a:lnSpc>
              <a:defRPr sz="6000">
                <a:solidFill>
                  <a:schemeClr val="bg1"/>
                </a:solidFill>
                <a:latin typeface="Aptos Light" panose="020B0004020202020204" pitchFamily="34" charset="0"/>
              </a:defRPr>
            </a:lvl1pPr>
          </a:lstStyle>
          <a:p>
            <a:r>
              <a:rPr lang="en-GB" dirty="0"/>
              <a:t>Click to edit Master </a:t>
            </a:r>
            <a:br>
              <a:rPr lang="en-GB" dirty="0"/>
            </a:br>
            <a:r>
              <a:rPr lang="en-GB" dirty="0"/>
              <a:t>title style</a:t>
            </a:r>
          </a:p>
        </p:txBody>
      </p:sp>
      <p:sp>
        <p:nvSpPr>
          <p:cNvPr id="3" name="Text Placeholder 2">
            <a:extLst>
              <a:ext uri="{FF2B5EF4-FFF2-40B4-BE49-F238E27FC236}">
                <a16:creationId xmlns:a16="http://schemas.microsoft.com/office/drawing/2014/main" id="{2F3A1B7B-C9C3-85CD-7D9C-74137F60A122}"/>
              </a:ext>
            </a:extLst>
          </p:cNvPr>
          <p:cNvSpPr>
            <a:spLocks noGrp="1"/>
          </p:cNvSpPr>
          <p:nvPr>
            <p:ph type="body" idx="1"/>
          </p:nvPr>
        </p:nvSpPr>
        <p:spPr>
          <a:xfrm>
            <a:off x="392113" y="2361611"/>
            <a:ext cx="6840000" cy="688506"/>
          </a:xfrm>
        </p:spPr>
        <p:txBody>
          <a:bodyPr anchor="b" anchorCtr="0"/>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7BD0B3B8-1140-1279-516B-0C12E12DE3ED}"/>
              </a:ext>
            </a:extLst>
          </p:cNvPr>
          <p:cNvSpPr>
            <a:spLocks noGrp="1"/>
          </p:cNvSpPr>
          <p:nvPr>
            <p:ph type="ftr" sz="quarter" idx="11"/>
          </p:nvPr>
        </p:nvSpPr>
        <p:spPr/>
        <p:txBody>
          <a:bodyPr/>
          <a:lstStyle>
            <a:lvl1pPr>
              <a:defRPr>
                <a:solidFill>
                  <a:schemeClr val="bg1"/>
                </a:solidFill>
              </a:defRPr>
            </a:lvl1pPr>
          </a:lstStyle>
          <a:p>
            <a:r>
              <a:rPr lang="en-GB" dirty="0"/>
              <a:t>© Tech Mahindra Limited. All Rights Reserved</a:t>
            </a:r>
          </a:p>
        </p:txBody>
      </p:sp>
      <p:sp>
        <p:nvSpPr>
          <p:cNvPr id="9" name="Text Placeholder 9">
            <a:extLst>
              <a:ext uri="{FF2B5EF4-FFF2-40B4-BE49-F238E27FC236}">
                <a16:creationId xmlns:a16="http://schemas.microsoft.com/office/drawing/2014/main" id="{DA07F522-BE8B-4FDE-0FB2-86E9FF1F5B12}"/>
              </a:ext>
            </a:extLst>
          </p:cNvPr>
          <p:cNvSpPr>
            <a:spLocks noGrp="1"/>
          </p:cNvSpPr>
          <p:nvPr>
            <p:ph type="body" sz="quarter" idx="14" hasCustomPrompt="1"/>
          </p:nvPr>
        </p:nvSpPr>
        <p:spPr>
          <a:xfrm>
            <a:off x="9053803" y="1554209"/>
            <a:ext cx="2432746" cy="1226711"/>
          </a:xfrm>
        </p:spPr>
        <p:txBody>
          <a:bodyPr/>
          <a:lstStyle>
            <a:lvl1pPr marL="0" indent="0" algn="r">
              <a:buNone/>
              <a:defRPr sz="8000" cap="all" spc="100" baseline="0">
                <a:solidFill>
                  <a:schemeClr val="accent1"/>
                </a:solidFill>
              </a:defRPr>
            </a:lvl1pPr>
            <a:lvl2pPr marL="180000" indent="0">
              <a:buNone/>
              <a:defRPr/>
            </a:lvl2pPr>
          </a:lstStyle>
          <a:p>
            <a:pPr lvl="0"/>
            <a:r>
              <a:rPr lang="en-GB" dirty="0"/>
              <a:t>##</a:t>
            </a:r>
          </a:p>
        </p:txBody>
      </p:sp>
    </p:spTree>
    <p:extLst>
      <p:ext uri="{BB962C8B-B14F-4D97-AF65-F5344CB8AC3E}">
        <p14:creationId xmlns:p14="http://schemas.microsoft.com/office/powerpoint/2010/main" val="14557900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Section Header [1]">
    <p:bg>
      <p:bgPr>
        <a:solidFill>
          <a:srgbClr val="4A453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685BF-7079-58B0-9EFA-CA14228FE7D8}"/>
              </a:ext>
            </a:extLst>
          </p:cNvPr>
          <p:cNvSpPr>
            <a:spLocks noGrp="1"/>
          </p:cNvSpPr>
          <p:nvPr>
            <p:ph type="title" hasCustomPrompt="1"/>
          </p:nvPr>
        </p:nvSpPr>
        <p:spPr>
          <a:xfrm>
            <a:off x="392113" y="3233738"/>
            <a:ext cx="6840000" cy="2852737"/>
          </a:xfrm>
        </p:spPr>
        <p:txBody>
          <a:bodyPr anchor="b" anchorCtr="0"/>
          <a:lstStyle>
            <a:lvl1pPr>
              <a:lnSpc>
                <a:spcPct val="90000"/>
              </a:lnSpc>
              <a:defRPr sz="6000">
                <a:solidFill>
                  <a:schemeClr val="bg1"/>
                </a:solidFill>
                <a:latin typeface="Aptos Light" panose="020B0004020202020204" pitchFamily="34" charset="0"/>
              </a:defRPr>
            </a:lvl1pPr>
          </a:lstStyle>
          <a:p>
            <a:r>
              <a:rPr lang="en-GB" dirty="0"/>
              <a:t>Click to edit Master </a:t>
            </a:r>
            <a:br>
              <a:rPr lang="en-GB" dirty="0"/>
            </a:br>
            <a:r>
              <a:rPr lang="en-GB" dirty="0"/>
              <a:t>title style</a:t>
            </a:r>
          </a:p>
        </p:txBody>
      </p:sp>
      <p:sp>
        <p:nvSpPr>
          <p:cNvPr id="3" name="Text Placeholder 2">
            <a:extLst>
              <a:ext uri="{FF2B5EF4-FFF2-40B4-BE49-F238E27FC236}">
                <a16:creationId xmlns:a16="http://schemas.microsoft.com/office/drawing/2014/main" id="{2F3A1B7B-C9C3-85CD-7D9C-74137F60A122}"/>
              </a:ext>
            </a:extLst>
          </p:cNvPr>
          <p:cNvSpPr>
            <a:spLocks noGrp="1"/>
          </p:cNvSpPr>
          <p:nvPr>
            <p:ph type="body" idx="1"/>
          </p:nvPr>
        </p:nvSpPr>
        <p:spPr>
          <a:xfrm>
            <a:off x="392113" y="2361611"/>
            <a:ext cx="6840000" cy="688506"/>
          </a:xfrm>
        </p:spPr>
        <p:txBody>
          <a:bodyPr anchor="b" anchorCtr="0"/>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7BD0B3B8-1140-1279-516B-0C12E12DE3ED}"/>
              </a:ext>
            </a:extLst>
          </p:cNvPr>
          <p:cNvSpPr>
            <a:spLocks noGrp="1"/>
          </p:cNvSpPr>
          <p:nvPr>
            <p:ph type="ftr" sz="quarter" idx="11"/>
          </p:nvPr>
        </p:nvSpPr>
        <p:spPr/>
        <p:txBody>
          <a:bodyPr/>
          <a:lstStyle>
            <a:lvl1pPr>
              <a:defRPr>
                <a:solidFill>
                  <a:schemeClr val="bg1"/>
                </a:solidFill>
              </a:defRPr>
            </a:lvl1pPr>
          </a:lstStyle>
          <a:p>
            <a:r>
              <a:rPr lang="en-GB" dirty="0"/>
              <a:t>© Tech Mahindra Limited. All Rights Reserved</a:t>
            </a:r>
          </a:p>
        </p:txBody>
      </p:sp>
      <p:sp>
        <p:nvSpPr>
          <p:cNvPr id="9" name="Text Placeholder 9">
            <a:extLst>
              <a:ext uri="{FF2B5EF4-FFF2-40B4-BE49-F238E27FC236}">
                <a16:creationId xmlns:a16="http://schemas.microsoft.com/office/drawing/2014/main" id="{DA07F522-BE8B-4FDE-0FB2-86E9FF1F5B12}"/>
              </a:ext>
            </a:extLst>
          </p:cNvPr>
          <p:cNvSpPr>
            <a:spLocks noGrp="1"/>
          </p:cNvSpPr>
          <p:nvPr>
            <p:ph type="body" sz="quarter" idx="14" hasCustomPrompt="1"/>
          </p:nvPr>
        </p:nvSpPr>
        <p:spPr>
          <a:xfrm>
            <a:off x="9053803" y="1554209"/>
            <a:ext cx="2432746" cy="1226711"/>
          </a:xfrm>
        </p:spPr>
        <p:txBody>
          <a:bodyPr/>
          <a:lstStyle>
            <a:lvl1pPr marL="0" indent="0" algn="r">
              <a:buNone/>
              <a:defRPr sz="8000" cap="all" spc="100" baseline="0">
                <a:solidFill>
                  <a:schemeClr val="accent1"/>
                </a:solidFill>
              </a:defRPr>
            </a:lvl1pPr>
            <a:lvl2pPr marL="180000" indent="0">
              <a:buNone/>
              <a:defRPr/>
            </a:lvl2pPr>
          </a:lstStyle>
          <a:p>
            <a:pPr lvl="0"/>
            <a:r>
              <a:rPr lang="en-GB" dirty="0"/>
              <a:t>##</a:t>
            </a:r>
          </a:p>
        </p:txBody>
      </p:sp>
    </p:spTree>
    <p:extLst>
      <p:ext uri="{BB962C8B-B14F-4D97-AF65-F5344CB8AC3E}">
        <p14:creationId xmlns:p14="http://schemas.microsoft.com/office/powerpoint/2010/main" val="28477300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4]">
    <p:bg>
      <p:bgPr>
        <a:solidFill>
          <a:schemeClr val="bg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A99607F-BD96-78B1-4F8B-930B1B22D5CF}"/>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a:ext>
            </a:extLst>
          </a:blip>
          <a:srcRect/>
          <a:stretch>
            <a:fillRect/>
          </a:stretch>
        </p:blipFill>
        <p:spPr>
          <a:xfrm>
            <a:off x="-11641" y="0"/>
            <a:ext cx="12205511" cy="6858000"/>
          </a:xfrm>
          <a:prstGeom prst="rect">
            <a:avLst/>
          </a:prstGeom>
        </p:spPr>
      </p:pic>
      <p:pic>
        <p:nvPicPr>
          <p:cNvPr id="11" name="Picture 10" descr="A red lines on a black background&#10;&#10;AI-generated content may be incorrect.">
            <a:extLst>
              <a:ext uri="{FF2B5EF4-FFF2-40B4-BE49-F238E27FC236}">
                <a16:creationId xmlns:a16="http://schemas.microsoft.com/office/drawing/2014/main" id="{2FAD2369-32A4-1FB1-D0ED-BB09EB877BFD}"/>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a:xfrm>
            <a:off x="2172878" y="3131439"/>
            <a:ext cx="10019122" cy="3726561"/>
          </a:xfrm>
          <a:prstGeom prst="rect">
            <a:avLst/>
          </a:prstGeom>
        </p:spPr>
      </p:pic>
      <p:sp>
        <p:nvSpPr>
          <p:cNvPr id="8" name="Title 1">
            <a:extLst>
              <a:ext uri="{FF2B5EF4-FFF2-40B4-BE49-F238E27FC236}">
                <a16:creationId xmlns:a16="http://schemas.microsoft.com/office/drawing/2014/main" id="{CADBEDA3-194E-8523-DFCA-3EF2192CCFCC}"/>
              </a:ext>
            </a:extLst>
          </p:cNvPr>
          <p:cNvSpPr>
            <a:spLocks noGrp="1"/>
          </p:cNvSpPr>
          <p:nvPr>
            <p:ph type="title" hasCustomPrompt="1"/>
          </p:nvPr>
        </p:nvSpPr>
        <p:spPr>
          <a:xfrm>
            <a:off x="392113" y="3233738"/>
            <a:ext cx="6840000" cy="2852737"/>
          </a:xfrm>
        </p:spPr>
        <p:txBody>
          <a:bodyPr anchor="b" anchorCtr="0"/>
          <a:lstStyle>
            <a:lvl1pPr>
              <a:lnSpc>
                <a:spcPct val="90000"/>
              </a:lnSpc>
              <a:defRPr sz="6000">
                <a:solidFill>
                  <a:schemeClr val="bg1"/>
                </a:solidFill>
                <a:latin typeface="Aptos Light" panose="020B0004020202020204" pitchFamily="34" charset="0"/>
              </a:defRPr>
            </a:lvl1pPr>
          </a:lstStyle>
          <a:p>
            <a:r>
              <a:rPr lang="en-GB" dirty="0"/>
              <a:t>Click to edit Master </a:t>
            </a:r>
            <a:br>
              <a:rPr lang="en-GB" dirty="0"/>
            </a:br>
            <a:r>
              <a:rPr lang="en-GB" dirty="0"/>
              <a:t>title style</a:t>
            </a:r>
          </a:p>
        </p:txBody>
      </p:sp>
      <p:sp>
        <p:nvSpPr>
          <p:cNvPr id="9" name="Text Placeholder 2">
            <a:extLst>
              <a:ext uri="{FF2B5EF4-FFF2-40B4-BE49-F238E27FC236}">
                <a16:creationId xmlns:a16="http://schemas.microsoft.com/office/drawing/2014/main" id="{5C3EBF93-9B3D-D5D6-F86C-827206E34504}"/>
              </a:ext>
            </a:extLst>
          </p:cNvPr>
          <p:cNvSpPr>
            <a:spLocks noGrp="1"/>
          </p:cNvSpPr>
          <p:nvPr>
            <p:ph type="body" idx="1"/>
          </p:nvPr>
        </p:nvSpPr>
        <p:spPr>
          <a:xfrm>
            <a:off x="392113" y="2361611"/>
            <a:ext cx="6840000" cy="688506"/>
          </a:xfrm>
        </p:spPr>
        <p:txBody>
          <a:bodyPr anchor="b" anchorCtr="0"/>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2" name="Footer Placeholder 4">
            <a:extLst>
              <a:ext uri="{FF2B5EF4-FFF2-40B4-BE49-F238E27FC236}">
                <a16:creationId xmlns:a16="http://schemas.microsoft.com/office/drawing/2014/main" id="{8633FBA4-24E6-69D1-6038-4D86D19E9BBC}"/>
              </a:ext>
            </a:extLst>
          </p:cNvPr>
          <p:cNvSpPr>
            <a:spLocks noGrp="1"/>
          </p:cNvSpPr>
          <p:nvPr>
            <p:ph type="ftr" sz="quarter" idx="11"/>
          </p:nvPr>
        </p:nvSpPr>
        <p:spPr>
          <a:xfrm>
            <a:off x="394874" y="6464000"/>
            <a:ext cx="3600000" cy="180000"/>
          </a:xfrm>
        </p:spPr>
        <p:txBody>
          <a:bodyPr/>
          <a:lstStyle>
            <a:lvl1pPr>
              <a:defRPr>
                <a:solidFill>
                  <a:schemeClr val="bg1"/>
                </a:solidFill>
              </a:defRPr>
            </a:lvl1pPr>
          </a:lstStyle>
          <a:p>
            <a:r>
              <a:rPr lang="en-GB" dirty="0"/>
              <a:t>© Tech Mahindra Limited. All Rights Reserved</a:t>
            </a:r>
          </a:p>
        </p:txBody>
      </p:sp>
      <p:sp>
        <p:nvSpPr>
          <p:cNvPr id="13" name="Text Placeholder 9">
            <a:extLst>
              <a:ext uri="{FF2B5EF4-FFF2-40B4-BE49-F238E27FC236}">
                <a16:creationId xmlns:a16="http://schemas.microsoft.com/office/drawing/2014/main" id="{D71D6873-6E5E-56EE-BD89-027BC63710A8}"/>
              </a:ext>
            </a:extLst>
          </p:cNvPr>
          <p:cNvSpPr>
            <a:spLocks noGrp="1"/>
          </p:cNvSpPr>
          <p:nvPr>
            <p:ph type="body" sz="quarter" idx="14" hasCustomPrompt="1"/>
          </p:nvPr>
        </p:nvSpPr>
        <p:spPr>
          <a:xfrm>
            <a:off x="9053803" y="1554209"/>
            <a:ext cx="2432746" cy="1226711"/>
          </a:xfrm>
        </p:spPr>
        <p:txBody>
          <a:bodyPr vert="horz" lIns="0" tIns="0" rIns="0" bIns="0" rtlCol="0" anchor="t" anchorCtr="0">
            <a:noAutofit/>
          </a:bodyPr>
          <a:lstStyle>
            <a:lvl1pPr>
              <a:defRPr lang="en-GB" sz="8000" cap="all" spc="100" baseline="0" dirty="0">
                <a:solidFill>
                  <a:schemeClr val="accent1"/>
                </a:solidFill>
              </a:defRPr>
            </a:lvl1pPr>
          </a:lstStyle>
          <a:p>
            <a:pPr marL="0" lvl="0" indent="0" algn="r">
              <a:buNone/>
            </a:pPr>
            <a:r>
              <a:rPr lang="en-GB" dirty="0"/>
              <a:t>##</a:t>
            </a:r>
          </a:p>
        </p:txBody>
      </p:sp>
      <p:pic>
        <p:nvPicPr>
          <p:cNvPr id="2" name="Picture 1">
            <a:extLst>
              <a:ext uri="{FF2B5EF4-FFF2-40B4-BE49-F238E27FC236}">
                <a16:creationId xmlns:a16="http://schemas.microsoft.com/office/drawing/2014/main" id="{361A92E5-1342-33F4-E3A9-4EA65D971604}"/>
              </a:ext>
            </a:extLst>
          </p:cNvPr>
          <p:cNvPicPr>
            <a:picLocks noChangeAspect="1"/>
          </p:cNvPicPr>
          <p:nvPr userDrawn="1"/>
        </p:nvPicPr>
        <p:blipFill>
          <a:blip r:embed="rId5"/>
          <a:stretch>
            <a:fillRect/>
          </a:stretch>
        </p:blipFill>
        <p:spPr>
          <a:xfrm>
            <a:off x="11608402" y="214001"/>
            <a:ext cx="326890" cy="354960"/>
          </a:xfrm>
          <a:prstGeom prst="rect">
            <a:avLst/>
          </a:prstGeom>
        </p:spPr>
      </p:pic>
      <p:sp>
        <p:nvSpPr>
          <p:cNvPr id="3" name="Date Placeholder 3">
            <a:extLst>
              <a:ext uri="{FF2B5EF4-FFF2-40B4-BE49-F238E27FC236}">
                <a16:creationId xmlns:a16="http://schemas.microsoft.com/office/drawing/2014/main" id="{E65B9FEA-E464-668E-6A19-2FD3BE3BBE29}"/>
              </a:ext>
            </a:extLst>
          </p:cNvPr>
          <p:cNvSpPr>
            <a:spLocks noGrp="1"/>
          </p:cNvSpPr>
          <p:nvPr>
            <p:ph type="dt" sz="half" idx="2"/>
          </p:nvPr>
        </p:nvSpPr>
        <p:spPr>
          <a:xfrm>
            <a:off x="9813416" y="6574362"/>
            <a:ext cx="1440000" cy="180000"/>
          </a:xfrm>
          <a:prstGeom prst="rect">
            <a:avLst/>
          </a:prstGeom>
        </p:spPr>
        <p:txBody>
          <a:bodyPr vert="horz" lIns="0" tIns="0" rIns="0" bIns="0" rtlCol="0" anchor="t" anchorCtr="0">
            <a:noAutofit/>
          </a:bodyPr>
          <a:lstStyle>
            <a:lvl1pPr algn="r">
              <a:defRPr sz="1000">
                <a:solidFill>
                  <a:schemeClr val="bg1"/>
                </a:solidFill>
              </a:defRPr>
            </a:lvl1pPr>
          </a:lstStyle>
          <a:p>
            <a:fld id="{C16EAD4A-FC60-4A03-BB66-262F1A171597}" type="datetime1">
              <a:rPr lang="en-GB" smtClean="0"/>
              <a:pPr/>
              <a:t>25/03/2026</a:t>
            </a:fld>
            <a:endParaRPr lang="en-GB" dirty="0"/>
          </a:p>
        </p:txBody>
      </p:sp>
      <p:sp>
        <p:nvSpPr>
          <p:cNvPr id="5" name="Slide Number Placeholder 5">
            <a:extLst>
              <a:ext uri="{FF2B5EF4-FFF2-40B4-BE49-F238E27FC236}">
                <a16:creationId xmlns:a16="http://schemas.microsoft.com/office/drawing/2014/main" id="{71DCCA42-026E-4B4D-D6C4-CBC7B89D6EBD}"/>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chemeClr val="bg1"/>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28310276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Section Header [1]">
    <p:bg>
      <p:bgPr>
        <a:solidFill>
          <a:srgbClr val="FFB3AB"/>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54034EB-2288-11DE-A818-3F72CAE8667C}"/>
              </a:ext>
            </a:extLst>
          </p:cNvPr>
          <p:cNvPicPr>
            <a:picLocks noChangeAspect="1"/>
          </p:cNvPicPr>
          <p:nvPr userDrawn="1"/>
        </p:nvPicPr>
        <p:blipFill>
          <a:blip r:embed="rId2"/>
          <a:srcRect l="12919" t="11199" r="19714" b="3853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1F685BF-7079-58B0-9EFA-CA14228FE7D8}"/>
              </a:ext>
            </a:extLst>
          </p:cNvPr>
          <p:cNvSpPr>
            <a:spLocks noGrp="1"/>
          </p:cNvSpPr>
          <p:nvPr>
            <p:ph type="title" hasCustomPrompt="1"/>
          </p:nvPr>
        </p:nvSpPr>
        <p:spPr>
          <a:xfrm>
            <a:off x="392113" y="3233738"/>
            <a:ext cx="6840000" cy="2852737"/>
          </a:xfrm>
        </p:spPr>
        <p:txBody>
          <a:bodyPr anchor="b" anchorCtr="0"/>
          <a:lstStyle>
            <a:lvl1pPr>
              <a:lnSpc>
                <a:spcPct val="90000"/>
              </a:lnSpc>
              <a:defRPr sz="6000">
                <a:solidFill>
                  <a:schemeClr val="tx1"/>
                </a:solidFill>
                <a:latin typeface="Aptos Light" panose="020B0004020202020204" pitchFamily="34" charset="0"/>
              </a:defRPr>
            </a:lvl1pPr>
          </a:lstStyle>
          <a:p>
            <a:r>
              <a:rPr lang="en-GB" dirty="0"/>
              <a:t>Click to edit Master </a:t>
            </a:r>
            <a:br>
              <a:rPr lang="en-GB" dirty="0"/>
            </a:br>
            <a:r>
              <a:rPr lang="en-GB" dirty="0"/>
              <a:t>title style</a:t>
            </a:r>
          </a:p>
        </p:txBody>
      </p:sp>
      <p:sp>
        <p:nvSpPr>
          <p:cNvPr id="3" name="Text Placeholder 2">
            <a:extLst>
              <a:ext uri="{FF2B5EF4-FFF2-40B4-BE49-F238E27FC236}">
                <a16:creationId xmlns:a16="http://schemas.microsoft.com/office/drawing/2014/main" id="{2F3A1B7B-C9C3-85CD-7D9C-74137F60A122}"/>
              </a:ext>
            </a:extLst>
          </p:cNvPr>
          <p:cNvSpPr>
            <a:spLocks noGrp="1"/>
          </p:cNvSpPr>
          <p:nvPr>
            <p:ph type="body" idx="1"/>
          </p:nvPr>
        </p:nvSpPr>
        <p:spPr>
          <a:xfrm>
            <a:off x="392113" y="2361611"/>
            <a:ext cx="6840000" cy="688506"/>
          </a:xfrm>
        </p:spPr>
        <p:txBody>
          <a:bodyPr anchor="b" anchorCtr="0"/>
          <a:lstStyle>
            <a:lvl1pPr marL="0" indent="0">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7BD0B3B8-1140-1279-516B-0C12E12DE3ED}"/>
              </a:ext>
            </a:extLst>
          </p:cNvPr>
          <p:cNvSpPr>
            <a:spLocks noGrp="1"/>
          </p:cNvSpPr>
          <p:nvPr>
            <p:ph type="ftr" sz="quarter" idx="11"/>
          </p:nvPr>
        </p:nvSpPr>
        <p:spPr/>
        <p:txBody>
          <a:bodyPr/>
          <a:lstStyle>
            <a:lvl1pPr>
              <a:defRPr>
                <a:solidFill>
                  <a:srgbClr val="4A453D"/>
                </a:solidFill>
              </a:defRPr>
            </a:lvl1pPr>
          </a:lstStyle>
          <a:p>
            <a:r>
              <a:rPr lang="en-GB"/>
              <a:t>© Tech Mahindra Limited. All Rights Reserved</a:t>
            </a:r>
            <a:endParaRPr lang="en-GB" dirty="0"/>
          </a:p>
        </p:txBody>
      </p:sp>
      <p:sp>
        <p:nvSpPr>
          <p:cNvPr id="9" name="Text Placeholder 9">
            <a:extLst>
              <a:ext uri="{FF2B5EF4-FFF2-40B4-BE49-F238E27FC236}">
                <a16:creationId xmlns:a16="http://schemas.microsoft.com/office/drawing/2014/main" id="{DA07F522-BE8B-4FDE-0FB2-86E9FF1F5B12}"/>
              </a:ext>
            </a:extLst>
          </p:cNvPr>
          <p:cNvSpPr>
            <a:spLocks noGrp="1"/>
          </p:cNvSpPr>
          <p:nvPr>
            <p:ph type="body" sz="quarter" idx="14" hasCustomPrompt="1"/>
          </p:nvPr>
        </p:nvSpPr>
        <p:spPr>
          <a:xfrm>
            <a:off x="9053803" y="1554209"/>
            <a:ext cx="2432746" cy="1226711"/>
          </a:xfrm>
        </p:spPr>
        <p:txBody>
          <a:bodyPr/>
          <a:lstStyle>
            <a:lvl1pPr marL="0" indent="0" algn="r">
              <a:buNone/>
              <a:defRPr sz="8000" cap="all" spc="100" baseline="0">
                <a:solidFill>
                  <a:srgbClr val="E31837"/>
                </a:solidFill>
              </a:defRPr>
            </a:lvl1pPr>
            <a:lvl2pPr marL="180000" indent="0">
              <a:buNone/>
              <a:defRPr/>
            </a:lvl2pPr>
          </a:lstStyle>
          <a:p>
            <a:pPr lvl="0"/>
            <a:r>
              <a:rPr lang="en-GB" dirty="0"/>
              <a:t>##</a:t>
            </a:r>
          </a:p>
        </p:txBody>
      </p:sp>
    </p:spTree>
    <p:extLst>
      <p:ext uri="{BB962C8B-B14F-4D97-AF65-F5344CB8AC3E}">
        <p14:creationId xmlns:p14="http://schemas.microsoft.com/office/powerpoint/2010/main" val="14244819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lide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EC69ED6-92FC-2A01-3859-C40CE5A61086}"/>
              </a:ext>
            </a:extLst>
          </p:cNvPr>
          <p:cNvSpPr>
            <a:spLocks noGrp="1"/>
          </p:cNvSpPr>
          <p:nvPr>
            <p:ph type="title" hasCustomPrompt="1"/>
          </p:nvPr>
        </p:nvSpPr>
        <p:spPr>
          <a:xfrm>
            <a:off x="392113" y="3233738"/>
            <a:ext cx="6840000" cy="2852737"/>
          </a:xfrm>
        </p:spPr>
        <p:txBody>
          <a:bodyPr anchor="b" anchorCtr="0"/>
          <a:lstStyle>
            <a:lvl1pPr>
              <a:lnSpc>
                <a:spcPct val="90000"/>
              </a:lnSpc>
              <a:defRPr sz="6000">
                <a:solidFill>
                  <a:schemeClr val="bg1"/>
                </a:solidFill>
                <a:latin typeface="Aptos Light" panose="020B0004020202020204" pitchFamily="34" charset="0"/>
              </a:defRPr>
            </a:lvl1pPr>
          </a:lstStyle>
          <a:p>
            <a:r>
              <a:rPr lang="en-GB" dirty="0"/>
              <a:t>Click to edit Master </a:t>
            </a:r>
            <a:br>
              <a:rPr lang="en-GB" dirty="0"/>
            </a:br>
            <a:r>
              <a:rPr lang="en-GB" dirty="0"/>
              <a:t>title style</a:t>
            </a:r>
          </a:p>
        </p:txBody>
      </p:sp>
      <p:sp>
        <p:nvSpPr>
          <p:cNvPr id="11" name="Text Placeholder 2">
            <a:extLst>
              <a:ext uri="{FF2B5EF4-FFF2-40B4-BE49-F238E27FC236}">
                <a16:creationId xmlns:a16="http://schemas.microsoft.com/office/drawing/2014/main" id="{8D4F7506-BDED-5548-8A22-5FA93FEAF411}"/>
              </a:ext>
            </a:extLst>
          </p:cNvPr>
          <p:cNvSpPr>
            <a:spLocks noGrp="1"/>
          </p:cNvSpPr>
          <p:nvPr>
            <p:ph type="body" idx="1"/>
          </p:nvPr>
        </p:nvSpPr>
        <p:spPr>
          <a:xfrm>
            <a:off x="392113" y="2361611"/>
            <a:ext cx="6840000" cy="688506"/>
          </a:xfrm>
        </p:spPr>
        <p:txBody>
          <a:bodyPr anchor="b" anchorCtr="0"/>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2" name="Footer Placeholder 4">
            <a:extLst>
              <a:ext uri="{FF2B5EF4-FFF2-40B4-BE49-F238E27FC236}">
                <a16:creationId xmlns:a16="http://schemas.microsoft.com/office/drawing/2014/main" id="{44108FF1-8DC1-436D-2DD6-C80E95D836F3}"/>
              </a:ext>
            </a:extLst>
          </p:cNvPr>
          <p:cNvSpPr>
            <a:spLocks noGrp="1"/>
          </p:cNvSpPr>
          <p:nvPr>
            <p:ph type="ftr" sz="quarter" idx="11"/>
          </p:nvPr>
        </p:nvSpPr>
        <p:spPr>
          <a:xfrm>
            <a:off x="394874" y="6464000"/>
            <a:ext cx="3600000" cy="180000"/>
          </a:xfrm>
        </p:spPr>
        <p:txBody>
          <a:bodyPr/>
          <a:lstStyle>
            <a:lvl1pPr>
              <a:defRPr>
                <a:solidFill>
                  <a:srgbClr val="E6DFDD"/>
                </a:solidFill>
              </a:defRPr>
            </a:lvl1pPr>
          </a:lstStyle>
          <a:p>
            <a:r>
              <a:rPr lang="en-GB"/>
              <a:t>© Tech Mahindra Limited. All Rights Reserved</a:t>
            </a:r>
            <a:endParaRPr lang="en-GB" dirty="0"/>
          </a:p>
        </p:txBody>
      </p:sp>
      <p:sp>
        <p:nvSpPr>
          <p:cNvPr id="13" name="Text Placeholder 9">
            <a:extLst>
              <a:ext uri="{FF2B5EF4-FFF2-40B4-BE49-F238E27FC236}">
                <a16:creationId xmlns:a16="http://schemas.microsoft.com/office/drawing/2014/main" id="{9297D811-6619-FB24-F4D9-7F51E015917A}"/>
              </a:ext>
            </a:extLst>
          </p:cNvPr>
          <p:cNvSpPr>
            <a:spLocks noGrp="1"/>
          </p:cNvSpPr>
          <p:nvPr>
            <p:ph type="body" sz="quarter" idx="14" hasCustomPrompt="1"/>
          </p:nvPr>
        </p:nvSpPr>
        <p:spPr>
          <a:xfrm>
            <a:off x="9053803" y="1554209"/>
            <a:ext cx="2432746" cy="1226711"/>
          </a:xfrm>
        </p:spPr>
        <p:txBody>
          <a:bodyPr vert="horz" lIns="0" tIns="0" rIns="0" bIns="0" rtlCol="0" anchor="t" anchorCtr="0">
            <a:noAutofit/>
          </a:bodyPr>
          <a:lstStyle>
            <a:lvl1pPr>
              <a:defRPr lang="en-GB" sz="8000" cap="all" spc="100" baseline="0" dirty="0">
                <a:solidFill>
                  <a:srgbClr val="E31837"/>
                </a:solidFill>
              </a:defRPr>
            </a:lvl1pPr>
          </a:lstStyle>
          <a:p>
            <a:pPr marL="0" lvl="0" indent="0" algn="r">
              <a:buNone/>
            </a:pPr>
            <a:r>
              <a:rPr lang="en-GB" dirty="0"/>
              <a:t>##</a:t>
            </a:r>
          </a:p>
        </p:txBody>
      </p:sp>
    </p:spTree>
    <p:extLst>
      <p:ext uri="{BB962C8B-B14F-4D97-AF65-F5344CB8AC3E}">
        <p14:creationId xmlns:p14="http://schemas.microsoft.com/office/powerpoint/2010/main" val="33208876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ta Background [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82474C-AC83-B889-A7E7-4DEA172B5ADD}"/>
              </a:ext>
            </a:extLst>
          </p:cNvPr>
          <p:cNvSpPr>
            <a:spLocks noGrp="1"/>
          </p:cNvSpPr>
          <p:nvPr>
            <p:ph type="ftr" sz="quarter" idx="11"/>
          </p:nvPr>
        </p:nvSpPr>
        <p:spPr/>
        <p:txBody>
          <a:bodyPr/>
          <a:lstStyle>
            <a:lvl1pPr>
              <a:defRPr>
                <a:solidFill>
                  <a:schemeClr val="bg1"/>
                </a:solidFill>
              </a:defRPr>
            </a:lvl1pPr>
          </a:lstStyle>
          <a:p>
            <a:r>
              <a:rPr lang="en-GB" dirty="0"/>
              <a:t>© Tech Mahindra Limited. All Rights Reserved</a:t>
            </a:r>
          </a:p>
        </p:txBody>
      </p:sp>
      <p:sp>
        <p:nvSpPr>
          <p:cNvPr id="4" name="Slide Number Placeholder 3">
            <a:extLst>
              <a:ext uri="{FF2B5EF4-FFF2-40B4-BE49-F238E27FC236}">
                <a16:creationId xmlns:a16="http://schemas.microsoft.com/office/drawing/2014/main" id="{B8C31D4A-17DD-457E-8A92-2E7433B04AB6}"/>
              </a:ext>
            </a:extLst>
          </p:cNvPr>
          <p:cNvSpPr>
            <a:spLocks noGrp="1"/>
          </p:cNvSpPr>
          <p:nvPr>
            <p:ph type="sldNum" sz="quarter" idx="12"/>
          </p:nvPr>
        </p:nvSpPr>
        <p:spPr/>
        <p:txBody>
          <a:bodyPr/>
          <a:lstStyle>
            <a:lvl1pPr>
              <a:defRPr>
                <a:solidFill>
                  <a:schemeClr val="bg1"/>
                </a:solidFill>
              </a:defRPr>
            </a:lvl1pPr>
          </a:lstStyle>
          <a:p>
            <a:fld id="{2D5117C1-7BFB-400E-A14B-8E2312996B92}" type="slidenum">
              <a:rPr lang="en-GB" smtClean="0"/>
              <a:pPr/>
              <a:t>‹#›</a:t>
            </a:fld>
            <a:endParaRPr lang="en-GB" dirty="0"/>
          </a:p>
        </p:txBody>
      </p:sp>
      <p:sp>
        <p:nvSpPr>
          <p:cNvPr id="6" name="Text Placeholder 9">
            <a:extLst>
              <a:ext uri="{FF2B5EF4-FFF2-40B4-BE49-F238E27FC236}">
                <a16:creationId xmlns:a16="http://schemas.microsoft.com/office/drawing/2014/main" id="{102EA703-B141-4DA4-26B5-5849D819BC7A}"/>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chemeClr val="bg1"/>
                </a:solidFill>
              </a:defRPr>
            </a:lvl1pPr>
            <a:lvl2pPr marL="180000" indent="0">
              <a:buNone/>
              <a:defRPr/>
            </a:lvl2pPr>
          </a:lstStyle>
          <a:p>
            <a:pPr lvl="0"/>
            <a:r>
              <a:rPr lang="en-GB" dirty="0"/>
              <a:t>chapter title</a:t>
            </a:r>
          </a:p>
        </p:txBody>
      </p:sp>
    </p:spTree>
    <p:extLst>
      <p:ext uri="{BB962C8B-B14F-4D97-AF65-F5344CB8AC3E}">
        <p14:creationId xmlns:p14="http://schemas.microsoft.com/office/powerpoint/2010/main" val="13192894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ta Background [2]">
    <p:bg>
      <p:bgPr>
        <a:solidFill>
          <a:srgbClr val="F6F2EA"/>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82474C-AC83-B889-A7E7-4DEA172B5ADD}"/>
              </a:ext>
            </a:extLst>
          </p:cNvPr>
          <p:cNvSpPr>
            <a:spLocks noGrp="1"/>
          </p:cNvSpPr>
          <p:nvPr>
            <p:ph type="ftr" sz="quarter" idx="11"/>
          </p:nvPr>
        </p:nvSpPr>
        <p:spPr/>
        <p:txBody>
          <a:bodyPr/>
          <a:lstStyle>
            <a:lvl1pPr>
              <a:defRPr>
                <a:solidFill>
                  <a:srgbClr val="29251D"/>
                </a:solidFill>
              </a:defRPr>
            </a:lvl1pPr>
          </a:lstStyle>
          <a:p>
            <a:r>
              <a:rPr lang="en-GB" dirty="0"/>
              <a:t>© Tech Mahindra Limited. All Rights Reserved</a:t>
            </a:r>
          </a:p>
        </p:txBody>
      </p:sp>
      <p:sp>
        <p:nvSpPr>
          <p:cNvPr id="7" name="Title 1">
            <a:extLst>
              <a:ext uri="{FF2B5EF4-FFF2-40B4-BE49-F238E27FC236}">
                <a16:creationId xmlns:a16="http://schemas.microsoft.com/office/drawing/2014/main" id="{03857BF5-B6DC-F6CC-C595-A9657F432B44}"/>
              </a:ext>
            </a:extLst>
          </p:cNvPr>
          <p:cNvSpPr>
            <a:spLocks noGrp="1"/>
          </p:cNvSpPr>
          <p:nvPr>
            <p:ph type="title"/>
          </p:nvPr>
        </p:nvSpPr>
        <p:spPr>
          <a:xfrm>
            <a:off x="395926" y="872491"/>
            <a:ext cx="11401200" cy="1080000"/>
          </a:xfrm>
        </p:spPr>
        <p:txBody>
          <a:bodyPr/>
          <a:lstStyle>
            <a:lvl1pPr>
              <a:defRPr sz="4000">
                <a:latin typeface="Aptos Light" panose="020B0004020202020204" pitchFamily="34" charset="0"/>
              </a:defRPr>
            </a:lvl1pPr>
          </a:lstStyle>
          <a:p>
            <a:r>
              <a:rPr lang="en-US"/>
              <a:t>Click to edit Master title style</a:t>
            </a:r>
            <a:endParaRPr lang="en-GB" dirty="0"/>
          </a:p>
        </p:txBody>
      </p:sp>
      <p:sp>
        <p:nvSpPr>
          <p:cNvPr id="6" name="Text Placeholder 9">
            <a:extLst>
              <a:ext uri="{FF2B5EF4-FFF2-40B4-BE49-F238E27FC236}">
                <a16:creationId xmlns:a16="http://schemas.microsoft.com/office/drawing/2014/main" id="{7C47A9A2-1D25-E7F2-67FF-7F6FABC86BDD}"/>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8" name="Slide Number Placeholder 5">
            <a:extLst>
              <a:ext uri="{FF2B5EF4-FFF2-40B4-BE49-F238E27FC236}">
                <a16:creationId xmlns:a16="http://schemas.microsoft.com/office/drawing/2014/main" id="{5974B089-DD10-FBD9-8E3A-DB289E8F5C8E}"/>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6846258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82474C-AC83-B889-A7E7-4DEA172B5ADD}"/>
              </a:ext>
            </a:extLst>
          </p:cNvPr>
          <p:cNvSpPr>
            <a:spLocks noGrp="1"/>
          </p:cNvSpPr>
          <p:nvPr>
            <p:ph type="ftr" sz="quarter" idx="11"/>
          </p:nvPr>
        </p:nvSpPr>
        <p:spPr/>
        <p:txBody>
          <a:bodyPr/>
          <a:lstStyle/>
          <a:p>
            <a:r>
              <a:rPr lang="en-GB" dirty="0"/>
              <a:t>© Tech Mahindra Limited. All Rights Reserved</a:t>
            </a:r>
          </a:p>
        </p:txBody>
      </p:sp>
      <p:sp>
        <p:nvSpPr>
          <p:cNvPr id="10" name="Table Placeholder 9">
            <a:extLst>
              <a:ext uri="{FF2B5EF4-FFF2-40B4-BE49-F238E27FC236}">
                <a16:creationId xmlns:a16="http://schemas.microsoft.com/office/drawing/2014/main" id="{15B7CB51-7747-DE7A-701B-58277109786C}"/>
              </a:ext>
            </a:extLst>
          </p:cNvPr>
          <p:cNvSpPr>
            <a:spLocks noGrp="1"/>
          </p:cNvSpPr>
          <p:nvPr>
            <p:ph type="tbl" sz="quarter" idx="15"/>
          </p:nvPr>
        </p:nvSpPr>
        <p:spPr>
          <a:xfrm>
            <a:off x="395288" y="1952491"/>
            <a:ext cx="11401425" cy="4218122"/>
          </a:xfrm>
        </p:spPr>
        <p:txBody>
          <a:bodyPr/>
          <a:lstStyle/>
          <a:p>
            <a:r>
              <a:rPr lang="en-US"/>
              <a:t>Click icon to add table</a:t>
            </a:r>
            <a:endParaRPr lang="en-GB" dirty="0"/>
          </a:p>
        </p:txBody>
      </p:sp>
      <p:sp>
        <p:nvSpPr>
          <p:cNvPr id="7" name="Title 1">
            <a:extLst>
              <a:ext uri="{FF2B5EF4-FFF2-40B4-BE49-F238E27FC236}">
                <a16:creationId xmlns:a16="http://schemas.microsoft.com/office/drawing/2014/main" id="{F1557E6A-BDEF-481E-4B7E-02CB5026870C}"/>
              </a:ext>
            </a:extLst>
          </p:cNvPr>
          <p:cNvSpPr>
            <a:spLocks noGrp="1"/>
          </p:cNvSpPr>
          <p:nvPr>
            <p:ph type="title"/>
          </p:nvPr>
        </p:nvSpPr>
        <p:spPr>
          <a:xfrm>
            <a:off x="395926" y="872491"/>
            <a:ext cx="11401200" cy="1080000"/>
          </a:xfrm>
        </p:spPr>
        <p:txBody>
          <a:bodyPr/>
          <a:lstStyle>
            <a:lvl1pPr algn="l" defTabSz="914400" rtl="0" eaLnBrk="1" latinLnBrk="0" hangingPunct="1">
              <a:lnSpc>
                <a:spcPct val="95000"/>
              </a:lnSpc>
              <a:spcBef>
                <a:spcPct val="0"/>
              </a:spcBef>
              <a:buNone/>
              <a:defRPr lang="en-GB" sz="4000" kern="1200" dirty="0">
                <a:solidFill>
                  <a:srgbClr val="29251D"/>
                </a:solidFill>
                <a:latin typeface="Aptos Light" panose="020B0004020202020204" pitchFamily="34" charset="0"/>
                <a:ea typeface="+mj-ea"/>
                <a:cs typeface="+mj-cs"/>
              </a:defRPr>
            </a:lvl1pPr>
          </a:lstStyle>
          <a:p>
            <a:r>
              <a:rPr lang="en-US"/>
              <a:t>Click to edit Master title style</a:t>
            </a:r>
            <a:endParaRPr lang="en-GB" dirty="0"/>
          </a:p>
        </p:txBody>
      </p:sp>
      <p:sp>
        <p:nvSpPr>
          <p:cNvPr id="6" name="Text Placeholder 9">
            <a:extLst>
              <a:ext uri="{FF2B5EF4-FFF2-40B4-BE49-F238E27FC236}">
                <a16:creationId xmlns:a16="http://schemas.microsoft.com/office/drawing/2014/main" id="{36872B1E-182E-C540-9115-1415CFEE1CEE}"/>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8" name="Slide Number Placeholder 5">
            <a:extLst>
              <a:ext uri="{FF2B5EF4-FFF2-40B4-BE49-F238E27FC236}">
                <a16:creationId xmlns:a16="http://schemas.microsoft.com/office/drawing/2014/main" id="{6AE9CD05-96E2-13AC-5362-3C7776B4B4AB}"/>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39518328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82474C-AC83-B889-A7E7-4DEA172B5ADD}"/>
              </a:ext>
            </a:extLst>
          </p:cNvPr>
          <p:cNvSpPr>
            <a:spLocks noGrp="1"/>
          </p:cNvSpPr>
          <p:nvPr>
            <p:ph type="ftr" sz="quarter" idx="11"/>
          </p:nvPr>
        </p:nvSpPr>
        <p:spPr/>
        <p:txBody>
          <a:bodyPr/>
          <a:lstStyle/>
          <a:p>
            <a:r>
              <a:rPr lang="en-GB" dirty="0"/>
              <a:t>© Tech Mahindra Limited. All Rights Reserved</a:t>
            </a:r>
          </a:p>
        </p:txBody>
      </p:sp>
      <p:sp>
        <p:nvSpPr>
          <p:cNvPr id="10" name="Table Placeholder 9">
            <a:extLst>
              <a:ext uri="{FF2B5EF4-FFF2-40B4-BE49-F238E27FC236}">
                <a16:creationId xmlns:a16="http://schemas.microsoft.com/office/drawing/2014/main" id="{15B7CB51-7747-DE7A-701B-58277109786C}"/>
              </a:ext>
            </a:extLst>
          </p:cNvPr>
          <p:cNvSpPr>
            <a:spLocks noGrp="1"/>
          </p:cNvSpPr>
          <p:nvPr>
            <p:ph type="tbl" sz="quarter" idx="15"/>
          </p:nvPr>
        </p:nvSpPr>
        <p:spPr>
          <a:xfrm>
            <a:off x="395288" y="1952491"/>
            <a:ext cx="11401425" cy="4218122"/>
          </a:xfrm>
        </p:spPr>
        <p:txBody>
          <a:bodyPr/>
          <a:lstStyle/>
          <a:p>
            <a:r>
              <a:rPr lang="en-US"/>
              <a:t>Click icon to add table</a:t>
            </a:r>
            <a:endParaRPr lang="en-GB" dirty="0"/>
          </a:p>
        </p:txBody>
      </p:sp>
      <p:sp>
        <p:nvSpPr>
          <p:cNvPr id="8" name="Title 1">
            <a:extLst>
              <a:ext uri="{FF2B5EF4-FFF2-40B4-BE49-F238E27FC236}">
                <a16:creationId xmlns:a16="http://schemas.microsoft.com/office/drawing/2014/main" id="{13AA5723-09CB-265A-76E1-D3A253DFC95E}"/>
              </a:ext>
            </a:extLst>
          </p:cNvPr>
          <p:cNvSpPr>
            <a:spLocks noGrp="1"/>
          </p:cNvSpPr>
          <p:nvPr>
            <p:ph type="title"/>
          </p:nvPr>
        </p:nvSpPr>
        <p:spPr>
          <a:xfrm>
            <a:off x="395926" y="872491"/>
            <a:ext cx="11401200" cy="1080000"/>
          </a:xfrm>
        </p:spPr>
        <p:txBody>
          <a:bodyPr/>
          <a:lstStyle>
            <a:lvl1pPr algn="l" defTabSz="914400" rtl="0" eaLnBrk="1" latinLnBrk="0" hangingPunct="1">
              <a:lnSpc>
                <a:spcPct val="95000"/>
              </a:lnSpc>
              <a:spcBef>
                <a:spcPct val="0"/>
              </a:spcBef>
              <a:buNone/>
              <a:defRPr lang="en-GB" sz="4000" kern="1200" dirty="0">
                <a:solidFill>
                  <a:srgbClr val="29251D"/>
                </a:solidFill>
                <a:latin typeface="Aptos Light" panose="020B0004020202020204" pitchFamily="34" charset="0"/>
                <a:ea typeface="+mj-ea"/>
                <a:cs typeface="+mj-cs"/>
              </a:defRPr>
            </a:lvl1pPr>
          </a:lstStyle>
          <a:p>
            <a:r>
              <a:rPr lang="en-US"/>
              <a:t>Click to edit Master title style</a:t>
            </a:r>
            <a:endParaRPr lang="en-GB" dirty="0"/>
          </a:p>
        </p:txBody>
      </p:sp>
      <p:sp>
        <p:nvSpPr>
          <p:cNvPr id="7" name="Text Placeholder 9">
            <a:extLst>
              <a:ext uri="{FF2B5EF4-FFF2-40B4-BE49-F238E27FC236}">
                <a16:creationId xmlns:a16="http://schemas.microsoft.com/office/drawing/2014/main" id="{D221CAC2-033B-6971-94D6-1A7B5B75F116}"/>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6" name="Slide Number Placeholder 5">
            <a:extLst>
              <a:ext uri="{FF2B5EF4-FFF2-40B4-BE49-F238E27FC236}">
                <a16:creationId xmlns:a16="http://schemas.microsoft.com/office/drawing/2014/main" id="{5E19A8F1-1056-1797-DD13-8ADFD5F0CDC0}"/>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33499593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ummary Data">
    <p:bg>
      <p:bgPr>
        <a:solidFill>
          <a:srgbClr val="F6F2EA"/>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D3FE29D-7C5F-DD7B-64E2-0CA243D47E1B}"/>
              </a:ext>
            </a:extLst>
          </p:cNvPr>
          <p:cNvSpPr>
            <a:spLocks noGrp="1"/>
          </p:cNvSpPr>
          <p:nvPr>
            <p:ph type="ftr" sz="quarter" idx="11"/>
          </p:nvPr>
        </p:nvSpPr>
        <p:spPr/>
        <p:txBody>
          <a:bodyPr/>
          <a:lstStyle/>
          <a:p>
            <a:r>
              <a:rPr lang="en-GB" dirty="0"/>
              <a:t>© Tech Mahindra Limited. All Rights Reserved</a:t>
            </a:r>
          </a:p>
        </p:txBody>
      </p:sp>
      <p:sp>
        <p:nvSpPr>
          <p:cNvPr id="9" name="Content Placeholder 2">
            <a:extLst>
              <a:ext uri="{FF2B5EF4-FFF2-40B4-BE49-F238E27FC236}">
                <a16:creationId xmlns:a16="http://schemas.microsoft.com/office/drawing/2014/main" id="{4A3D4AC6-756F-451C-B1F8-7622BE922677}"/>
              </a:ext>
            </a:extLst>
          </p:cNvPr>
          <p:cNvSpPr>
            <a:spLocks noGrp="1"/>
          </p:cNvSpPr>
          <p:nvPr>
            <p:ph idx="13"/>
          </p:nvPr>
        </p:nvSpPr>
        <p:spPr>
          <a:xfrm>
            <a:off x="8280000" y="2115149"/>
            <a:ext cx="3252582" cy="1032863"/>
          </a:xfrm>
        </p:spPr>
        <p:txBody>
          <a:bodyPr/>
          <a:lstStyle>
            <a:lvl1pPr marL="0" indent="0">
              <a:buNone/>
              <a:defRPr sz="2300"/>
            </a:lvl1pPr>
            <a:lvl2pPr marL="0" indent="0">
              <a:buNone/>
              <a:defRPr sz="2300" b="1">
                <a:solidFill>
                  <a:srgbClr val="FF0000"/>
                </a:solidFill>
              </a:defRPr>
            </a:lvl2pPr>
            <a:lvl3pPr marL="360000" indent="0">
              <a:buNone/>
              <a:defRPr/>
            </a:lvl3pPr>
          </a:lstStyle>
          <a:p>
            <a:pPr lvl="0"/>
            <a:r>
              <a:rPr lang="en-US"/>
              <a:t>Click to edit Master text styles</a:t>
            </a:r>
          </a:p>
          <a:p>
            <a:pPr lvl="1"/>
            <a:r>
              <a:rPr lang="en-US"/>
              <a:t>Second level</a:t>
            </a:r>
          </a:p>
        </p:txBody>
      </p:sp>
      <p:sp>
        <p:nvSpPr>
          <p:cNvPr id="3" name="Title 1">
            <a:extLst>
              <a:ext uri="{FF2B5EF4-FFF2-40B4-BE49-F238E27FC236}">
                <a16:creationId xmlns:a16="http://schemas.microsoft.com/office/drawing/2014/main" id="{5F5EFACC-0817-4FE6-BFE3-50622A221ECA}"/>
              </a:ext>
            </a:extLst>
          </p:cNvPr>
          <p:cNvSpPr>
            <a:spLocks noGrp="1"/>
          </p:cNvSpPr>
          <p:nvPr>
            <p:ph type="title"/>
          </p:nvPr>
        </p:nvSpPr>
        <p:spPr>
          <a:xfrm>
            <a:off x="395926" y="872491"/>
            <a:ext cx="11401200" cy="1080000"/>
          </a:xfrm>
        </p:spPr>
        <p:txBody>
          <a:bodyPr/>
          <a:lstStyle>
            <a:lvl1pPr>
              <a:defRPr lang="en-GB" sz="4000" kern="1200" dirty="0">
                <a:solidFill>
                  <a:srgbClr val="29251D"/>
                </a:solidFill>
                <a:latin typeface="Aptos Light" panose="020B0004020202020204" pitchFamily="34" charset="0"/>
                <a:ea typeface="+mj-ea"/>
                <a:cs typeface="+mj-cs"/>
              </a:defRPr>
            </a:lvl1pPr>
          </a:lstStyle>
          <a:p>
            <a:r>
              <a:rPr lang="en-US"/>
              <a:t>Click to edit Master title style</a:t>
            </a:r>
            <a:endParaRPr lang="en-GB" dirty="0"/>
          </a:p>
        </p:txBody>
      </p:sp>
      <p:sp>
        <p:nvSpPr>
          <p:cNvPr id="2" name="Text Placeholder 9">
            <a:extLst>
              <a:ext uri="{FF2B5EF4-FFF2-40B4-BE49-F238E27FC236}">
                <a16:creationId xmlns:a16="http://schemas.microsoft.com/office/drawing/2014/main" id="{2C892A64-B39E-11A7-5A5E-7681FD01DD5F}"/>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8" name="Slide Number Placeholder 5">
            <a:extLst>
              <a:ext uri="{FF2B5EF4-FFF2-40B4-BE49-F238E27FC236}">
                <a16:creationId xmlns:a16="http://schemas.microsoft.com/office/drawing/2014/main" id="{9A9595DE-0D9D-4F15-6FB2-02B58EA168B9}"/>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32769305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E5DFD3"/>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3049880-7C37-0709-4BAE-65D18CDEE1A4}"/>
              </a:ext>
            </a:extLst>
          </p:cNvPr>
          <p:cNvSpPr>
            <a:spLocks noGrp="1"/>
          </p:cNvSpPr>
          <p:nvPr>
            <p:ph type="ftr" sz="quarter" idx="11"/>
          </p:nvPr>
        </p:nvSpPr>
        <p:spPr/>
        <p:txBody>
          <a:bodyPr/>
          <a:lstStyle/>
          <a:p>
            <a:r>
              <a:rPr lang="en-GB" dirty="0"/>
              <a:t>© Tech Mahindra Limited. All Rights Reserved</a:t>
            </a:r>
          </a:p>
        </p:txBody>
      </p:sp>
      <p:sp>
        <p:nvSpPr>
          <p:cNvPr id="5" name="Slide Number Placeholder 4">
            <a:extLst>
              <a:ext uri="{FF2B5EF4-FFF2-40B4-BE49-F238E27FC236}">
                <a16:creationId xmlns:a16="http://schemas.microsoft.com/office/drawing/2014/main" id="{0B72E0AB-FCFB-E757-C98F-EAD34B21CB67}"/>
              </a:ext>
            </a:extLst>
          </p:cNvPr>
          <p:cNvSpPr>
            <a:spLocks noGrp="1"/>
          </p:cNvSpPr>
          <p:nvPr>
            <p:ph type="sldNum" sz="quarter" idx="12"/>
          </p:nvPr>
        </p:nvSpPr>
        <p:spPr/>
        <p:txBody>
          <a:bodyPr/>
          <a:lstStyle/>
          <a:p>
            <a:fld id="{2D5117C1-7BFB-400E-A14B-8E2312996B92}" type="slidenum">
              <a:rPr lang="en-GB" smtClean="0"/>
              <a:t>‹#›</a:t>
            </a:fld>
            <a:endParaRPr lang="en-GB" dirty="0"/>
          </a:p>
        </p:txBody>
      </p:sp>
      <p:sp>
        <p:nvSpPr>
          <p:cNvPr id="8" name="Title 1">
            <a:extLst>
              <a:ext uri="{FF2B5EF4-FFF2-40B4-BE49-F238E27FC236}">
                <a16:creationId xmlns:a16="http://schemas.microsoft.com/office/drawing/2014/main" id="{5C863B9D-0B23-50EB-6719-34C2F542401C}"/>
              </a:ext>
            </a:extLst>
          </p:cNvPr>
          <p:cNvSpPr>
            <a:spLocks noGrp="1"/>
          </p:cNvSpPr>
          <p:nvPr>
            <p:ph type="title"/>
          </p:nvPr>
        </p:nvSpPr>
        <p:spPr>
          <a:xfrm>
            <a:off x="395926" y="872491"/>
            <a:ext cx="11401200" cy="1080000"/>
          </a:xfrm>
        </p:spPr>
        <p:txBody>
          <a:bodyPr/>
          <a:lstStyle>
            <a:lvl1pPr>
              <a:defRPr lang="en-GB" sz="4000" kern="1200" dirty="0">
                <a:solidFill>
                  <a:srgbClr val="29251D"/>
                </a:solidFill>
                <a:latin typeface="Aptos Light" panose="020B0004020202020204" pitchFamily="34" charset="0"/>
                <a:ea typeface="+mj-ea"/>
                <a:cs typeface="+mj-cs"/>
              </a:defRPr>
            </a:lvl1pPr>
          </a:lstStyle>
          <a:p>
            <a:r>
              <a:rPr lang="en-US"/>
              <a:t>Click to edit Master title style</a:t>
            </a:r>
            <a:endParaRPr lang="en-GB" dirty="0"/>
          </a:p>
        </p:txBody>
      </p:sp>
      <p:sp>
        <p:nvSpPr>
          <p:cNvPr id="2" name="Text Placeholder 9">
            <a:extLst>
              <a:ext uri="{FF2B5EF4-FFF2-40B4-BE49-F238E27FC236}">
                <a16:creationId xmlns:a16="http://schemas.microsoft.com/office/drawing/2014/main" id="{42B834C4-C03E-AE52-3A94-E6CF7332983A}"/>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Tree>
    <p:extLst>
      <p:ext uri="{BB962C8B-B14F-4D97-AF65-F5344CB8AC3E}">
        <p14:creationId xmlns:p14="http://schemas.microsoft.com/office/powerpoint/2010/main" val="23649133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3049880-7C37-0709-4BAE-65D18CDEE1A4}"/>
              </a:ext>
            </a:extLst>
          </p:cNvPr>
          <p:cNvSpPr>
            <a:spLocks noGrp="1"/>
          </p:cNvSpPr>
          <p:nvPr>
            <p:ph type="ftr" sz="quarter" idx="11"/>
          </p:nvPr>
        </p:nvSpPr>
        <p:spPr/>
        <p:txBody>
          <a:bodyPr/>
          <a:lstStyle/>
          <a:p>
            <a:r>
              <a:rPr lang="en-GB" dirty="0"/>
              <a:t>© Tech Mahindra Limited. All Rights Reserved</a:t>
            </a:r>
          </a:p>
        </p:txBody>
      </p:sp>
      <p:sp>
        <p:nvSpPr>
          <p:cNvPr id="5" name="Slide Number Placeholder 4">
            <a:extLst>
              <a:ext uri="{FF2B5EF4-FFF2-40B4-BE49-F238E27FC236}">
                <a16:creationId xmlns:a16="http://schemas.microsoft.com/office/drawing/2014/main" id="{0B72E0AB-FCFB-E757-C98F-EAD34B21CB67}"/>
              </a:ext>
            </a:extLst>
          </p:cNvPr>
          <p:cNvSpPr>
            <a:spLocks noGrp="1"/>
          </p:cNvSpPr>
          <p:nvPr>
            <p:ph type="sldNum" sz="quarter" idx="12"/>
          </p:nvPr>
        </p:nvSpPr>
        <p:spPr/>
        <p:txBody>
          <a:bodyPr/>
          <a:lstStyle/>
          <a:p>
            <a:fld id="{2D5117C1-7BFB-400E-A14B-8E2312996B92}" type="slidenum">
              <a:rPr lang="en-GB" smtClean="0"/>
              <a:t>‹#›</a:t>
            </a:fld>
            <a:endParaRPr lang="en-GB" dirty="0"/>
          </a:p>
        </p:txBody>
      </p:sp>
      <p:sp>
        <p:nvSpPr>
          <p:cNvPr id="8" name="Title 1">
            <a:extLst>
              <a:ext uri="{FF2B5EF4-FFF2-40B4-BE49-F238E27FC236}">
                <a16:creationId xmlns:a16="http://schemas.microsoft.com/office/drawing/2014/main" id="{A6C97CC2-D5FA-0C96-ED9A-748E61A6D839}"/>
              </a:ext>
            </a:extLst>
          </p:cNvPr>
          <p:cNvSpPr>
            <a:spLocks noGrp="1"/>
          </p:cNvSpPr>
          <p:nvPr>
            <p:ph type="title"/>
          </p:nvPr>
        </p:nvSpPr>
        <p:spPr>
          <a:xfrm>
            <a:off x="395926" y="872491"/>
            <a:ext cx="11401200" cy="1080000"/>
          </a:xfrm>
        </p:spPr>
        <p:txBody>
          <a:bodyPr/>
          <a:lstStyle>
            <a:lvl1pPr>
              <a:defRPr lang="en-GB" sz="4000" kern="1200" dirty="0">
                <a:solidFill>
                  <a:srgbClr val="29251D"/>
                </a:solidFill>
                <a:latin typeface="Aptos Light" panose="020B0004020202020204" pitchFamily="34" charset="0"/>
                <a:ea typeface="+mj-ea"/>
                <a:cs typeface="+mj-cs"/>
              </a:defRPr>
            </a:lvl1pPr>
          </a:lstStyle>
          <a:p>
            <a:r>
              <a:rPr lang="en-US"/>
              <a:t>Click to edit Master title style</a:t>
            </a:r>
            <a:endParaRPr lang="en-GB" dirty="0"/>
          </a:p>
        </p:txBody>
      </p:sp>
      <p:sp>
        <p:nvSpPr>
          <p:cNvPr id="2" name="Text Placeholder 9">
            <a:extLst>
              <a:ext uri="{FF2B5EF4-FFF2-40B4-BE49-F238E27FC236}">
                <a16:creationId xmlns:a16="http://schemas.microsoft.com/office/drawing/2014/main" id="{7F42CD1E-6219-48C9-DD92-CD6CFDE84F05}"/>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Tree>
    <p:extLst>
      <p:ext uri="{BB962C8B-B14F-4D97-AF65-F5344CB8AC3E}">
        <p14:creationId xmlns:p14="http://schemas.microsoft.com/office/powerpoint/2010/main" val="23271858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Video container">
    <p:spTree>
      <p:nvGrpSpPr>
        <p:cNvPr id="1" name=""/>
        <p:cNvGrpSpPr/>
        <p:nvPr/>
      </p:nvGrpSpPr>
      <p:grpSpPr>
        <a:xfrm>
          <a:off x="0" y="0"/>
          <a:ext cx="0" cy="0"/>
          <a:chOff x="0" y="0"/>
          <a:chExt cx="0" cy="0"/>
        </a:xfrm>
      </p:grpSpPr>
      <p:sp>
        <p:nvSpPr>
          <p:cNvPr id="11" name="Media Placeholder 10">
            <a:extLst>
              <a:ext uri="{FF2B5EF4-FFF2-40B4-BE49-F238E27FC236}">
                <a16:creationId xmlns:a16="http://schemas.microsoft.com/office/drawing/2014/main" id="{113F4B1F-E32B-3902-D63C-FEF037507911}"/>
              </a:ext>
            </a:extLst>
          </p:cNvPr>
          <p:cNvSpPr>
            <a:spLocks noGrp="1"/>
          </p:cNvSpPr>
          <p:nvPr>
            <p:ph type="media" sz="quarter" idx="13"/>
          </p:nvPr>
        </p:nvSpPr>
        <p:spPr>
          <a:xfrm>
            <a:off x="0" y="0"/>
            <a:ext cx="12176125" cy="6858000"/>
          </a:xfrm>
        </p:spPr>
        <p:txBody>
          <a:bodyPr/>
          <a:lstStyle/>
          <a:p>
            <a:r>
              <a:rPr lang="en-US"/>
              <a:t>Click icon to add media</a:t>
            </a:r>
            <a:endParaRPr lang="en-US" dirty="0"/>
          </a:p>
        </p:txBody>
      </p:sp>
      <p:sp>
        <p:nvSpPr>
          <p:cNvPr id="8" name="Footer Placeholder 3">
            <a:extLst>
              <a:ext uri="{FF2B5EF4-FFF2-40B4-BE49-F238E27FC236}">
                <a16:creationId xmlns:a16="http://schemas.microsoft.com/office/drawing/2014/main" id="{938032EC-BBB6-F1A1-99B9-8B7AC9B84F4E}"/>
              </a:ext>
            </a:extLst>
          </p:cNvPr>
          <p:cNvSpPr>
            <a:spLocks noGrp="1"/>
          </p:cNvSpPr>
          <p:nvPr>
            <p:ph type="ftr" sz="quarter" idx="11"/>
          </p:nvPr>
        </p:nvSpPr>
        <p:spPr>
          <a:xfrm>
            <a:off x="394874" y="6464000"/>
            <a:ext cx="3600000" cy="180000"/>
          </a:xfrm>
        </p:spPr>
        <p:txBody>
          <a:bodyPr/>
          <a:lstStyle/>
          <a:p>
            <a:r>
              <a:rPr lang="en-GB" dirty="0"/>
              <a:t>© Tech Mahindra Limited. All Rights Reserved</a:t>
            </a:r>
          </a:p>
        </p:txBody>
      </p:sp>
      <p:sp>
        <p:nvSpPr>
          <p:cNvPr id="3" name="Slide Number Placeholder 5">
            <a:extLst>
              <a:ext uri="{FF2B5EF4-FFF2-40B4-BE49-F238E27FC236}">
                <a16:creationId xmlns:a16="http://schemas.microsoft.com/office/drawing/2014/main" id="{A53C14A3-5B8B-3376-8093-AA3371C2209A}"/>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18194553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11">
          <p15:clr>
            <a:srgbClr val="FBAE40"/>
          </p15:clr>
        </p15:guide>
        <p15:guide id="4" pos="7469">
          <p15:clr>
            <a:srgbClr val="FBAE40"/>
          </p15:clr>
        </p15:guide>
        <p15:guide id="5" pos="7605">
          <p15:clr>
            <a:srgbClr val="FBAE40"/>
          </p15:clr>
        </p15:guide>
        <p15:guide id="6" pos="75">
          <p15:clr>
            <a:srgbClr val="FBAE40"/>
          </p15:clr>
        </p15:guide>
        <p15:guide id="7" orient="horz" pos="210">
          <p15:clr>
            <a:srgbClr val="FBAE40"/>
          </p15:clr>
        </p15:guide>
        <p15:guide id="8" orient="horz" pos="73">
          <p15:clr>
            <a:srgbClr val="FBAE40"/>
          </p15:clr>
        </p15:guide>
        <p15:guide id="9" orient="horz" pos="4110">
          <p15:clr>
            <a:srgbClr val="FBAE40"/>
          </p15:clr>
        </p15:guide>
        <p15:guide id="10" orient="horz" pos="424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8_Blank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FE7BAC-4943-8EB0-41F5-61445DACF16D}"/>
              </a:ext>
            </a:extLst>
          </p:cNvPr>
          <p:cNvPicPr>
            <a:picLocks noChangeAspect="1"/>
          </p:cNvPicPr>
          <p:nvPr userDrawn="1"/>
        </p:nvPicPr>
        <p:blipFill>
          <a:blip r:embed="rId2">
            <a:lum bright="-40000" contrast="20000"/>
            <a:alphaModFix amt="27000"/>
          </a:blip>
          <a:srcRect l="1997" t="7479" r="17281" b="11057"/>
          <a:stretch>
            <a:fillRect/>
          </a:stretch>
        </p:blipFill>
        <p:spPr>
          <a:xfrm>
            <a:off x="0" y="0"/>
            <a:ext cx="12176847" cy="6858000"/>
          </a:xfrm>
          <a:prstGeom prst="rect">
            <a:avLst/>
          </a:prstGeom>
        </p:spPr>
      </p:pic>
      <p:sp>
        <p:nvSpPr>
          <p:cNvPr id="10" name="Footer Placeholder 3">
            <a:extLst>
              <a:ext uri="{FF2B5EF4-FFF2-40B4-BE49-F238E27FC236}">
                <a16:creationId xmlns:a16="http://schemas.microsoft.com/office/drawing/2014/main" id="{EADDA549-3495-09BE-2077-CC280F46DCA1}"/>
              </a:ext>
            </a:extLst>
          </p:cNvPr>
          <p:cNvSpPr>
            <a:spLocks noGrp="1"/>
          </p:cNvSpPr>
          <p:nvPr>
            <p:ph type="ftr" sz="quarter" idx="11"/>
          </p:nvPr>
        </p:nvSpPr>
        <p:spPr>
          <a:xfrm>
            <a:off x="394874" y="6464000"/>
            <a:ext cx="3600000" cy="180000"/>
          </a:xfrm>
        </p:spPr>
        <p:txBody>
          <a:bodyPr/>
          <a:lstStyle/>
          <a:p>
            <a:r>
              <a:rPr lang="en-GB" dirty="0"/>
              <a:t>© Tech Mahindra Limited. All Rights Reserved</a:t>
            </a:r>
          </a:p>
        </p:txBody>
      </p:sp>
      <p:sp>
        <p:nvSpPr>
          <p:cNvPr id="2" name="Text Placeholder 9">
            <a:extLst>
              <a:ext uri="{FF2B5EF4-FFF2-40B4-BE49-F238E27FC236}">
                <a16:creationId xmlns:a16="http://schemas.microsoft.com/office/drawing/2014/main" id="{7DED229F-B616-A23B-7426-A54619378598}"/>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5" name="Slide Number Placeholder 5">
            <a:extLst>
              <a:ext uri="{FF2B5EF4-FFF2-40B4-BE49-F238E27FC236}">
                <a16:creationId xmlns:a16="http://schemas.microsoft.com/office/drawing/2014/main" id="{F948ADEB-6F20-3844-91D2-7C170E39BE28}"/>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29338349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1B4C1F-D731-D2CF-ECA1-90E83E5109C5}"/>
              </a:ext>
            </a:extLst>
          </p:cNvPr>
          <p:cNvPicPr>
            <a:picLocks noChangeAspect="1"/>
          </p:cNvPicPr>
          <p:nvPr userDrawn="1"/>
        </p:nvPicPr>
        <p:blipFill>
          <a:blip r:embed="rId2"/>
          <a:srcRect l="12919" t="11199" r="19714" b="38533"/>
          <a:stretch>
            <a:fillRect/>
          </a:stretch>
        </p:blipFill>
        <p:spPr>
          <a:xfrm>
            <a:off x="0" y="0"/>
            <a:ext cx="12192000" cy="6858000"/>
          </a:xfrm>
          <a:prstGeom prst="rect">
            <a:avLst/>
          </a:prstGeom>
        </p:spPr>
      </p:pic>
      <p:sp>
        <p:nvSpPr>
          <p:cNvPr id="4" name="Footer Placeholder 3">
            <a:extLst>
              <a:ext uri="{FF2B5EF4-FFF2-40B4-BE49-F238E27FC236}">
                <a16:creationId xmlns:a16="http://schemas.microsoft.com/office/drawing/2014/main" id="{79A344C1-D338-1E70-28C6-4C9683C0F197}"/>
              </a:ext>
            </a:extLst>
          </p:cNvPr>
          <p:cNvSpPr>
            <a:spLocks noGrp="1"/>
          </p:cNvSpPr>
          <p:nvPr>
            <p:ph type="ftr" sz="quarter" idx="11"/>
          </p:nvPr>
        </p:nvSpPr>
        <p:spPr/>
        <p:txBody>
          <a:bodyPr/>
          <a:lstStyle/>
          <a:p>
            <a:r>
              <a:rPr lang="en-GB"/>
              <a:t>© Tech Mahindra Limited. All Rights Reserved</a:t>
            </a:r>
            <a:endParaRPr lang="en-GB" dirty="0"/>
          </a:p>
        </p:txBody>
      </p:sp>
      <p:sp>
        <p:nvSpPr>
          <p:cNvPr id="2" name="Text Placeholder 9">
            <a:extLst>
              <a:ext uri="{FF2B5EF4-FFF2-40B4-BE49-F238E27FC236}">
                <a16:creationId xmlns:a16="http://schemas.microsoft.com/office/drawing/2014/main" id="{A7E2E32C-A7E0-D54B-DE72-26A3BAC54D89}"/>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8" name="Slide Number Placeholder 5">
            <a:extLst>
              <a:ext uri="{FF2B5EF4-FFF2-40B4-BE49-F238E27FC236}">
                <a16:creationId xmlns:a16="http://schemas.microsoft.com/office/drawing/2014/main" id="{B057CE98-D46E-8450-605E-1A1D65E14EF4}"/>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27280444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9_Blank Slid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583A09B-C7FB-E79C-DE6F-19A6EE24AC9A}"/>
              </a:ext>
            </a:extLst>
          </p:cNvPr>
          <p:cNvSpPr/>
          <p:nvPr userDrawn="1"/>
        </p:nvSpPr>
        <p:spPr>
          <a:xfrm>
            <a:off x="10877550" y="0"/>
            <a:ext cx="1314450" cy="647700"/>
          </a:xfrm>
          <a:prstGeom prst="rect">
            <a:avLst/>
          </a:prstGeom>
          <a:solidFill>
            <a:srgbClr val="5F02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794270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Section Header [1]">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D0D1BBE-9615-1C16-4193-471BE283AB90}"/>
              </a:ext>
            </a:extLst>
          </p:cNvPr>
          <p:cNvSpPr>
            <a:spLocks noGrp="1"/>
          </p:cNvSpPr>
          <p:nvPr>
            <p:ph type="ftr" sz="quarter" idx="11"/>
          </p:nvPr>
        </p:nvSpPr>
        <p:spPr>
          <a:xfrm>
            <a:off x="394874" y="6464000"/>
            <a:ext cx="3600000" cy="180000"/>
          </a:xfrm>
        </p:spPr>
        <p:txBody>
          <a:bodyPr/>
          <a:lstStyle/>
          <a:p>
            <a:r>
              <a:rPr lang="en-GB" dirty="0"/>
              <a:t>© Tech Mahindra Limited. All Rights Reserved</a:t>
            </a:r>
          </a:p>
        </p:txBody>
      </p:sp>
      <p:sp>
        <p:nvSpPr>
          <p:cNvPr id="2" name="Text Placeholder 9">
            <a:extLst>
              <a:ext uri="{FF2B5EF4-FFF2-40B4-BE49-F238E27FC236}">
                <a16:creationId xmlns:a16="http://schemas.microsoft.com/office/drawing/2014/main" id="{CB258B94-67B1-BC5B-A0E2-E6939B026322}"/>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5" name="Slide Number Placeholder 5">
            <a:extLst>
              <a:ext uri="{FF2B5EF4-FFF2-40B4-BE49-F238E27FC236}">
                <a16:creationId xmlns:a16="http://schemas.microsoft.com/office/drawing/2014/main" id="{EFFCC30C-F0DD-D3CB-E235-8B37F9BD32F3}"/>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28487958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rgbClr val="F6F2EA"/>
        </a:solidFill>
        <a:effectLst/>
      </p:bgPr>
    </p:bg>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3486A364-7752-D0AC-553F-CDC214EC1265}"/>
              </a:ext>
            </a:extLst>
          </p:cNvPr>
          <p:cNvSpPr>
            <a:spLocks noGrp="1"/>
          </p:cNvSpPr>
          <p:nvPr>
            <p:ph type="ftr" sz="quarter" idx="11"/>
          </p:nvPr>
        </p:nvSpPr>
        <p:spPr>
          <a:xfrm>
            <a:off x="394874" y="6464000"/>
            <a:ext cx="3600000" cy="180000"/>
          </a:xfrm>
        </p:spPr>
        <p:txBody>
          <a:bodyPr/>
          <a:lstStyle/>
          <a:p>
            <a:r>
              <a:rPr lang="en-GB" dirty="0"/>
              <a:t>© Tech Mahindra Limited. All Rights Reserved</a:t>
            </a:r>
          </a:p>
        </p:txBody>
      </p:sp>
      <p:sp>
        <p:nvSpPr>
          <p:cNvPr id="2" name="Text Placeholder 9">
            <a:extLst>
              <a:ext uri="{FF2B5EF4-FFF2-40B4-BE49-F238E27FC236}">
                <a16:creationId xmlns:a16="http://schemas.microsoft.com/office/drawing/2014/main" id="{D8246523-3B01-E753-DD23-08A8F1E2F833}"/>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4" name="Slide Number Placeholder 5">
            <a:extLst>
              <a:ext uri="{FF2B5EF4-FFF2-40B4-BE49-F238E27FC236}">
                <a16:creationId xmlns:a16="http://schemas.microsoft.com/office/drawing/2014/main" id="{DB58E63D-9883-A9A2-E45E-78461EE90566}"/>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263443469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tatement [1]">
    <p:bg>
      <p:bgPr>
        <a:solidFill>
          <a:srgbClr val="F6F2EA"/>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C68F926-127D-06F4-563B-44CCD552677A}"/>
              </a:ext>
            </a:extLst>
          </p:cNvPr>
          <p:cNvSpPr>
            <a:spLocks noGrp="1"/>
          </p:cNvSpPr>
          <p:nvPr>
            <p:ph type="title"/>
          </p:nvPr>
        </p:nvSpPr>
        <p:spPr>
          <a:xfrm>
            <a:off x="395926" y="872491"/>
            <a:ext cx="3598948" cy="1080000"/>
          </a:xfrm>
        </p:spPr>
        <p:txBody>
          <a:bodyPr/>
          <a:lstStyle>
            <a:lvl1pPr>
              <a:defRPr lang="en-GB" sz="4000" kern="1200" dirty="0">
                <a:solidFill>
                  <a:srgbClr val="29251D"/>
                </a:solidFill>
                <a:latin typeface="Aptos Light" panose="020B0004020202020204" pitchFamily="34" charset="0"/>
                <a:ea typeface="+mj-ea"/>
                <a:cs typeface="+mj-cs"/>
              </a:defRPr>
            </a:lvl1pPr>
          </a:lstStyle>
          <a:p>
            <a:r>
              <a:rPr lang="en-US"/>
              <a:t>Click to edit Master title style</a:t>
            </a:r>
            <a:endParaRPr lang="en-GB" dirty="0"/>
          </a:p>
        </p:txBody>
      </p:sp>
      <p:grpSp>
        <p:nvGrpSpPr>
          <p:cNvPr id="8" name="Graphic 10">
            <a:extLst>
              <a:ext uri="{FF2B5EF4-FFF2-40B4-BE49-F238E27FC236}">
                <a16:creationId xmlns:a16="http://schemas.microsoft.com/office/drawing/2014/main" id="{438A9399-CEFD-6FF8-6CCB-D9124F68B7A0}"/>
              </a:ext>
            </a:extLst>
          </p:cNvPr>
          <p:cNvGrpSpPr/>
          <p:nvPr/>
        </p:nvGrpSpPr>
        <p:grpSpPr>
          <a:xfrm>
            <a:off x="8543644" y="2015225"/>
            <a:ext cx="3253482" cy="1553208"/>
            <a:chOff x="-4653512" y="542621"/>
            <a:chExt cx="12250752" cy="5689460"/>
          </a:xfrm>
          <a:solidFill>
            <a:srgbClr val="E5DFD3"/>
          </a:solidFill>
        </p:grpSpPr>
        <p:sp>
          <p:nvSpPr>
            <p:cNvPr id="12" name="Freeform 13">
              <a:extLst>
                <a:ext uri="{FF2B5EF4-FFF2-40B4-BE49-F238E27FC236}">
                  <a16:creationId xmlns:a16="http://schemas.microsoft.com/office/drawing/2014/main" id="{C4951A6F-107A-E145-5052-B3C5CFCAAA86}"/>
                </a:ext>
              </a:extLst>
            </p:cNvPr>
            <p:cNvSpPr/>
            <p:nvPr/>
          </p:nvSpPr>
          <p:spPr>
            <a:xfrm>
              <a:off x="5270511" y="542720"/>
              <a:ext cx="2326729" cy="5689361"/>
            </a:xfrm>
            <a:custGeom>
              <a:avLst/>
              <a:gdLst>
                <a:gd name="connsiteX0" fmla="*/ 2320660 w 2326735"/>
                <a:gd name="connsiteY0" fmla="*/ 2975382 h 5689362"/>
                <a:gd name="connsiteX1" fmla="*/ 2305139 w 2326735"/>
                <a:gd name="connsiteY1" fmla="*/ 2972323 h 5689362"/>
                <a:gd name="connsiteX2" fmla="*/ 2288501 w 2326735"/>
                <a:gd name="connsiteY2" fmla="*/ 2977273 h 5689362"/>
                <a:gd name="connsiteX3" fmla="*/ 2285974 w 2326735"/>
                <a:gd name="connsiteY3" fmla="*/ 2978012 h 5689362"/>
                <a:gd name="connsiteX4" fmla="*/ 2251289 w 2326735"/>
                <a:gd name="connsiteY4" fmla="*/ 2989322 h 5689362"/>
                <a:gd name="connsiteX5" fmla="*/ 1836268 w 2326735"/>
                <a:gd name="connsiteY5" fmla="*/ 3348138 h 5689362"/>
                <a:gd name="connsiteX6" fmla="*/ 1773171 w 2326735"/>
                <a:gd name="connsiteY6" fmla="*/ 3479574 h 5689362"/>
                <a:gd name="connsiteX7" fmla="*/ 1810779 w 2326735"/>
                <a:gd name="connsiteY7" fmla="*/ 3105839 h 5689362"/>
                <a:gd name="connsiteX8" fmla="*/ 1811002 w 2326735"/>
                <a:gd name="connsiteY8" fmla="*/ 3084663 h 5689362"/>
                <a:gd name="connsiteX9" fmla="*/ 1815213 w 2326735"/>
                <a:gd name="connsiteY9" fmla="*/ 3030539 h 5689362"/>
                <a:gd name="connsiteX10" fmla="*/ 1840256 w 2326735"/>
                <a:gd name="connsiteY10" fmla="*/ 2972185 h 5689362"/>
                <a:gd name="connsiteX11" fmla="*/ 1848077 w 2326735"/>
                <a:gd name="connsiteY11" fmla="*/ 2956699 h 5689362"/>
                <a:gd name="connsiteX12" fmla="*/ 1852425 w 2326735"/>
                <a:gd name="connsiteY12" fmla="*/ 2954052 h 5689362"/>
                <a:gd name="connsiteX13" fmla="*/ 1985770 w 2326735"/>
                <a:gd name="connsiteY13" fmla="*/ 2890061 h 5689362"/>
                <a:gd name="connsiteX14" fmla="*/ 2085356 w 2326735"/>
                <a:gd name="connsiteY14" fmla="*/ 2759140 h 5689362"/>
                <a:gd name="connsiteX15" fmla="*/ 2220729 w 2326735"/>
                <a:gd name="connsiteY15" fmla="*/ 2159762 h 5689362"/>
                <a:gd name="connsiteX16" fmla="*/ 2215504 w 2326735"/>
                <a:gd name="connsiteY16" fmla="*/ 2096802 h 5689362"/>
                <a:gd name="connsiteX17" fmla="*/ 2212015 w 2326735"/>
                <a:gd name="connsiteY17" fmla="*/ 2066448 h 5689362"/>
                <a:gd name="connsiteX18" fmla="*/ 2202802 w 2326735"/>
                <a:gd name="connsiteY18" fmla="*/ 2053162 h 5689362"/>
                <a:gd name="connsiteX19" fmla="*/ 2186594 w 2326735"/>
                <a:gd name="connsiteY19" fmla="*/ 2053970 h 5689362"/>
                <a:gd name="connsiteX20" fmla="*/ 2178498 w 2326735"/>
                <a:gd name="connsiteY20" fmla="*/ 2058851 h 5689362"/>
                <a:gd name="connsiteX21" fmla="*/ 2167017 w 2326735"/>
                <a:gd name="connsiteY21" fmla="*/ 2066156 h 5689362"/>
                <a:gd name="connsiteX22" fmla="*/ 1963511 w 2326735"/>
                <a:gd name="connsiteY22" fmla="*/ 2271982 h 5689362"/>
                <a:gd name="connsiteX23" fmla="*/ 1800621 w 2326735"/>
                <a:gd name="connsiteY23" fmla="*/ 2718319 h 5689362"/>
                <a:gd name="connsiteX24" fmla="*/ 1796203 w 2326735"/>
                <a:gd name="connsiteY24" fmla="*/ 2663300 h 5689362"/>
                <a:gd name="connsiteX25" fmla="*/ 1795688 w 2326735"/>
                <a:gd name="connsiteY25" fmla="*/ 2656649 h 5689362"/>
                <a:gd name="connsiteX26" fmla="*/ 1779136 w 2326735"/>
                <a:gd name="connsiteY26" fmla="*/ 2437278 h 5689362"/>
                <a:gd name="connsiteX27" fmla="*/ 1770920 w 2326735"/>
                <a:gd name="connsiteY27" fmla="*/ 2383326 h 5689362"/>
                <a:gd name="connsiteX28" fmla="*/ 1768049 w 2326735"/>
                <a:gd name="connsiteY28" fmla="*/ 2285027 h 5689362"/>
                <a:gd name="connsiteX29" fmla="*/ 1774185 w 2326735"/>
                <a:gd name="connsiteY29" fmla="*/ 2262460 h 5689362"/>
                <a:gd name="connsiteX30" fmla="*/ 1837025 w 2326735"/>
                <a:gd name="connsiteY30" fmla="*/ 2183687 h 5689362"/>
                <a:gd name="connsiteX31" fmla="*/ 1838348 w 2326735"/>
                <a:gd name="connsiteY31" fmla="*/ 2182501 h 5689362"/>
                <a:gd name="connsiteX32" fmla="*/ 1955794 w 2326735"/>
                <a:gd name="connsiteY32" fmla="*/ 1989893 h 5689362"/>
                <a:gd name="connsiteX33" fmla="*/ 1989156 w 2326735"/>
                <a:gd name="connsiteY33" fmla="*/ 1645790 h 5689362"/>
                <a:gd name="connsiteX34" fmla="*/ 1989104 w 2326735"/>
                <a:gd name="connsiteY34" fmla="*/ 1643297 h 5689362"/>
                <a:gd name="connsiteX35" fmla="*/ 1944071 w 2326735"/>
                <a:gd name="connsiteY35" fmla="*/ 1329204 h 5689362"/>
                <a:gd name="connsiteX36" fmla="*/ 1931456 w 2326735"/>
                <a:gd name="connsiteY36" fmla="*/ 1294914 h 5689362"/>
                <a:gd name="connsiteX37" fmla="*/ 1924116 w 2326735"/>
                <a:gd name="connsiteY37" fmla="*/ 1275853 h 5689362"/>
                <a:gd name="connsiteX38" fmla="*/ 1911311 w 2326735"/>
                <a:gd name="connsiteY38" fmla="*/ 1265214 h 5689362"/>
                <a:gd name="connsiteX39" fmla="*/ 1908475 w 2326735"/>
                <a:gd name="connsiteY39" fmla="*/ 1264956 h 5689362"/>
                <a:gd name="connsiteX40" fmla="*/ 1895584 w 2326735"/>
                <a:gd name="connsiteY40" fmla="*/ 1271092 h 5689362"/>
                <a:gd name="connsiteX41" fmla="*/ 1868066 w 2326735"/>
                <a:gd name="connsiteY41" fmla="*/ 1304626 h 5689362"/>
                <a:gd name="connsiteX42" fmla="*/ 1675372 w 2326735"/>
                <a:gd name="connsiteY42" fmla="*/ 1865572 h 5689362"/>
                <a:gd name="connsiteX43" fmla="*/ 1683794 w 2326735"/>
                <a:gd name="connsiteY43" fmla="*/ 1980371 h 5689362"/>
                <a:gd name="connsiteX44" fmla="*/ 1566211 w 2326735"/>
                <a:gd name="connsiteY44" fmla="*/ 1643624 h 5689362"/>
                <a:gd name="connsiteX45" fmla="*/ 1564613 w 2326735"/>
                <a:gd name="connsiteY45" fmla="*/ 1635821 h 5689362"/>
                <a:gd name="connsiteX46" fmla="*/ 1564303 w 2326735"/>
                <a:gd name="connsiteY46" fmla="*/ 1621005 h 5689362"/>
                <a:gd name="connsiteX47" fmla="*/ 1564269 w 2326735"/>
                <a:gd name="connsiteY47" fmla="*/ 1555742 h 5689362"/>
                <a:gd name="connsiteX48" fmla="*/ 1571608 w 2326735"/>
                <a:gd name="connsiteY48" fmla="*/ 1539276 h 5689362"/>
                <a:gd name="connsiteX49" fmla="*/ 1594124 w 2326735"/>
                <a:gd name="connsiteY49" fmla="*/ 1511947 h 5689362"/>
                <a:gd name="connsiteX50" fmla="*/ 1632694 w 2326735"/>
                <a:gd name="connsiteY50" fmla="*/ 1461380 h 5689362"/>
                <a:gd name="connsiteX51" fmla="*/ 1685358 w 2326735"/>
                <a:gd name="connsiteY51" fmla="*/ 1239363 h 5689362"/>
                <a:gd name="connsiteX52" fmla="*/ 1632883 w 2326735"/>
                <a:gd name="connsiteY52" fmla="*/ 881578 h 5689362"/>
                <a:gd name="connsiteX53" fmla="*/ 1527349 w 2326735"/>
                <a:gd name="connsiteY53" fmla="*/ 623466 h 5689362"/>
                <a:gd name="connsiteX54" fmla="*/ 1514836 w 2326735"/>
                <a:gd name="connsiteY54" fmla="*/ 606192 h 5689362"/>
                <a:gd name="connsiteX55" fmla="*/ 1508511 w 2326735"/>
                <a:gd name="connsiteY55" fmla="*/ 597856 h 5689362"/>
                <a:gd name="connsiteX56" fmla="*/ 1493936 w 2326735"/>
                <a:gd name="connsiteY56" fmla="*/ 591136 h 5689362"/>
                <a:gd name="connsiteX57" fmla="*/ 1480495 w 2326735"/>
                <a:gd name="connsiteY57" fmla="*/ 599713 h 5689362"/>
                <a:gd name="connsiteX58" fmla="*/ 1373998 w 2326735"/>
                <a:gd name="connsiteY58" fmla="*/ 1012258 h 5689362"/>
                <a:gd name="connsiteX59" fmla="*/ 1416985 w 2326735"/>
                <a:gd name="connsiteY59" fmla="*/ 1332728 h 5689362"/>
                <a:gd name="connsiteX60" fmla="*/ 1208564 w 2326735"/>
                <a:gd name="connsiteY60" fmla="*/ 1001705 h 5689362"/>
                <a:gd name="connsiteX61" fmla="*/ 1206828 w 2326735"/>
                <a:gd name="connsiteY61" fmla="*/ 999316 h 5689362"/>
                <a:gd name="connsiteX62" fmla="*/ 1204508 w 2326735"/>
                <a:gd name="connsiteY62" fmla="*/ 996703 h 5689362"/>
                <a:gd name="connsiteX63" fmla="*/ 1194161 w 2326735"/>
                <a:gd name="connsiteY63" fmla="*/ 911691 h 5689362"/>
                <a:gd name="connsiteX64" fmla="*/ 1198199 w 2326735"/>
                <a:gd name="connsiteY64" fmla="*/ 903424 h 5689362"/>
                <a:gd name="connsiteX65" fmla="*/ 1214511 w 2326735"/>
                <a:gd name="connsiteY65" fmla="*/ 877711 h 5689362"/>
                <a:gd name="connsiteX66" fmla="*/ 1245999 w 2326735"/>
                <a:gd name="connsiteY66" fmla="*/ 820956 h 5689362"/>
                <a:gd name="connsiteX67" fmla="*/ 1261984 w 2326735"/>
                <a:gd name="connsiteY67" fmla="*/ 605539 h 5689362"/>
                <a:gd name="connsiteX68" fmla="*/ 1015130 w 2326735"/>
                <a:gd name="connsiteY68" fmla="*/ 101175 h 5689362"/>
                <a:gd name="connsiteX69" fmla="*/ 968482 w 2326735"/>
                <a:gd name="connsiteY69" fmla="*/ 55971 h 5689362"/>
                <a:gd name="connsiteX70" fmla="*/ 963876 w 2326735"/>
                <a:gd name="connsiteY70" fmla="*/ 51794 h 5689362"/>
                <a:gd name="connsiteX71" fmla="*/ 943921 w 2326735"/>
                <a:gd name="connsiteY71" fmla="*/ 33489 h 5689362"/>
                <a:gd name="connsiteX72" fmla="*/ 927506 w 2326735"/>
                <a:gd name="connsiteY72" fmla="*/ 29622 h 5689362"/>
                <a:gd name="connsiteX73" fmla="*/ 916179 w 2326735"/>
                <a:gd name="connsiteY73" fmla="*/ 41894 h 5689362"/>
                <a:gd name="connsiteX74" fmla="*/ 913154 w 2326735"/>
                <a:gd name="connsiteY74" fmla="*/ 55163 h 5689362"/>
                <a:gd name="connsiteX75" fmla="*/ 908307 w 2326735"/>
                <a:gd name="connsiteY75" fmla="*/ 77886 h 5689362"/>
                <a:gd name="connsiteX76" fmla="*/ 912484 w 2326735"/>
                <a:gd name="connsiteY76" fmla="*/ 442064 h 5689362"/>
                <a:gd name="connsiteX77" fmla="*/ 1041222 w 2326735"/>
                <a:gd name="connsiteY77" fmla="*/ 788797 h 5689362"/>
                <a:gd name="connsiteX78" fmla="*/ 749593 w 2326735"/>
                <a:gd name="connsiteY78" fmla="*/ 491772 h 5689362"/>
                <a:gd name="connsiteX79" fmla="*/ 748442 w 2326735"/>
                <a:gd name="connsiteY79" fmla="*/ 488970 h 5689362"/>
                <a:gd name="connsiteX80" fmla="*/ 698064 w 2326735"/>
                <a:gd name="connsiteY80" fmla="*/ 296654 h 5689362"/>
                <a:gd name="connsiteX81" fmla="*/ 472111 w 2326735"/>
                <a:gd name="connsiteY81" fmla="*/ 110216 h 5689362"/>
                <a:gd name="connsiteX82" fmla="*/ 298289 w 2326735"/>
                <a:gd name="connsiteY82" fmla="*/ 42186 h 5689362"/>
                <a:gd name="connsiteX83" fmla="*/ 214394 w 2326735"/>
                <a:gd name="connsiteY83" fmla="*/ 10681 h 5689362"/>
                <a:gd name="connsiteX84" fmla="*/ 166835 w 2326735"/>
                <a:gd name="connsiteY84" fmla="*/ 3410 h 5689362"/>
                <a:gd name="connsiteX85" fmla="*/ 164068 w 2326735"/>
                <a:gd name="connsiteY85" fmla="*/ 30567 h 5689362"/>
                <a:gd name="connsiteX86" fmla="*/ 165271 w 2326735"/>
                <a:gd name="connsiteY86" fmla="*/ 34606 h 5689362"/>
                <a:gd name="connsiteX87" fmla="*/ 307072 w 2326735"/>
                <a:gd name="connsiteY87" fmla="*/ 319188 h 5689362"/>
                <a:gd name="connsiteX88" fmla="*/ 703856 w 2326735"/>
                <a:gd name="connsiteY88" fmla="*/ 529758 h 5689362"/>
                <a:gd name="connsiteX89" fmla="*/ 715424 w 2326735"/>
                <a:gd name="connsiteY89" fmla="*/ 532972 h 5689362"/>
                <a:gd name="connsiteX90" fmla="*/ 767813 w 2326735"/>
                <a:gd name="connsiteY90" fmla="*/ 575581 h 5689362"/>
                <a:gd name="connsiteX91" fmla="*/ 900985 w 2326735"/>
                <a:gd name="connsiteY91" fmla="*/ 707172 h 5689362"/>
                <a:gd name="connsiteX92" fmla="*/ 668036 w 2326735"/>
                <a:gd name="connsiteY92" fmla="*/ 653305 h 5689362"/>
                <a:gd name="connsiteX93" fmla="*/ 524070 w 2326735"/>
                <a:gd name="connsiteY93" fmla="*/ 669822 h 5689362"/>
                <a:gd name="connsiteX94" fmla="*/ 522282 w 2326735"/>
                <a:gd name="connsiteY94" fmla="*/ 670097 h 5689362"/>
                <a:gd name="connsiteX95" fmla="*/ 480945 w 2326735"/>
                <a:gd name="connsiteY95" fmla="*/ 676079 h 5689362"/>
                <a:gd name="connsiteX96" fmla="*/ 393768 w 2326735"/>
                <a:gd name="connsiteY96" fmla="*/ 690156 h 5689362"/>
                <a:gd name="connsiteX97" fmla="*/ 351056 w 2326735"/>
                <a:gd name="connsiteY97" fmla="*/ 710558 h 5689362"/>
                <a:gd name="connsiteX98" fmla="*/ 351503 w 2326735"/>
                <a:gd name="connsiteY98" fmla="*/ 723844 h 5689362"/>
                <a:gd name="connsiteX99" fmla="*/ 358309 w 2326735"/>
                <a:gd name="connsiteY99" fmla="*/ 734277 h 5689362"/>
                <a:gd name="connsiteX100" fmla="*/ 627868 w 2326735"/>
                <a:gd name="connsiteY100" fmla="*/ 936184 h 5689362"/>
                <a:gd name="connsiteX101" fmla="*/ 976097 w 2326735"/>
                <a:gd name="connsiteY101" fmla="*/ 924909 h 5689362"/>
                <a:gd name="connsiteX102" fmla="*/ 1033504 w 2326735"/>
                <a:gd name="connsiteY102" fmla="*/ 911623 h 5689362"/>
                <a:gd name="connsiteX103" fmla="*/ 1066798 w 2326735"/>
                <a:gd name="connsiteY103" fmla="*/ 915198 h 5689362"/>
                <a:gd name="connsiteX104" fmla="*/ 1083143 w 2326735"/>
                <a:gd name="connsiteY104" fmla="*/ 921935 h 5689362"/>
                <a:gd name="connsiteX105" fmla="*/ 1267845 w 2326735"/>
                <a:gd name="connsiteY105" fmla="*/ 1195155 h 5689362"/>
                <a:gd name="connsiteX106" fmla="*/ 1068791 w 2326735"/>
                <a:gd name="connsiteY106" fmla="*/ 1094898 h 5689362"/>
                <a:gd name="connsiteX107" fmla="*/ 840105 w 2326735"/>
                <a:gd name="connsiteY107" fmla="*/ 1069133 h 5689362"/>
                <a:gd name="connsiteX108" fmla="*/ 814959 w 2326735"/>
                <a:gd name="connsiteY108" fmla="*/ 1067861 h 5689362"/>
                <a:gd name="connsiteX109" fmla="*/ 743612 w 2326735"/>
                <a:gd name="connsiteY109" fmla="*/ 1063633 h 5689362"/>
                <a:gd name="connsiteX110" fmla="*/ 702945 w 2326735"/>
                <a:gd name="connsiteY110" fmla="*/ 1061124 h 5689362"/>
                <a:gd name="connsiteX111" fmla="*/ 689625 w 2326735"/>
                <a:gd name="connsiteY111" fmla="*/ 1067896 h 5689362"/>
                <a:gd name="connsiteX112" fmla="*/ 687424 w 2326735"/>
                <a:gd name="connsiteY112" fmla="*/ 1083674 h 5689362"/>
                <a:gd name="connsiteX113" fmla="*/ 693561 w 2326735"/>
                <a:gd name="connsiteY113" fmla="*/ 1098542 h 5689362"/>
                <a:gd name="connsiteX114" fmla="*/ 977798 w 2326735"/>
                <a:gd name="connsiteY114" fmla="*/ 1378637 h 5689362"/>
                <a:gd name="connsiteX115" fmla="*/ 1286184 w 2326735"/>
                <a:gd name="connsiteY115" fmla="*/ 1423962 h 5689362"/>
                <a:gd name="connsiteX116" fmla="*/ 1324961 w 2326735"/>
                <a:gd name="connsiteY116" fmla="*/ 1419699 h 5689362"/>
                <a:gd name="connsiteX117" fmla="*/ 1403269 w 2326735"/>
                <a:gd name="connsiteY117" fmla="*/ 1444656 h 5689362"/>
                <a:gd name="connsiteX118" fmla="*/ 1549504 w 2326735"/>
                <a:gd name="connsiteY118" fmla="*/ 1795841 h 5689362"/>
                <a:gd name="connsiteX119" fmla="*/ 1364631 w 2326735"/>
                <a:gd name="connsiteY119" fmla="*/ 1647904 h 5689362"/>
                <a:gd name="connsiteX120" fmla="*/ 1125511 w 2326735"/>
                <a:gd name="connsiteY120" fmla="*/ 1544312 h 5689362"/>
                <a:gd name="connsiteX121" fmla="*/ 1022366 w 2326735"/>
                <a:gd name="connsiteY121" fmla="*/ 1501290 h 5689362"/>
                <a:gd name="connsiteX122" fmla="*/ 1006468 w 2326735"/>
                <a:gd name="connsiteY122" fmla="*/ 1502665 h 5689362"/>
                <a:gd name="connsiteX123" fmla="*/ 999008 w 2326735"/>
                <a:gd name="connsiteY123" fmla="*/ 1516553 h 5689362"/>
                <a:gd name="connsiteX124" fmla="*/ 1278468 w 2326735"/>
                <a:gd name="connsiteY124" fmla="*/ 1968184 h 5689362"/>
                <a:gd name="connsiteX125" fmla="*/ 1534001 w 2326735"/>
                <a:gd name="connsiteY125" fmla="*/ 2073787 h 5689362"/>
                <a:gd name="connsiteX126" fmla="*/ 1622347 w 2326735"/>
                <a:gd name="connsiteY126" fmla="*/ 2106720 h 5689362"/>
                <a:gd name="connsiteX127" fmla="*/ 1636475 w 2326735"/>
                <a:gd name="connsiteY127" fmla="*/ 2116448 h 5689362"/>
                <a:gd name="connsiteX128" fmla="*/ 1651274 w 2326735"/>
                <a:gd name="connsiteY128" fmla="*/ 2141783 h 5689362"/>
                <a:gd name="connsiteX129" fmla="*/ 1725200 w 2326735"/>
                <a:gd name="connsiteY129" fmla="*/ 2580592 h 5689362"/>
                <a:gd name="connsiteX130" fmla="*/ 1709112 w 2326735"/>
                <a:gd name="connsiteY130" fmla="*/ 2534665 h 5689362"/>
                <a:gd name="connsiteX131" fmla="*/ 1512928 w 2326735"/>
                <a:gd name="connsiteY131" fmla="*/ 2275986 h 5689362"/>
                <a:gd name="connsiteX132" fmla="*/ 1360248 w 2326735"/>
                <a:gd name="connsiteY132" fmla="*/ 2151855 h 5689362"/>
                <a:gd name="connsiteX133" fmla="*/ 1357841 w 2326735"/>
                <a:gd name="connsiteY133" fmla="*/ 2149964 h 5689362"/>
                <a:gd name="connsiteX134" fmla="*/ 1288969 w 2326735"/>
                <a:gd name="connsiteY134" fmla="*/ 2095169 h 5689362"/>
                <a:gd name="connsiteX135" fmla="*/ 1274291 w 2326735"/>
                <a:gd name="connsiteY135" fmla="*/ 2082880 h 5689362"/>
                <a:gd name="connsiteX136" fmla="*/ 1260008 w 2326735"/>
                <a:gd name="connsiteY136" fmla="*/ 2070642 h 5689362"/>
                <a:gd name="connsiteX137" fmla="*/ 1241720 w 2326735"/>
                <a:gd name="connsiteY137" fmla="*/ 2068459 h 5689362"/>
                <a:gd name="connsiteX138" fmla="*/ 1232593 w 2326735"/>
                <a:gd name="connsiteY138" fmla="*/ 2084512 h 5689362"/>
                <a:gd name="connsiteX139" fmla="*/ 1234397 w 2326735"/>
                <a:gd name="connsiteY139" fmla="*/ 2113302 h 5689362"/>
                <a:gd name="connsiteX140" fmla="*/ 1234673 w 2326735"/>
                <a:gd name="connsiteY140" fmla="*/ 2117582 h 5689362"/>
                <a:gd name="connsiteX141" fmla="*/ 1238780 w 2326735"/>
                <a:gd name="connsiteY141" fmla="*/ 2171793 h 5689362"/>
                <a:gd name="connsiteX142" fmla="*/ 1394263 w 2326735"/>
                <a:gd name="connsiteY142" fmla="*/ 2608333 h 5689362"/>
                <a:gd name="connsiteX143" fmla="*/ 1645018 w 2326735"/>
                <a:gd name="connsiteY143" fmla="*/ 2820742 h 5689362"/>
                <a:gd name="connsiteX144" fmla="*/ 1718136 w 2326735"/>
                <a:gd name="connsiteY144" fmla="*/ 2876861 h 5689362"/>
                <a:gd name="connsiteX145" fmla="*/ 1743058 w 2326735"/>
                <a:gd name="connsiteY145" fmla="*/ 2960480 h 5689362"/>
                <a:gd name="connsiteX146" fmla="*/ 1715128 w 2326735"/>
                <a:gd name="connsiteY146" fmla="*/ 3350097 h 5689362"/>
                <a:gd name="connsiteX147" fmla="*/ 1690515 w 2326735"/>
                <a:gd name="connsiteY147" fmla="*/ 3239940 h 5689362"/>
                <a:gd name="connsiteX148" fmla="*/ 1566589 w 2326735"/>
                <a:gd name="connsiteY148" fmla="*/ 3005960 h 5689362"/>
                <a:gd name="connsiteX149" fmla="*/ 1415662 w 2326735"/>
                <a:gd name="connsiteY149" fmla="*/ 2803193 h 5689362"/>
                <a:gd name="connsiteX150" fmla="*/ 1412345 w 2326735"/>
                <a:gd name="connsiteY150" fmla="*/ 2798776 h 5689362"/>
                <a:gd name="connsiteX151" fmla="*/ 1353596 w 2326735"/>
                <a:gd name="connsiteY151" fmla="*/ 2720639 h 5689362"/>
                <a:gd name="connsiteX152" fmla="*/ 1341771 w 2326735"/>
                <a:gd name="connsiteY152" fmla="*/ 2712424 h 5689362"/>
                <a:gd name="connsiteX153" fmla="*/ 1327900 w 2326735"/>
                <a:gd name="connsiteY153" fmla="*/ 2712063 h 5689362"/>
                <a:gd name="connsiteX154" fmla="*/ 1318567 w 2326735"/>
                <a:gd name="connsiteY154" fmla="*/ 2722255 h 5689362"/>
                <a:gd name="connsiteX155" fmla="*/ 1317982 w 2326735"/>
                <a:gd name="connsiteY155" fmla="*/ 2724043 h 5689362"/>
                <a:gd name="connsiteX156" fmla="*/ 1316161 w 2326735"/>
                <a:gd name="connsiteY156" fmla="*/ 2730712 h 5689362"/>
                <a:gd name="connsiteX157" fmla="*/ 1380616 w 2326735"/>
                <a:gd name="connsiteY157" fmla="*/ 3292225 h 5689362"/>
                <a:gd name="connsiteX158" fmla="*/ 1559302 w 2326735"/>
                <a:gd name="connsiteY158" fmla="*/ 3541313 h 5689362"/>
                <a:gd name="connsiteX159" fmla="*/ 1650432 w 2326735"/>
                <a:gd name="connsiteY159" fmla="*/ 3665479 h 5689362"/>
                <a:gd name="connsiteX160" fmla="*/ 1653629 w 2326735"/>
                <a:gd name="connsiteY160" fmla="*/ 3682238 h 5689362"/>
                <a:gd name="connsiteX161" fmla="*/ 1505641 w 2326735"/>
                <a:gd name="connsiteY161" fmla="*/ 4135158 h 5689362"/>
                <a:gd name="connsiteX162" fmla="*/ 1502375 w 2326735"/>
                <a:gd name="connsiteY162" fmla="*/ 3897465 h 5689362"/>
                <a:gd name="connsiteX163" fmla="*/ 1395311 w 2326735"/>
                <a:gd name="connsiteY163" fmla="*/ 3570516 h 5689362"/>
                <a:gd name="connsiteX164" fmla="*/ 1383744 w 2326735"/>
                <a:gd name="connsiteY164" fmla="*/ 3541485 h 5689362"/>
                <a:gd name="connsiteX165" fmla="*/ 1328605 w 2326735"/>
                <a:gd name="connsiteY165" fmla="*/ 3402813 h 5689362"/>
                <a:gd name="connsiteX166" fmla="*/ 1312774 w 2326735"/>
                <a:gd name="connsiteY166" fmla="*/ 3392225 h 5689362"/>
                <a:gd name="connsiteX167" fmla="*/ 1298268 w 2326735"/>
                <a:gd name="connsiteY167" fmla="*/ 3401283 h 5689362"/>
                <a:gd name="connsiteX168" fmla="*/ 1292200 w 2326735"/>
                <a:gd name="connsiteY168" fmla="*/ 3412696 h 5689362"/>
                <a:gd name="connsiteX169" fmla="*/ 1284913 w 2326735"/>
                <a:gd name="connsiteY169" fmla="*/ 3427168 h 5689362"/>
                <a:gd name="connsiteX170" fmla="*/ 1207000 w 2326735"/>
                <a:gd name="connsiteY170" fmla="*/ 3961026 h 5689362"/>
                <a:gd name="connsiteX171" fmla="*/ 1308993 w 2326735"/>
                <a:gd name="connsiteY171" fmla="*/ 4258258 h 5689362"/>
                <a:gd name="connsiteX172" fmla="*/ 1366092 w 2326735"/>
                <a:gd name="connsiteY172" fmla="*/ 4397910 h 5689362"/>
                <a:gd name="connsiteX173" fmla="*/ 1360884 w 2326735"/>
                <a:gd name="connsiteY173" fmla="*/ 4430052 h 5689362"/>
                <a:gd name="connsiteX174" fmla="*/ 1141341 w 2326735"/>
                <a:gd name="connsiteY174" fmla="*/ 4753839 h 5689362"/>
                <a:gd name="connsiteX175" fmla="*/ 1142253 w 2326735"/>
                <a:gd name="connsiteY175" fmla="*/ 4752189 h 5689362"/>
                <a:gd name="connsiteX176" fmla="*/ 1196000 w 2326735"/>
                <a:gd name="connsiteY176" fmla="*/ 4433953 h 5689362"/>
                <a:gd name="connsiteX177" fmla="*/ 1172005 w 2326735"/>
                <a:gd name="connsiteY177" fmla="*/ 4184986 h 5689362"/>
                <a:gd name="connsiteX178" fmla="*/ 1171472 w 2326735"/>
                <a:gd name="connsiteY178" fmla="*/ 4180293 h 5689362"/>
                <a:gd name="connsiteX179" fmla="*/ 1160644 w 2326735"/>
                <a:gd name="connsiteY179" fmla="*/ 4082803 h 5689362"/>
                <a:gd name="connsiteX180" fmla="*/ 1154250 w 2326735"/>
                <a:gd name="connsiteY180" fmla="*/ 4027200 h 5689362"/>
                <a:gd name="connsiteX181" fmla="*/ 1151276 w 2326735"/>
                <a:gd name="connsiteY181" fmla="*/ 4001865 h 5689362"/>
                <a:gd name="connsiteX182" fmla="*/ 1142287 w 2326735"/>
                <a:gd name="connsiteY182" fmla="*/ 3988974 h 5689362"/>
                <a:gd name="connsiteX183" fmla="*/ 1102360 w 2326735"/>
                <a:gd name="connsiteY183" fmla="*/ 4010476 h 5689362"/>
                <a:gd name="connsiteX184" fmla="*/ 899731 w 2326735"/>
                <a:gd name="connsiteY184" fmla="*/ 4446879 h 5689362"/>
                <a:gd name="connsiteX185" fmla="*/ 942081 w 2326735"/>
                <a:gd name="connsiteY185" fmla="*/ 4879964 h 5689362"/>
                <a:gd name="connsiteX186" fmla="*/ 943474 w 2326735"/>
                <a:gd name="connsiteY186" fmla="*/ 4892443 h 5689362"/>
                <a:gd name="connsiteX187" fmla="*/ 940569 w 2326735"/>
                <a:gd name="connsiteY187" fmla="*/ 4964873 h 5689362"/>
                <a:gd name="connsiteX188" fmla="*/ 935120 w 2326735"/>
                <a:gd name="connsiteY188" fmla="*/ 4978142 h 5689362"/>
                <a:gd name="connsiteX189" fmla="*/ 575067 w 2326735"/>
                <a:gd name="connsiteY189" fmla="*/ 5252049 h 5689362"/>
                <a:gd name="connsiteX190" fmla="*/ 709099 w 2326735"/>
                <a:gd name="connsiteY190" fmla="*/ 5032576 h 5689362"/>
                <a:gd name="connsiteX191" fmla="*/ 772797 w 2326735"/>
                <a:gd name="connsiteY191" fmla="*/ 4722660 h 5689362"/>
                <a:gd name="connsiteX192" fmla="*/ 774172 w 2326735"/>
                <a:gd name="connsiteY192" fmla="*/ 4713533 h 5689362"/>
                <a:gd name="connsiteX193" fmla="*/ 791532 w 2326735"/>
                <a:gd name="connsiteY193" fmla="*/ 4604802 h 5689362"/>
                <a:gd name="connsiteX194" fmla="*/ 798252 w 2326735"/>
                <a:gd name="connsiteY194" fmla="*/ 4563259 h 5689362"/>
                <a:gd name="connsiteX195" fmla="*/ 792134 w 2326735"/>
                <a:gd name="connsiteY195" fmla="*/ 4547531 h 5689362"/>
                <a:gd name="connsiteX196" fmla="*/ 775375 w 2326735"/>
                <a:gd name="connsiteY196" fmla="*/ 4545228 h 5689362"/>
                <a:gd name="connsiteX197" fmla="*/ 769514 w 2326735"/>
                <a:gd name="connsiteY197" fmla="*/ 4547652 h 5689362"/>
                <a:gd name="connsiteX198" fmla="*/ 752670 w 2326735"/>
                <a:gd name="connsiteY198" fmla="*/ 4555129 h 5689362"/>
                <a:gd name="connsiteX199" fmla="*/ 369189 w 2326735"/>
                <a:gd name="connsiteY199" fmla="*/ 5233693 h 5689362"/>
                <a:gd name="connsiteX200" fmla="*/ 357295 w 2326735"/>
                <a:gd name="connsiteY200" fmla="*/ 5355418 h 5689362"/>
                <a:gd name="connsiteX201" fmla="*/ 351331 w 2326735"/>
                <a:gd name="connsiteY201" fmla="*/ 5363565 h 5689362"/>
                <a:gd name="connsiteX202" fmla="*/ 13003 w 2326735"/>
                <a:gd name="connsiteY202" fmla="*/ 5473018 h 5689362"/>
                <a:gd name="connsiteX203" fmla="*/ 885 w 2326735"/>
                <a:gd name="connsiteY203" fmla="*/ 5483950 h 5689362"/>
                <a:gd name="connsiteX204" fmla="*/ 3962 w 2326735"/>
                <a:gd name="connsiteY204" fmla="*/ 5500072 h 5689362"/>
                <a:gd name="connsiteX205" fmla="*/ 35261 w 2326735"/>
                <a:gd name="connsiteY205" fmla="*/ 5545964 h 5689362"/>
                <a:gd name="connsiteX206" fmla="*/ 53635 w 2326735"/>
                <a:gd name="connsiteY206" fmla="*/ 5554300 h 5689362"/>
                <a:gd name="connsiteX207" fmla="*/ 316250 w 2326735"/>
                <a:gd name="connsiteY207" fmla="*/ 5474599 h 5689362"/>
                <a:gd name="connsiteX208" fmla="*/ 332991 w 2326735"/>
                <a:gd name="connsiteY208" fmla="*/ 5471385 h 5689362"/>
                <a:gd name="connsiteX209" fmla="*/ 393046 w 2326735"/>
                <a:gd name="connsiteY209" fmla="*/ 5483090 h 5689362"/>
                <a:gd name="connsiteX210" fmla="*/ 401348 w 2326735"/>
                <a:gd name="connsiteY210" fmla="*/ 5486081 h 5689362"/>
                <a:gd name="connsiteX211" fmla="*/ 651760 w 2326735"/>
                <a:gd name="connsiteY211" fmla="*/ 5671006 h 5689362"/>
                <a:gd name="connsiteX212" fmla="*/ 732371 w 2326735"/>
                <a:gd name="connsiteY212" fmla="*/ 5684825 h 5689362"/>
                <a:gd name="connsiteX213" fmla="*/ 826698 w 2326735"/>
                <a:gd name="connsiteY213" fmla="*/ 5689363 h 5689362"/>
                <a:gd name="connsiteX214" fmla="*/ 908084 w 2326735"/>
                <a:gd name="connsiteY214" fmla="*/ 5686407 h 5689362"/>
                <a:gd name="connsiteX215" fmla="*/ 1181596 w 2326735"/>
                <a:gd name="connsiteY215" fmla="*/ 5614303 h 5689362"/>
                <a:gd name="connsiteX216" fmla="*/ 1279654 w 2326735"/>
                <a:gd name="connsiteY216" fmla="*/ 5542681 h 5689362"/>
                <a:gd name="connsiteX217" fmla="*/ 1277574 w 2326735"/>
                <a:gd name="connsiteY217" fmla="*/ 5519890 h 5689362"/>
                <a:gd name="connsiteX218" fmla="*/ 1026939 w 2326735"/>
                <a:gd name="connsiteY218" fmla="*/ 5362104 h 5689362"/>
                <a:gd name="connsiteX219" fmla="*/ 660732 w 2326735"/>
                <a:gd name="connsiteY219" fmla="*/ 5318567 h 5689362"/>
                <a:gd name="connsiteX220" fmla="*/ 609752 w 2326735"/>
                <a:gd name="connsiteY220" fmla="*/ 5331114 h 5689362"/>
                <a:gd name="connsiteX221" fmla="*/ 921937 w 2326735"/>
                <a:gd name="connsiteY221" fmla="*/ 5101947 h 5689362"/>
                <a:gd name="connsiteX222" fmla="*/ 929363 w 2326735"/>
                <a:gd name="connsiteY222" fmla="*/ 5098286 h 5689362"/>
                <a:gd name="connsiteX223" fmla="*/ 988867 w 2326735"/>
                <a:gd name="connsiteY223" fmla="*/ 5090723 h 5689362"/>
                <a:gd name="connsiteX224" fmla="*/ 993766 w 2326735"/>
                <a:gd name="connsiteY224" fmla="*/ 5091806 h 5689362"/>
                <a:gd name="connsiteX225" fmla="*/ 1227866 w 2326735"/>
                <a:gd name="connsiteY225" fmla="*/ 5190654 h 5689362"/>
                <a:gd name="connsiteX226" fmla="*/ 1242888 w 2326735"/>
                <a:gd name="connsiteY226" fmla="*/ 5190379 h 5689362"/>
                <a:gd name="connsiteX227" fmla="*/ 1561622 w 2326735"/>
                <a:gd name="connsiteY227" fmla="*/ 5103236 h 5689362"/>
                <a:gd name="connsiteX228" fmla="*/ 1781697 w 2326735"/>
                <a:gd name="connsiteY228" fmla="*/ 4948166 h 5689362"/>
                <a:gd name="connsiteX229" fmla="*/ 1819991 w 2326735"/>
                <a:gd name="connsiteY229" fmla="*/ 4900143 h 5689362"/>
                <a:gd name="connsiteX230" fmla="*/ 1821091 w 2326735"/>
                <a:gd name="connsiteY230" fmla="*/ 4898647 h 5689362"/>
                <a:gd name="connsiteX231" fmla="*/ 1836286 w 2326735"/>
                <a:gd name="connsiteY231" fmla="*/ 4878366 h 5689362"/>
                <a:gd name="connsiteX232" fmla="*/ 1839551 w 2326735"/>
                <a:gd name="connsiteY232" fmla="*/ 4865354 h 5689362"/>
                <a:gd name="connsiteX233" fmla="*/ 1831645 w 2326735"/>
                <a:gd name="connsiteY233" fmla="*/ 4853856 h 5689362"/>
                <a:gd name="connsiteX234" fmla="*/ 1778328 w 2326735"/>
                <a:gd name="connsiteY234" fmla="*/ 4828968 h 5689362"/>
                <a:gd name="connsiteX235" fmla="*/ 1282610 w 2326735"/>
                <a:gd name="connsiteY235" fmla="*/ 4809683 h 5689362"/>
                <a:gd name="connsiteX236" fmla="*/ 1132370 w 2326735"/>
                <a:gd name="connsiteY236" fmla="*/ 4887011 h 5689362"/>
                <a:gd name="connsiteX237" fmla="*/ 1378879 w 2326735"/>
                <a:gd name="connsiteY237" fmla="*/ 4547721 h 5689362"/>
                <a:gd name="connsiteX238" fmla="*/ 1382506 w 2326735"/>
                <a:gd name="connsiteY238" fmla="*/ 4542307 h 5689362"/>
                <a:gd name="connsiteX239" fmla="*/ 1402444 w 2326735"/>
                <a:gd name="connsiteY239" fmla="*/ 4530275 h 5689362"/>
                <a:gd name="connsiteX240" fmla="*/ 1438487 w 2326735"/>
                <a:gd name="connsiteY240" fmla="*/ 4507312 h 5689362"/>
                <a:gd name="connsiteX241" fmla="*/ 1461020 w 2326735"/>
                <a:gd name="connsiteY241" fmla="*/ 4506178 h 5689362"/>
                <a:gd name="connsiteX242" fmla="*/ 1505675 w 2326735"/>
                <a:gd name="connsiteY242" fmla="*/ 4523778 h 5689362"/>
                <a:gd name="connsiteX243" fmla="*/ 1766021 w 2326735"/>
                <a:gd name="connsiteY243" fmla="*/ 4490845 h 5689362"/>
                <a:gd name="connsiteX244" fmla="*/ 1974133 w 2326735"/>
                <a:gd name="connsiteY244" fmla="*/ 4326065 h 5689362"/>
                <a:gd name="connsiteX245" fmla="*/ 2147405 w 2326735"/>
                <a:gd name="connsiteY245" fmla="*/ 4069053 h 5689362"/>
                <a:gd name="connsiteX246" fmla="*/ 2164920 w 2326735"/>
                <a:gd name="connsiteY246" fmla="*/ 4013587 h 5689362"/>
                <a:gd name="connsiteX247" fmla="*/ 2171709 w 2326735"/>
                <a:gd name="connsiteY247" fmla="*/ 3989490 h 5689362"/>
                <a:gd name="connsiteX248" fmla="*/ 2161345 w 2326735"/>
                <a:gd name="connsiteY248" fmla="*/ 3968967 h 5689362"/>
                <a:gd name="connsiteX249" fmla="*/ 2154366 w 2326735"/>
                <a:gd name="connsiteY249" fmla="*/ 3968435 h 5689362"/>
                <a:gd name="connsiteX250" fmla="*/ 1634241 w 2326735"/>
                <a:gd name="connsiteY250" fmla="*/ 4147413 h 5689362"/>
                <a:gd name="connsiteX251" fmla="*/ 1528363 w 2326735"/>
                <a:gd name="connsiteY251" fmla="*/ 4269516 h 5689362"/>
                <a:gd name="connsiteX252" fmla="*/ 1707891 w 2326735"/>
                <a:gd name="connsiteY252" fmla="*/ 3796744 h 5689362"/>
                <a:gd name="connsiteX253" fmla="*/ 1708596 w 2326735"/>
                <a:gd name="connsiteY253" fmla="*/ 3794338 h 5689362"/>
                <a:gd name="connsiteX254" fmla="*/ 1710642 w 2326735"/>
                <a:gd name="connsiteY254" fmla="*/ 3788459 h 5689362"/>
                <a:gd name="connsiteX255" fmla="*/ 1757530 w 2326735"/>
                <a:gd name="connsiteY255" fmla="*/ 3724073 h 5689362"/>
                <a:gd name="connsiteX256" fmla="*/ 1762240 w 2326735"/>
                <a:gd name="connsiteY256" fmla="*/ 3721495 h 5689362"/>
                <a:gd name="connsiteX257" fmla="*/ 1766330 w 2326735"/>
                <a:gd name="connsiteY257" fmla="*/ 3721667 h 5689362"/>
                <a:gd name="connsiteX258" fmla="*/ 1776351 w 2326735"/>
                <a:gd name="connsiteY258" fmla="*/ 3722268 h 5689362"/>
                <a:gd name="connsiteX259" fmla="*/ 1848678 w 2326735"/>
                <a:gd name="connsiteY259" fmla="*/ 3721478 h 5689362"/>
                <a:gd name="connsiteX260" fmla="*/ 2032882 w 2326735"/>
                <a:gd name="connsiteY260" fmla="*/ 3618677 h 5689362"/>
                <a:gd name="connsiteX261" fmla="*/ 2314300 w 2326735"/>
                <a:gd name="connsiteY261" fmla="*/ 3095578 h 5689362"/>
                <a:gd name="connsiteX262" fmla="*/ 2323719 w 2326735"/>
                <a:gd name="connsiteY262" fmla="*/ 3024677 h 5689362"/>
                <a:gd name="connsiteX263" fmla="*/ 2326658 w 2326735"/>
                <a:gd name="connsiteY263" fmla="*/ 2990095 h 5689362"/>
                <a:gd name="connsiteX264" fmla="*/ 2320660 w 2326735"/>
                <a:gd name="connsiteY264" fmla="*/ 2975382 h 5689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326735" h="5689362">
                  <a:moveTo>
                    <a:pt x="2320660" y="2975382"/>
                  </a:moveTo>
                  <a:cubicBezTo>
                    <a:pt x="2316329" y="2971807"/>
                    <a:pt x="2310038" y="2970673"/>
                    <a:pt x="2305139" y="2972323"/>
                  </a:cubicBezTo>
                  <a:cubicBezTo>
                    <a:pt x="2299158" y="2974162"/>
                    <a:pt x="2293675" y="2975761"/>
                    <a:pt x="2288501" y="2977273"/>
                  </a:cubicBezTo>
                  <a:lnTo>
                    <a:pt x="2285974" y="2978012"/>
                  </a:lnTo>
                  <a:cubicBezTo>
                    <a:pt x="2273221" y="2981742"/>
                    <a:pt x="2262203" y="2984939"/>
                    <a:pt x="2251289" y="2989322"/>
                  </a:cubicBezTo>
                  <a:cubicBezTo>
                    <a:pt x="2078859" y="3057833"/>
                    <a:pt x="1943109" y="3175210"/>
                    <a:pt x="1836268" y="3348138"/>
                  </a:cubicBezTo>
                  <a:cubicBezTo>
                    <a:pt x="1809885" y="3390867"/>
                    <a:pt x="1789448" y="3435281"/>
                    <a:pt x="1773171" y="3479574"/>
                  </a:cubicBezTo>
                  <a:cubicBezTo>
                    <a:pt x="1799864" y="3330589"/>
                    <a:pt x="1806052" y="3272545"/>
                    <a:pt x="1810779" y="3105839"/>
                  </a:cubicBezTo>
                  <a:cubicBezTo>
                    <a:pt x="1811002" y="3098844"/>
                    <a:pt x="1811002" y="3091728"/>
                    <a:pt x="1811002" y="3084663"/>
                  </a:cubicBezTo>
                  <a:cubicBezTo>
                    <a:pt x="1811002" y="3065378"/>
                    <a:pt x="1811002" y="3047159"/>
                    <a:pt x="1815213" y="3030539"/>
                  </a:cubicBezTo>
                  <a:cubicBezTo>
                    <a:pt x="1820266" y="3010841"/>
                    <a:pt x="1830424" y="2991195"/>
                    <a:pt x="1840256" y="2972185"/>
                  </a:cubicBezTo>
                  <a:cubicBezTo>
                    <a:pt x="1843023" y="2966805"/>
                    <a:pt x="1845791" y="2961426"/>
                    <a:pt x="1848077" y="2956699"/>
                  </a:cubicBezTo>
                  <a:cubicBezTo>
                    <a:pt x="1848867" y="2955771"/>
                    <a:pt x="1851428" y="2954207"/>
                    <a:pt x="1852425" y="2954052"/>
                  </a:cubicBezTo>
                  <a:cubicBezTo>
                    <a:pt x="1901738" y="2946524"/>
                    <a:pt x="1945343" y="2925589"/>
                    <a:pt x="1985770" y="2890061"/>
                  </a:cubicBezTo>
                  <a:cubicBezTo>
                    <a:pt x="2026505" y="2854087"/>
                    <a:pt x="2060005" y="2810051"/>
                    <a:pt x="2085356" y="2759140"/>
                  </a:cubicBezTo>
                  <a:cubicBezTo>
                    <a:pt x="2176350" y="2576673"/>
                    <a:pt x="2221881" y="2374989"/>
                    <a:pt x="2220729" y="2159762"/>
                  </a:cubicBezTo>
                  <a:cubicBezTo>
                    <a:pt x="2220626" y="2138998"/>
                    <a:pt x="2218185" y="2118785"/>
                    <a:pt x="2215504" y="2096802"/>
                  </a:cubicBezTo>
                  <a:cubicBezTo>
                    <a:pt x="2214284" y="2086953"/>
                    <a:pt x="2213046" y="2076881"/>
                    <a:pt x="2212015" y="2066448"/>
                  </a:cubicBezTo>
                  <a:cubicBezTo>
                    <a:pt x="2211431" y="2060725"/>
                    <a:pt x="2207907" y="2055637"/>
                    <a:pt x="2202802" y="2053162"/>
                  </a:cubicBezTo>
                  <a:cubicBezTo>
                    <a:pt x="2197766" y="2050721"/>
                    <a:pt x="2191681" y="2050893"/>
                    <a:pt x="2186594" y="2053970"/>
                  </a:cubicBezTo>
                  <a:cubicBezTo>
                    <a:pt x="2183517" y="2055895"/>
                    <a:pt x="2180887" y="2057459"/>
                    <a:pt x="2178498" y="2058851"/>
                  </a:cubicBezTo>
                  <a:cubicBezTo>
                    <a:pt x="2173875" y="2061601"/>
                    <a:pt x="2170351" y="2063750"/>
                    <a:pt x="2167017" y="2066156"/>
                  </a:cubicBezTo>
                  <a:cubicBezTo>
                    <a:pt x="2089396" y="2121793"/>
                    <a:pt x="2020936" y="2191061"/>
                    <a:pt x="1963511" y="2271982"/>
                  </a:cubicBezTo>
                  <a:cubicBezTo>
                    <a:pt x="1869802" y="2404243"/>
                    <a:pt x="1815299" y="2553796"/>
                    <a:pt x="1800621" y="2718319"/>
                  </a:cubicBezTo>
                  <a:cubicBezTo>
                    <a:pt x="1799159" y="2699979"/>
                    <a:pt x="1797681" y="2681640"/>
                    <a:pt x="1796203" y="2663300"/>
                  </a:cubicBezTo>
                  <a:lnTo>
                    <a:pt x="1795688" y="2656649"/>
                  </a:lnTo>
                  <a:cubicBezTo>
                    <a:pt x="1789930" y="2584751"/>
                    <a:pt x="1783983" y="2510396"/>
                    <a:pt x="1779136" y="2437278"/>
                  </a:cubicBezTo>
                  <a:cubicBezTo>
                    <a:pt x="1777915" y="2418767"/>
                    <a:pt x="1774357" y="2400754"/>
                    <a:pt x="1770920" y="2383326"/>
                  </a:cubicBezTo>
                  <a:cubicBezTo>
                    <a:pt x="1764285" y="2349826"/>
                    <a:pt x="1758012" y="2318183"/>
                    <a:pt x="1768049" y="2285027"/>
                  </a:cubicBezTo>
                  <a:cubicBezTo>
                    <a:pt x="1770335" y="2277534"/>
                    <a:pt x="1772260" y="2269988"/>
                    <a:pt x="1774185" y="2262460"/>
                  </a:cubicBezTo>
                  <a:cubicBezTo>
                    <a:pt x="1778929" y="2243811"/>
                    <a:pt x="1801841" y="2215090"/>
                    <a:pt x="1837025" y="2183687"/>
                  </a:cubicBezTo>
                  <a:lnTo>
                    <a:pt x="1838348" y="2182501"/>
                  </a:lnTo>
                  <a:cubicBezTo>
                    <a:pt x="1851325" y="2171501"/>
                    <a:pt x="1917980" y="2110518"/>
                    <a:pt x="1955794" y="1989893"/>
                  </a:cubicBezTo>
                  <a:cubicBezTo>
                    <a:pt x="1994174" y="1867343"/>
                    <a:pt x="1991269" y="1739292"/>
                    <a:pt x="1989156" y="1645790"/>
                  </a:cubicBezTo>
                  <a:lnTo>
                    <a:pt x="1989104" y="1643297"/>
                  </a:lnTo>
                  <a:cubicBezTo>
                    <a:pt x="1986285" y="1514766"/>
                    <a:pt x="1972397" y="1417911"/>
                    <a:pt x="1944071" y="1329204"/>
                  </a:cubicBezTo>
                  <a:cubicBezTo>
                    <a:pt x="1940411" y="1317860"/>
                    <a:pt x="1936062" y="1306671"/>
                    <a:pt x="1931456" y="1294914"/>
                  </a:cubicBezTo>
                  <a:cubicBezTo>
                    <a:pt x="1929066" y="1288795"/>
                    <a:pt x="1926626" y="1282470"/>
                    <a:pt x="1924116" y="1275853"/>
                  </a:cubicBezTo>
                  <a:cubicBezTo>
                    <a:pt x="1922054" y="1270250"/>
                    <a:pt x="1917103" y="1266176"/>
                    <a:pt x="1911311" y="1265214"/>
                  </a:cubicBezTo>
                  <a:lnTo>
                    <a:pt x="1908475" y="1264956"/>
                  </a:lnTo>
                  <a:cubicBezTo>
                    <a:pt x="1903456" y="1264956"/>
                    <a:pt x="1898764" y="1267207"/>
                    <a:pt x="1895584" y="1271092"/>
                  </a:cubicBezTo>
                  <a:lnTo>
                    <a:pt x="1868066" y="1304626"/>
                  </a:lnTo>
                  <a:cubicBezTo>
                    <a:pt x="1736131" y="1465539"/>
                    <a:pt x="1671316" y="1654263"/>
                    <a:pt x="1675372" y="1865572"/>
                  </a:cubicBezTo>
                  <a:cubicBezTo>
                    <a:pt x="1676077" y="1902784"/>
                    <a:pt x="1678861" y="1940959"/>
                    <a:pt x="1683794" y="1980371"/>
                  </a:cubicBezTo>
                  <a:cubicBezTo>
                    <a:pt x="1650260" y="1864644"/>
                    <a:pt x="1610934" y="1751994"/>
                    <a:pt x="1566211" y="1643624"/>
                  </a:cubicBezTo>
                  <a:cubicBezTo>
                    <a:pt x="1565283" y="1641252"/>
                    <a:pt x="1564681" y="1638313"/>
                    <a:pt x="1564613" y="1635821"/>
                  </a:cubicBezTo>
                  <a:lnTo>
                    <a:pt x="1564303" y="1621005"/>
                  </a:lnTo>
                  <a:cubicBezTo>
                    <a:pt x="1563839" y="1599623"/>
                    <a:pt x="1563358" y="1577502"/>
                    <a:pt x="1564269" y="1555742"/>
                  </a:cubicBezTo>
                  <a:cubicBezTo>
                    <a:pt x="1564406" y="1552132"/>
                    <a:pt x="1566744" y="1545652"/>
                    <a:pt x="1571608" y="1539276"/>
                  </a:cubicBezTo>
                  <a:cubicBezTo>
                    <a:pt x="1578518" y="1530149"/>
                    <a:pt x="1586183" y="1521228"/>
                    <a:pt x="1594124" y="1511947"/>
                  </a:cubicBezTo>
                  <a:cubicBezTo>
                    <a:pt x="1607651" y="1496203"/>
                    <a:pt x="1621625" y="1479943"/>
                    <a:pt x="1632694" y="1461380"/>
                  </a:cubicBezTo>
                  <a:cubicBezTo>
                    <a:pt x="1668342" y="1401669"/>
                    <a:pt x="1685083" y="1331129"/>
                    <a:pt x="1685358" y="1239363"/>
                  </a:cubicBezTo>
                  <a:cubicBezTo>
                    <a:pt x="1685839" y="1131337"/>
                    <a:pt x="1669184" y="1017655"/>
                    <a:pt x="1632883" y="881578"/>
                  </a:cubicBezTo>
                  <a:cubicBezTo>
                    <a:pt x="1613048" y="807343"/>
                    <a:pt x="1583107" y="710902"/>
                    <a:pt x="1527349" y="623466"/>
                  </a:cubicBezTo>
                  <a:cubicBezTo>
                    <a:pt x="1523568" y="617588"/>
                    <a:pt x="1519339" y="612054"/>
                    <a:pt x="1514836" y="606192"/>
                  </a:cubicBezTo>
                  <a:cubicBezTo>
                    <a:pt x="1512808" y="603597"/>
                    <a:pt x="1510677" y="600830"/>
                    <a:pt x="1508511" y="597856"/>
                  </a:cubicBezTo>
                  <a:cubicBezTo>
                    <a:pt x="1505348" y="593611"/>
                    <a:pt x="1500983" y="591136"/>
                    <a:pt x="1493936" y="591136"/>
                  </a:cubicBezTo>
                  <a:cubicBezTo>
                    <a:pt x="1488315" y="591548"/>
                    <a:pt x="1483296" y="594745"/>
                    <a:pt x="1480495" y="599713"/>
                  </a:cubicBezTo>
                  <a:cubicBezTo>
                    <a:pt x="1410505" y="726027"/>
                    <a:pt x="1375648" y="860970"/>
                    <a:pt x="1373998" y="1012258"/>
                  </a:cubicBezTo>
                  <a:cubicBezTo>
                    <a:pt x="1372589" y="1138401"/>
                    <a:pt x="1392286" y="1246943"/>
                    <a:pt x="1416985" y="1332728"/>
                  </a:cubicBezTo>
                  <a:cubicBezTo>
                    <a:pt x="1354129" y="1217895"/>
                    <a:pt x="1284277" y="1106947"/>
                    <a:pt x="1208564" y="1001705"/>
                  </a:cubicBezTo>
                  <a:lnTo>
                    <a:pt x="1206828" y="999316"/>
                  </a:lnTo>
                  <a:cubicBezTo>
                    <a:pt x="1205109" y="997030"/>
                    <a:pt x="1204387" y="995912"/>
                    <a:pt x="1204508" y="996703"/>
                  </a:cubicBezTo>
                  <a:cubicBezTo>
                    <a:pt x="1199746" y="962654"/>
                    <a:pt x="1196446" y="935411"/>
                    <a:pt x="1194161" y="911691"/>
                  </a:cubicBezTo>
                  <a:cubicBezTo>
                    <a:pt x="1194212" y="911330"/>
                    <a:pt x="1194659" y="909337"/>
                    <a:pt x="1198199" y="903424"/>
                  </a:cubicBezTo>
                  <a:cubicBezTo>
                    <a:pt x="1203201" y="894899"/>
                    <a:pt x="1208684" y="886545"/>
                    <a:pt x="1214511" y="877711"/>
                  </a:cubicBezTo>
                  <a:cubicBezTo>
                    <a:pt x="1226199" y="859938"/>
                    <a:pt x="1238265" y="841547"/>
                    <a:pt x="1245999" y="820956"/>
                  </a:cubicBezTo>
                  <a:cubicBezTo>
                    <a:pt x="1269341" y="758804"/>
                    <a:pt x="1274583" y="688317"/>
                    <a:pt x="1261984" y="605539"/>
                  </a:cubicBezTo>
                  <a:cubicBezTo>
                    <a:pt x="1234328" y="422333"/>
                    <a:pt x="1153563" y="257363"/>
                    <a:pt x="1015130" y="101175"/>
                  </a:cubicBezTo>
                  <a:cubicBezTo>
                    <a:pt x="1000881" y="85139"/>
                    <a:pt x="985137" y="70959"/>
                    <a:pt x="968482" y="55971"/>
                  </a:cubicBezTo>
                  <a:lnTo>
                    <a:pt x="963876" y="51794"/>
                  </a:lnTo>
                  <a:cubicBezTo>
                    <a:pt x="957362" y="45899"/>
                    <a:pt x="950675" y="39866"/>
                    <a:pt x="943921" y="33489"/>
                  </a:cubicBezTo>
                  <a:cubicBezTo>
                    <a:pt x="939624" y="29399"/>
                    <a:pt x="933470" y="27869"/>
                    <a:pt x="927506" y="29622"/>
                  </a:cubicBezTo>
                  <a:cubicBezTo>
                    <a:pt x="921869" y="31410"/>
                    <a:pt x="917520" y="36085"/>
                    <a:pt x="916179" y="41894"/>
                  </a:cubicBezTo>
                  <a:lnTo>
                    <a:pt x="913154" y="55163"/>
                  </a:lnTo>
                  <a:cubicBezTo>
                    <a:pt x="911091" y="63963"/>
                    <a:pt x="909493" y="70907"/>
                    <a:pt x="908307" y="77886"/>
                  </a:cubicBezTo>
                  <a:cubicBezTo>
                    <a:pt x="889675" y="189092"/>
                    <a:pt x="891033" y="308205"/>
                    <a:pt x="912484" y="442064"/>
                  </a:cubicBezTo>
                  <a:cubicBezTo>
                    <a:pt x="933762" y="574824"/>
                    <a:pt x="976165" y="689331"/>
                    <a:pt x="1041222" y="788797"/>
                  </a:cubicBezTo>
                  <a:cubicBezTo>
                    <a:pt x="943663" y="673844"/>
                    <a:pt x="848768" y="577317"/>
                    <a:pt x="749593" y="491772"/>
                  </a:cubicBezTo>
                  <a:cubicBezTo>
                    <a:pt x="749146" y="491188"/>
                    <a:pt x="748493" y="489417"/>
                    <a:pt x="748442" y="488970"/>
                  </a:cubicBezTo>
                  <a:cubicBezTo>
                    <a:pt x="756194" y="422195"/>
                    <a:pt x="739727" y="359287"/>
                    <a:pt x="698064" y="296654"/>
                  </a:cubicBezTo>
                  <a:cubicBezTo>
                    <a:pt x="643354" y="214341"/>
                    <a:pt x="567332" y="151605"/>
                    <a:pt x="472111" y="110216"/>
                  </a:cubicBezTo>
                  <a:cubicBezTo>
                    <a:pt x="415133" y="85500"/>
                    <a:pt x="356092" y="63620"/>
                    <a:pt x="298289" y="42186"/>
                  </a:cubicBezTo>
                  <a:cubicBezTo>
                    <a:pt x="270599" y="31908"/>
                    <a:pt x="242909" y="21664"/>
                    <a:pt x="214394" y="10681"/>
                  </a:cubicBezTo>
                  <a:cubicBezTo>
                    <a:pt x="185742" y="-715"/>
                    <a:pt x="173487" y="-2743"/>
                    <a:pt x="166835" y="3410"/>
                  </a:cubicBezTo>
                  <a:cubicBezTo>
                    <a:pt x="158276" y="11386"/>
                    <a:pt x="160338" y="18192"/>
                    <a:pt x="164068" y="30567"/>
                  </a:cubicBezTo>
                  <a:lnTo>
                    <a:pt x="165271" y="34606"/>
                  </a:lnTo>
                  <a:cubicBezTo>
                    <a:pt x="200215" y="152310"/>
                    <a:pt x="246588" y="245400"/>
                    <a:pt x="307072" y="319188"/>
                  </a:cubicBezTo>
                  <a:cubicBezTo>
                    <a:pt x="418106" y="454784"/>
                    <a:pt x="547961" y="523673"/>
                    <a:pt x="703856" y="529758"/>
                  </a:cubicBezTo>
                  <a:cubicBezTo>
                    <a:pt x="709322" y="530084"/>
                    <a:pt x="713653" y="531597"/>
                    <a:pt x="715424" y="532972"/>
                  </a:cubicBezTo>
                  <a:cubicBezTo>
                    <a:pt x="737373" y="549403"/>
                    <a:pt x="753529" y="562552"/>
                    <a:pt x="767813" y="575581"/>
                  </a:cubicBezTo>
                  <a:cubicBezTo>
                    <a:pt x="812983" y="616866"/>
                    <a:pt x="857465" y="660850"/>
                    <a:pt x="900985" y="707172"/>
                  </a:cubicBezTo>
                  <a:cubicBezTo>
                    <a:pt x="836255" y="666952"/>
                    <a:pt x="757139" y="648801"/>
                    <a:pt x="668036" y="653305"/>
                  </a:cubicBezTo>
                  <a:cubicBezTo>
                    <a:pt x="619274" y="655763"/>
                    <a:pt x="570873" y="662913"/>
                    <a:pt x="524070" y="669822"/>
                  </a:cubicBezTo>
                  <a:lnTo>
                    <a:pt x="522282" y="670097"/>
                  </a:lnTo>
                  <a:cubicBezTo>
                    <a:pt x="508446" y="672125"/>
                    <a:pt x="494679" y="674137"/>
                    <a:pt x="480945" y="676079"/>
                  </a:cubicBezTo>
                  <a:cubicBezTo>
                    <a:pt x="450866" y="680152"/>
                    <a:pt x="420547" y="685480"/>
                    <a:pt x="393768" y="690156"/>
                  </a:cubicBezTo>
                  <a:cubicBezTo>
                    <a:pt x="382922" y="692098"/>
                    <a:pt x="357020" y="697993"/>
                    <a:pt x="351056" y="710558"/>
                  </a:cubicBezTo>
                  <a:cubicBezTo>
                    <a:pt x="348993" y="714855"/>
                    <a:pt x="349165" y="719564"/>
                    <a:pt x="351503" y="723844"/>
                  </a:cubicBezTo>
                  <a:cubicBezTo>
                    <a:pt x="353566" y="727574"/>
                    <a:pt x="355834" y="731080"/>
                    <a:pt x="358309" y="734277"/>
                  </a:cubicBezTo>
                  <a:cubicBezTo>
                    <a:pt x="435603" y="834569"/>
                    <a:pt x="523778" y="900622"/>
                    <a:pt x="627868" y="936184"/>
                  </a:cubicBezTo>
                  <a:cubicBezTo>
                    <a:pt x="754784" y="979773"/>
                    <a:pt x="871353" y="976181"/>
                    <a:pt x="976097" y="924909"/>
                  </a:cubicBezTo>
                  <a:cubicBezTo>
                    <a:pt x="992116" y="916091"/>
                    <a:pt x="1011435" y="911623"/>
                    <a:pt x="1033504" y="911623"/>
                  </a:cubicBezTo>
                  <a:cubicBezTo>
                    <a:pt x="1050159" y="911623"/>
                    <a:pt x="1062655" y="914252"/>
                    <a:pt x="1066798" y="915198"/>
                  </a:cubicBezTo>
                  <a:cubicBezTo>
                    <a:pt x="1073002" y="916229"/>
                    <a:pt x="1081424" y="919701"/>
                    <a:pt x="1083143" y="921935"/>
                  </a:cubicBezTo>
                  <a:cubicBezTo>
                    <a:pt x="1148286" y="1007583"/>
                    <a:pt x="1210111" y="1099058"/>
                    <a:pt x="1267845" y="1195155"/>
                  </a:cubicBezTo>
                  <a:cubicBezTo>
                    <a:pt x="1219065" y="1147717"/>
                    <a:pt x="1155453" y="1115730"/>
                    <a:pt x="1068791" y="1094898"/>
                  </a:cubicBezTo>
                  <a:cubicBezTo>
                    <a:pt x="992838" y="1076799"/>
                    <a:pt x="915182" y="1072915"/>
                    <a:pt x="840105" y="1069133"/>
                  </a:cubicBezTo>
                  <a:lnTo>
                    <a:pt x="814959" y="1067861"/>
                  </a:lnTo>
                  <a:cubicBezTo>
                    <a:pt x="791412" y="1066658"/>
                    <a:pt x="767864" y="1065163"/>
                    <a:pt x="743612" y="1063633"/>
                  </a:cubicBezTo>
                  <a:lnTo>
                    <a:pt x="702945" y="1061124"/>
                  </a:lnTo>
                  <a:cubicBezTo>
                    <a:pt x="697686" y="1061124"/>
                    <a:pt x="692684" y="1063667"/>
                    <a:pt x="689625" y="1067896"/>
                  </a:cubicBezTo>
                  <a:cubicBezTo>
                    <a:pt x="686238" y="1072450"/>
                    <a:pt x="685431" y="1078363"/>
                    <a:pt x="687424" y="1083674"/>
                  </a:cubicBezTo>
                  <a:cubicBezTo>
                    <a:pt x="689057" y="1088109"/>
                    <a:pt x="692031" y="1095929"/>
                    <a:pt x="693561" y="1098542"/>
                  </a:cubicBezTo>
                  <a:cubicBezTo>
                    <a:pt x="772746" y="1230992"/>
                    <a:pt x="865733" y="1322604"/>
                    <a:pt x="977798" y="1378637"/>
                  </a:cubicBezTo>
                  <a:cubicBezTo>
                    <a:pt x="1087354" y="1433363"/>
                    <a:pt x="1186340" y="1447836"/>
                    <a:pt x="1286184" y="1423962"/>
                  </a:cubicBezTo>
                  <a:cubicBezTo>
                    <a:pt x="1297735" y="1421177"/>
                    <a:pt x="1311125" y="1419699"/>
                    <a:pt x="1324961" y="1419699"/>
                  </a:cubicBezTo>
                  <a:cubicBezTo>
                    <a:pt x="1367432" y="1419699"/>
                    <a:pt x="1397047" y="1432659"/>
                    <a:pt x="1403269" y="1444656"/>
                  </a:cubicBezTo>
                  <a:cubicBezTo>
                    <a:pt x="1458202" y="1557976"/>
                    <a:pt x="1507222" y="1675731"/>
                    <a:pt x="1549504" y="1795841"/>
                  </a:cubicBezTo>
                  <a:cubicBezTo>
                    <a:pt x="1505160" y="1734703"/>
                    <a:pt x="1443145" y="1685047"/>
                    <a:pt x="1364631" y="1647904"/>
                  </a:cubicBezTo>
                  <a:cubicBezTo>
                    <a:pt x="1286631" y="1611087"/>
                    <a:pt x="1205419" y="1577433"/>
                    <a:pt x="1125511" y="1544312"/>
                  </a:cubicBezTo>
                  <a:cubicBezTo>
                    <a:pt x="1091170" y="1530115"/>
                    <a:pt x="1056691" y="1515866"/>
                    <a:pt x="1022366" y="1501290"/>
                  </a:cubicBezTo>
                  <a:cubicBezTo>
                    <a:pt x="1017262" y="1499056"/>
                    <a:pt x="1011229" y="1499520"/>
                    <a:pt x="1006468" y="1502665"/>
                  </a:cubicBezTo>
                  <a:cubicBezTo>
                    <a:pt x="1001792" y="1505776"/>
                    <a:pt x="999008" y="1510967"/>
                    <a:pt x="999008" y="1516553"/>
                  </a:cubicBezTo>
                  <a:cubicBezTo>
                    <a:pt x="999008" y="1527279"/>
                    <a:pt x="1112964" y="1843554"/>
                    <a:pt x="1278468" y="1968184"/>
                  </a:cubicBezTo>
                  <a:cubicBezTo>
                    <a:pt x="1345982" y="2019026"/>
                    <a:pt x="1429137" y="2071329"/>
                    <a:pt x="1534001" y="2073787"/>
                  </a:cubicBezTo>
                  <a:cubicBezTo>
                    <a:pt x="1565386" y="2074423"/>
                    <a:pt x="1597837" y="2078858"/>
                    <a:pt x="1622347" y="2106720"/>
                  </a:cubicBezTo>
                  <a:cubicBezTo>
                    <a:pt x="1626094" y="2111154"/>
                    <a:pt x="1631061" y="2114609"/>
                    <a:pt x="1636475" y="2116448"/>
                  </a:cubicBezTo>
                  <a:cubicBezTo>
                    <a:pt x="1644846" y="2119198"/>
                    <a:pt x="1647149" y="2124320"/>
                    <a:pt x="1651274" y="2141783"/>
                  </a:cubicBezTo>
                  <a:cubicBezTo>
                    <a:pt x="1685238" y="2284374"/>
                    <a:pt x="1709971" y="2431349"/>
                    <a:pt x="1725200" y="2580592"/>
                  </a:cubicBezTo>
                  <a:cubicBezTo>
                    <a:pt x="1720594" y="2565449"/>
                    <a:pt x="1715248" y="2550152"/>
                    <a:pt x="1709112" y="2534665"/>
                  </a:cubicBezTo>
                  <a:cubicBezTo>
                    <a:pt x="1672072" y="2440733"/>
                    <a:pt x="1609731" y="2358540"/>
                    <a:pt x="1512928" y="2275986"/>
                  </a:cubicBezTo>
                  <a:cubicBezTo>
                    <a:pt x="1463032" y="2233257"/>
                    <a:pt x="1410780" y="2191886"/>
                    <a:pt x="1360248" y="2151855"/>
                  </a:cubicBezTo>
                  <a:lnTo>
                    <a:pt x="1357841" y="2149964"/>
                  </a:lnTo>
                  <a:cubicBezTo>
                    <a:pt x="1334827" y="2131728"/>
                    <a:pt x="1311864" y="2113560"/>
                    <a:pt x="1288969" y="2095169"/>
                  </a:cubicBezTo>
                  <a:cubicBezTo>
                    <a:pt x="1284243" y="2091370"/>
                    <a:pt x="1279636" y="2087452"/>
                    <a:pt x="1274291" y="2082880"/>
                  </a:cubicBezTo>
                  <a:lnTo>
                    <a:pt x="1260008" y="2070642"/>
                  </a:lnTo>
                  <a:cubicBezTo>
                    <a:pt x="1255006" y="2066414"/>
                    <a:pt x="1247563" y="2065537"/>
                    <a:pt x="1241720" y="2068459"/>
                  </a:cubicBezTo>
                  <a:cubicBezTo>
                    <a:pt x="1235721" y="2071501"/>
                    <a:pt x="1232129" y="2077792"/>
                    <a:pt x="1232593" y="2084512"/>
                  </a:cubicBezTo>
                  <a:cubicBezTo>
                    <a:pt x="1233297" y="2094602"/>
                    <a:pt x="1233865" y="2104141"/>
                    <a:pt x="1234397" y="2113302"/>
                  </a:cubicBezTo>
                  <a:lnTo>
                    <a:pt x="1234673" y="2117582"/>
                  </a:lnTo>
                  <a:cubicBezTo>
                    <a:pt x="1235807" y="2136438"/>
                    <a:pt x="1236872" y="2154227"/>
                    <a:pt x="1238780" y="2171793"/>
                  </a:cubicBezTo>
                  <a:cubicBezTo>
                    <a:pt x="1256690" y="2342831"/>
                    <a:pt x="1307549" y="2485628"/>
                    <a:pt x="1394263" y="2608333"/>
                  </a:cubicBezTo>
                  <a:cubicBezTo>
                    <a:pt x="1447941" y="2684184"/>
                    <a:pt x="1524943" y="2776896"/>
                    <a:pt x="1645018" y="2820742"/>
                  </a:cubicBezTo>
                  <a:cubicBezTo>
                    <a:pt x="1674238" y="2831467"/>
                    <a:pt x="1695430" y="2847710"/>
                    <a:pt x="1718136" y="2876861"/>
                  </a:cubicBezTo>
                  <a:cubicBezTo>
                    <a:pt x="1739552" y="2904155"/>
                    <a:pt x="1743539" y="2929095"/>
                    <a:pt x="1743058" y="2960480"/>
                  </a:cubicBezTo>
                  <a:cubicBezTo>
                    <a:pt x="1741013" y="3091951"/>
                    <a:pt x="1731645" y="3222373"/>
                    <a:pt x="1715128" y="3350097"/>
                  </a:cubicBezTo>
                  <a:cubicBezTo>
                    <a:pt x="1711260" y="3314553"/>
                    <a:pt x="1703079" y="3277959"/>
                    <a:pt x="1690515" y="3239940"/>
                  </a:cubicBezTo>
                  <a:cubicBezTo>
                    <a:pt x="1664509" y="3161219"/>
                    <a:pt x="1623980" y="3084681"/>
                    <a:pt x="1566589" y="3005960"/>
                  </a:cubicBezTo>
                  <a:cubicBezTo>
                    <a:pt x="1517053" y="2937792"/>
                    <a:pt x="1465507" y="2869384"/>
                    <a:pt x="1415662" y="2803193"/>
                  </a:cubicBezTo>
                  <a:lnTo>
                    <a:pt x="1412345" y="2798776"/>
                  </a:lnTo>
                  <a:cubicBezTo>
                    <a:pt x="1392578" y="2772564"/>
                    <a:pt x="1372829" y="2746318"/>
                    <a:pt x="1353596" y="2720639"/>
                  </a:cubicBezTo>
                  <a:cubicBezTo>
                    <a:pt x="1349986" y="2715363"/>
                    <a:pt x="1344779" y="2713472"/>
                    <a:pt x="1341771" y="2712424"/>
                  </a:cubicBezTo>
                  <a:cubicBezTo>
                    <a:pt x="1337508" y="2710344"/>
                    <a:pt x="1332420" y="2710137"/>
                    <a:pt x="1327900" y="2712063"/>
                  </a:cubicBezTo>
                  <a:cubicBezTo>
                    <a:pt x="1323465" y="2713953"/>
                    <a:pt x="1320062" y="2717683"/>
                    <a:pt x="1318567" y="2722255"/>
                  </a:cubicBezTo>
                  <a:lnTo>
                    <a:pt x="1317982" y="2724043"/>
                  </a:lnTo>
                  <a:cubicBezTo>
                    <a:pt x="1317157" y="2726449"/>
                    <a:pt x="1316504" y="2728580"/>
                    <a:pt x="1316161" y="2730712"/>
                  </a:cubicBezTo>
                  <a:cubicBezTo>
                    <a:pt x="1281785" y="2935695"/>
                    <a:pt x="1302874" y="3119349"/>
                    <a:pt x="1380616" y="3292225"/>
                  </a:cubicBezTo>
                  <a:cubicBezTo>
                    <a:pt x="1418583" y="3376756"/>
                    <a:pt x="1469512" y="3472458"/>
                    <a:pt x="1559302" y="3541313"/>
                  </a:cubicBezTo>
                  <a:cubicBezTo>
                    <a:pt x="1600295" y="3572750"/>
                    <a:pt x="1632660" y="3616855"/>
                    <a:pt x="1650432" y="3665479"/>
                  </a:cubicBezTo>
                  <a:cubicBezTo>
                    <a:pt x="1654196" y="3675947"/>
                    <a:pt x="1654059" y="3680484"/>
                    <a:pt x="1653629" y="3682238"/>
                  </a:cubicBezTo>
                  <a:cubicBezTo>
                    <a:pt x="1615627" y="3839645"/>
                    <a:pt x="1565988" y="3991466"/>
                    <a:pt x="1505641" y="4135158"/>
                  </a:cubicBezTo>
                  <a:cubicBezTo>
                    <a:pt x="1521178" y="4059428"/>
                    <a:pt x="1520113" y="3979881"/>
                    <a:pt x="1502375" y="3897465"/>
                  </a:cubicBezTo>
                  <a:cubicBezTo>
                    <a:pt x="1477195" y="3780656"/>
                    <a:pt x="1433915" y="3667456"/>
                    <a:pt x="1395311" y="3570516"/>
                  </a:cubicBezTo>
                  <a:lnTo>
                    <a:pt x="1383744" y="3541485"/>
                  </a:lnTo>
                  <a:cubicBezTo>
                    <a:pt x="1365645" y="3496058"/>
                    <a:pt x="1347426" y="3450269"/>
                    <a:pt x="1328605" y="3402813"/>
                  </a:cubicBezTo>
                  <a:cubicBezTo>
                    <a:pt x="1326215" y="3396745"/>
                    <a:pt x="1320458" y="3392603"/>
                    <a:pt x="1312774" y="3392225"/>
                  </a:cubicBezTo>
                  <a:cubicBezTo>
                    <a:pt x="1306724" y="3392225"/>
                    <a:pt x="1301155" y="3395680"/>
                    <a:pt x="1298268" y="3401283"/>
                  </a:cubicBezTo>
                  <a:lnTo>
                    <a:pt x="1292200" y="3412696"/>
                  </a:lnTo>
                  <a:cubicBezTo>
                    <a:pt x="1289536" y="3417697"/>
                    <a:pt x="1287044" y="3422355"/>
                    <a:pt x="1284913" y="3427168"/>
                  </a:cubicBezTo>
                  <a:cubicBezTo>
                    <a:pt x="1207258" y="3602382"/>
                    <a:pt x="1181029" y="3781997"/>
                    <a:pt x="1207000" y="3961026"/>
                  </a:cubicBezTo>
                  <a:cubicBezTo>
                    <a:pt x="1225563" y="4089042"/>
                    <a:pt x="1257017" y="4180706"/>
                    <a:pt x="1308993" y="4258258"/>
                  </a:cubicBezTo>
                  <a:cubicBezTo>
                    <a:pt x="1335892" y="4298341"/>
                    <a:pt x="1361451" y="4342995"/>
                    <a:pt x="1366092" y="4397910"/>
                  </a:cubicBezTo>
                  <a:cubicBezTo>
                    <a:pt x="1367192" y="4410904"/>
                    <a:pt x="1366676" y="4419860"/>
                    <a:pt x="1360884" y="4430052"/>
                  </a:cubicBezTo>
                  <a:cubicBezTo>
                    <a:pt x="1295329" y="4544851"/>
                    <a:pt x="1221833" y="4653186"/>
                    <a:pt x="1141341" y="4753839"/>
                  </a:cubicBezTo>
                  <a:cubicBezTo>
                    <a:pt x="1141651" y="4753289"/>
                    <a:pt x="1141943" y="4752739"/>
                    <a:pt x="1142253" y="4752189"/>
                  </a:cubicBezTo>
                  <a:cubicBezTo>
                    <a:pt x="1200159" y="4646362"/>
                    <a:pt x="1201912" y="4531942"/>
                    <a:pt x="1196000" y="4433953"/>
                  </a:cubicBezTo>
                  <a:cubicBezTo>
                    <a:pt x="1190895" y="4349956"/>
                    <a:pt x="1181270" y="4266078"/>
                    <a:pt x="1172005" y="4184986"/>
                  </a:cubicBezTo>
                  <a:lnTo>
                    <a:pt x="1171472" y="4180293"/>
                  </a:lnTo>
                  <a:cubicBezTo>
                    <a:pt x="1167742" y="4147808"/>
                    <a:pt x="1164030" y="4115340"/>
                    <a:pt x="1160644" y="4082803"/>
                  </a:cubicBezTo>
                  <a:cubicBezTo>
                    <a:pt x="1158684" y="4064360"/>
                    <a:pt x="1156502" y="4045918"/>
                    <a:pt x="1154250" y="4027200"/>
                  </a:cubicBezTo>
                  <a:lnTo>
                    <a:pt x="1151276" y="4001865"/>
                  </a:lnTo>
                  <a:cubicBezTo>
                    <a:pt x="1150623" y="3996262"/>
                    <a:pt x="1147203" y="3991415"/>
                    <a:pt x="1142287" y="3988974"/>
                  </a:cubicBezTo>
                  <a:cubicBezTo>
                    <a:pt x="1133143" y="3984196"/>
                    <a:pt x="1118344" y="3991570"/>
                    <a:pt x="1102360" y="4010476"/>
                  </a:cubicBezTo>
                  <a:cubicBezTo>
                    <a:pt x="992511" y="4140400"/>
                    <a:pt x="924343" y="4287220"/>
                    <a:pt x="899731" y="4446879"/>
                  </a:cubicBezTo>
                  <a:cubicBezTo>
                    <a:pt x="874206" y="4612416"/>
                    <a:pt x="888042" y="4754079"/>
                    <a:pt x="942081" y="4879964"/>
                  </a:cubicBezTo>
                  <a:cubicBezTo>
                    <a:pt x="943526" y="4883316"/>
                    <a:pt x="943491" y="4890157"/>
                    <a:pt x="943474" y="4892443"/>
                  </a:cubicBezTo>
                  <a:lnTo>
                    <a:pt x="940569" y="4964873"/>
                  </a:lnTo>
                  <a:cubicBezTo>
                    <a:pt x="940139" y="4970081"/>
                    <a:pt x="937389" y="4975959"/>
                    <a:pt x="935120" y="4978142"/>
                  </a:cubicBezTo>
                  <a:cubicBezTo>
                    <a:pt x="825427" y="5083779"/>
                    <a:pt x="704664" y="5175615"/>
                    <a:pt x="575067" y="5252049"/>
                  </a:cubicBezTo>
                  <a:cubicBezTo>
                    <a:pt x="636411" y="5196601"/>
                    <a:pt x="680515" y="5124257"/>
                    <a:pt x="709099" y="5032576"/>
                  </a:cubicBezTo>
                  <a:cubicBezTo>
                    <a:pt x="740776" y="4930961"/>
                    <a:pt x="757036" y="4825203"/>
                    <a:pt x="772797" y="4722660"/>
                  </a:cubicBezTo>
                  <a:lnTo>
                    <a:pt x="774172" y="4713533"/>
                  </a:lnTo>
                  <a:cubicBezTo>
                    <a:pt x="779758" y="4677507"/>
                    <a:pt x="785585" y="4641550"/>
                    <a:pt x="791532" y="4604802"/>
                  </a:cubicBezTo>
                  <a:lnTo>
                    <a:pt x="798252" y="4563259"/>
                  </a:lnTo>
                  <a:cubicBezTo>
                    <a:pt x="799215" y="4557209"/>
                    <a:pt x="796826" y="4551158"/>
                    <a:pt x="792134" y="4547531"/>
                  </a:cubicBezTo>
                  <a:cubicBezTo>
                    <a:pt x="787476" y="4543819"/>
                    <a:pt x="780738" y="4542925"/>
                    <a:pt x="775375" y="4545228"/>
                  </a:cubicBezTo>
                  <a:lnTo>
                    <a:pt x="769514" y="4547652"/>
                  </a:lnTo>
                  <a:cubicBezTo>
                    <a:pt x="763258" y="4550213"/>
                    <a:pt x="757809" y="4552499"/>
                    <a:pt x="752670" y="4555129"/>
                  </a:cubicBezTo>
                  <a:cubicBezTo>
                    <a:pt x="507673" y="4677490"/>
                    <a:pt x="346398" y="4962879"/>
                    <a:pt x="369189" y="5233693"/>
                  </a:cubicBezTo>
                  <a:cubicBezTo>
                    <a:pt x="372765" y="5276112"/>
                    <a:pt x="368880" y="5315954"/>
                    <a:pt x="357295" y="5355418"/>
                  </a:cubicBezTo>
                  <a:cubicBezTo>
                    <a:pt x="356212" y="5359010"/>
                    <a:pt x="352740" y="5362912"/>
                    <a:pt x="351331" y="5363565"/>
                  </a:cubicBezTo>
                  <a:cubicBezTo>
                    <a:pt x="234969" y="5412636"/>
                    <a:pt x="124329" y="5448439"/>
                    <a:pt x="13003" y="5473018"/>
                  </a:cubicBezTo>
                  <a:cubicBezTo>
                    <a:pt x="7279" y="5474341"/>
                    <a:pt x="2742" y="5478432"/>
                    <a:pt x="885" y="5483950"/>
                  </a:cubicBezTo>
                  <a:cubicBezTo>
                    <a:pt x="-988" y="5489501"/>
                    <a:pt x="146" y="5495534"/>
                    <a:pt x="3962" y="5500072"/>
                  </a:cubicBezTo>
                  <a:cubicBezTo>
                    <a:pt x="16062" y="5514407"/>
                    <a:pt x="26599" y="5529824"/>
                    <a:pt x="35261" y="5545964"/>
                  </a:cubicBezTo>
                  <a:cubicBezTo>
                    <a:pt x="38819" y="5552564"/>
                    <a:pt x="47293" y="5555950"/>
                    <a:pt x="53635" y="5554300"/>
                  </a:cubicBezTo>
                  <a:cubicBezTo>
                    <a:pt x="144336" y="5533605"/>
                    <a:pt x="232665" y="5506809"/>
                    <a:pt x="316250" y="5474599"/>
                  </a:cubicBezTo>
                  <a:cubicBezTo>
                    <a:pt x="323005" y="5471884"/>
                    <a:pt x="328162" y="5470594"/>
                    <a:pt x="332991" y="5471385"/>
                  </a:cubicBezTo>
                  <a:cubicBezTo>
                    <a:pt x="351589" y="5473860"/>
                    <a:pt x="371235" y="5477676"/>
                    <a:pt x="393046" y="5483090"/>
                  </a:cubicBezTo>
                  <a:cubicBezTo>
                    <a:pt x="397549" y="5484190"/>
                    <a:pt x="401279" y="5486270"/>
                    <a:pt x="401348" y="5486081"/>
                  </a:cubicBezTo>
                  <a:cubicBezTo>
                    <a:pt x="448993" y="5581062"/>
                    <a:pt x="530876" y="5641563"/>
                    <a:pt x="651760" y="5671006"/>
                  </a:cubicBezTo>
                  <a:cubicBezTo>
                    <a:pt x="678057" y="5677314"/>
                    <a:pt x="705180" y="5681972"/>
                    <a:pt x="732371" y="5684825"/>
                  </a:cubicBezTo>
                  <a:cubicBezTo>
                    <a:pt x="760834" y="5687833"/>
                    <a:pt x="792581" y="5689363"/>
                    <a:pt x="826698" y="5689363"/>
                  </a:cubicBezTo>
                  <a:cubicBezTo>
                    <a:pt x="873965" y="5689363"/>
                    <a:pt x="907671" y="5686441"/>
                    <a:pt x="908084" y="5686407"/>
                  </a:cubicBezTo>
                  <a:cubicBezTo>
                    <a:pt x="1012862" y="5674684"/>
                    <a:pt x="1102342" y="5651103"/>
                    <a:pt x="1181596" y="5614303"/>
                  </a:cubicBezTo>
                  <a:cubicBezTo>
                    <a:pt x="1214115" y="5599229"/>
                    <a:pt x="1251173" y="5578930"/>
                    <a:pt x="1279654" y="5542681"/>
                  </a:cubicBezTo>
                  <a:cubicBezTo>
                    <a:pt x="1285102" y="5535737"/>
                    <a:pt x="1284191" y="5525716"/>
                    <a:pt x="1277574" y="5519890"/>
                  </a:cubicBezTo>
                  <a:cubicBezTo>
                    <a:pt x="1197065" y="5448851"/>
                    <a:pt x="1115096" y="5397236"/>
                    <a:pt x="1026939" y="5362104"/>
                  </a:cubicBezTo>
                  <a:cubicBezTo>
                    <a:pt x="896327" y="5310196"/>
                    <a:pt x="777352" y="5296137"/>
                    <a:pt x="660732" y="5318567"/>
                  </a:cubicBezTo>
                  <a:cubicBezTo>
                    <a:pt x="643303" y="5321953"/>
                    <a:pt x="626287" y="5326216"/>
                    <a:pt x="609752" y="5331114"/>
                  </a:cubicBezTo>
                  <a:cubicBezTo>
                    <a:pt x="718844" y="5265903"/>
                    <a:pt x="823295" y="5189261"/>
                    <a:pt x="921937" y="5101947"/>
                  </a:cubicBezTo>
                  <a:cubicBezTo>
                    <a:pt x="923828" y="5100228"/>
                    <a:pt x="926939" y="5098716"/>
                    <a:pt x="929363" y="5098286"/>
                  </a:cubicBezTo>
                  <a:cubicBezTo>
                    <a:pt x="945502" y="5095605"/>
                    <a:pt x="966936" y="5092304"/>
                    <a:pt x="988867" y="5090723"/>
                  </a:cubicBezTo>
                  <a:cubicBezTo>
                    <a:pt x="990895" y="5090723"/>
                    <a:pt x="993473" y="5091703"/>
                    <a:pt x="993766" y="5091806"/>
                  </a:cubicBezTo>
                  <a:cubicBezTo>
                    <a:pt x="1053202" y="5158323"/>
                    <a:pt x="1129774" y="5190654"/>
                    <a:pt x="1227866" y="5190654"/>
                  </a:cubicBezTo>
                  <a:cubicBezTo>
                    <a:pt x="1232868" y="5190654"/>
                    <a:pt x="1237886" y="5190551"/>
                    <a:pt x="1242888" y="5190379"/>
                  </a:cubicBezTo>
                  <a:cubicBezTo>
                    <a:pt x="1349539" y="5186941"/>
                    <a:pt x="1456758" y="5157636"/>
                    <a:pt x="1561622" y="5103236"/>
                  </a:cubicBezTo>
                  <a:cubicBezTo>
                    <a:pt x="1637833" y="5063480"/>
                    <a:pt x="1717276" y="5017193"/>
                    <a:pt x="1781697" y="4948166"/>
                  </a:cubicBezTo>
                  <a:cubicBezTo>
                    <a:pt x="1795980" y="4932817"/>
                    <a:pt x="1808733" y="4915457"/>
                    <a:pt x="1819991" y="4900143"/>
                  </a:cubicBezTo>
                  <a:lnTo>
                    <a:pt x="1821091" y="4898647"/>
                  </a:lnTo>
                  <a:cubicBezTo>
                    <a:pt x="1826076" y="4891893"/>
                    <a:pt x="1831112" y="4885086"/>
                    <a:pt x="1836286" y="4878366"/>
                  </a:cubicBezTo>
                  <a:cubicBezTo>
                    <a:pt x="1839104" y="4874739"/>
                    <a:pt x="1840290" y="4870064"/>
                    <a:pt x="1839551" y="4865354"/>
                  </a:cubicBezTo>
                  <a:cubicBezTo>
                    <a:pt x="1838761" y="4860817"/>
                    <a:pt x="1836131" y="4856778"/>
                    <a:pt x="1831645" y="4853856"/>
                  </a:cubicBezTo>
                  <a:cubicBezTo>
                    <a:pt x="1830510" y="4853237"/>
                    <a:pt x="1803233" y="4838610"/>
                    <a:pt x="1778328" y="4828968"/>
                  </a:cubicBezTo>
                  <a:cubicBezTo>
                    <a:pt x="1611570" y="4764530"/>
                    <a:pt x="1443214" y="4757929"/>
                    <a:pt x="1282610" y="4809683"/>
                  </a:cubicBezTo>
                  <a:cubicBezTo>
                    <a:pt x="1230031" y="4826578"/>
                    <a:pt x="1180547" y="4851948"/>
                    <a:pt x="1132370" y="4887011"/>
                  </a:cubicBezTo>
                  <a:cubicBezTo>
                    <a:pt x="1221472" y="4783436"/>
                    <a:pt x="1303974" y="4669893"/>
                    <a:pt x="1378879" y="4547721"/>
                  </a:cubicBezTo>
                  <a:cubicBezTo>
                    <a:pt x="1379687" y="4546432"/>
                    <a:pt x="1381819" y="4542942"/>
                    <a:pt x="1382506" y="4542307"/>
                  </a:cubicBezTo>
                  <a:cubicBezTo>
                    <a:pt x="1389055" y="4538130"/>
                    <a:pt x="1395758" y="4534177"/>
                    <a:pt x="1402444" y="4530275"/>
                  </a:cubicBezTo>
                  <a:cubicBezTo>
                    <a:pt x="1414424" y="4523245"/>
                    <a:pt x="1426834" y="4515974"/>
                    <a:pt x="1438487" y="4507312"/>
                  </a:cubicBezTo>
                  <a:cubicBezTo>
                    <a:pt x="1448319" y="4499972"/>
                    <a:pt x="1451086" y="4499784"/>
                    <a:pt x="1461020" y="4506178"/>
                  </a:cubicBezTo>
                  <a:cubicBezTo>
                    <a:pt x="1475081" y="4515304"/>
                    <a:pt x="1491426" y="4520048"/>
                    <a:pt x="1505675" y="4523778"/>
                  </a:cubicBezTo>
                  <a:cubicBezTo>
                    <a:pt x="1589037" y="4545125"/>
                    <a:pt x="1673069" y="4534486"/>
                    <a:pt x="1766021" y="4490845"/>
                  </a:cubicBezTo>
                  <a:cubicBezTo>
                    <a:pt x="1850930" y="4451039"/>
                    <a:pt x="1916210" y="4388113"/>
                    <a:pt x="1974133" y="4326065"/>
                  </a:cubicBezTo>
                  <a:cubicBezTo>
                    <a:pt x="2058388" y="4235553"/>
                    <a:pt x="2113442" y="4153893"/>
                    <a:pt x="2147405" y="4069053"/>
                  </a:cubicBezTo>
                  <a:cubicBezTo>
                    <a:pt x="2154538" y="4051246"/>
                    <a:pt x="2159626" y="4032838"/>
                    <a:pt x="2164920" y="4013587"/>
                  </a:cubicBezTo>
                  <a:cubicBezTo>
                    <a:pt x="2167103" y="4005509"/>
                    <a:pt x="2169337" y="3997430"/>
                    <a:pt x="2171709" y="3989490"/>
                  </a:cubicBezTo>
                  <a:cubicBezTo>
                    <a:pt x="2174304" y="3980965"/>
                    <a:pt x="2169767" y="3971941"/>
                    <a:pt x="2161345" y="3968967"/>
                  </a:cubicBezTo>
                  <a:lnTo>
                    <a:pt x="2154366" y="3968435"/>
                  </a:lnTo>
                  <a:cubicBezTo>
                    <a:pt x="2120008" y="3968435"/>
                    <a:pt x="1813512" y="3973471"/>
                    <a:pt x="1634241" y="4147413"/>
                  </a:cubicBezTo>
                  <a:cubicBezTo>
                    <a:pt x="1595242" y="4185261"/>
                    <a:pt x="1560281" y="4225480"/>
                    <a:pt x="1528363" y="4269516"/>
                  </a:cubicBezTo>
                  <a:cubicBezTo>
                    <a:pt x="1599281" y="4119328"/>
                    <a:pt x="1659422" y="3961044"/>
                    <a:pt x="1707891" y="3796744"/>
                  </a:cubicBezTo>
                  <a:lnTo>
                    <a:pt x="1708596" y="3794338"/>
                  </a:lnTo>
                  <a:cubicBezTo>
                    <a:pt x="1709181" y="3792327"/>
                    <a:pt x="1710057" y="3789284"/>
                    <a:pt x="1710642" y="3788459"/>
                  </a:cubicBezTo>
                  <a:lnTo>
                    <a:pt x="1757530" y="3724073"/>
                  </a:lnTo>
                  <a:cubicBezTo>
                    <a:pt x="1759284" y="3721495"/>
                    <a:pt x="1759490" y="3721495"/>
                    <a:pt x="1762240" y="3721495"/>
                  </a:cubicBezTo>
                  <a:cubicBezTo>
                    <a:pt x="1763460" y="3721495"/>
                    <a:pt x="1764801" y="3721581"/>
                    <a:pt x="1766330" y="3721667"/>
                  </a:cubicBezTo>
                  <a:lnTo>
                    <a:pt x="1776351" y="3722268"/>
                  </a:lnTo>
                  <a:cubicBezTo>
                    <a:pt x="1811243" y="3724434"/>
                    <a:pt x="1831782" y="3724125"/>
                    <a:pt x="1848678" y="3721478"/>
                  </a:cubicBezTo>
                  <a:cubicBezTo>
                    <a:pt x="1915436" y="3710941"/>
                    <a:pt x="1975697" y="3677322"/>
                    <a:pt x="2032882" y="3618677"/>
                  </a:cubicBezTo>
                  <a:cubicBezTo>
                    <a:pt x="2166621" y="3481516"/>
                    <a:pt x="2258680" y="3310393"/>
                    <a:pt x="2314300" y="3095578"/>
                  </a:cubicBezTo>
                  <a:cubicBezTo>
                    <a:pt x="2320265" y="3072563"/>
                    <a:pt x="2321932" y="3049325"/>
                    <a:pt x="2323719" y="3024677"/>
                  </a:cubicBezTo>
                  <a:cubicBezTo>
                    <a:pt x="2324510" y="3013505"/>
                    <a:pt x="2325386" y="3001989"/>
                    <a:pt x="2326658" y="2990095"/>
                  </a:cubicBezTo>
                  <a:cubicBezTo>
                    <a:pt x="2327191" y="2984389"/>
                    <a:pt x="2324957" y="2978940"/>
                    <a:pt x="2320660" y="2975382"/>
                  </a:cubicBezTo>
                  <a:close/>
                </a:path>
              </a:pathLst>
            </a:custGeom>
            <a:grpFill/>
            <a:ln w="17188"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3" name="Freeform 14">
              <a:extLst>
                <a:ext uri="{FF2B5EF4-FFF2-40B4-BE49-F238E27FC236}">
                  <a16:creationId xmlns:a16="http://schemas.microsoft.com/office/drawing/2014/main" id="{E498A109-4AB4-F06D-D72D-4AB9404B2E3D}"/>
                </a:ext>
              </a:extLst>
            </p:cNvPr>
            <p:cNvSpPr/>
            <p:nvPr/>
          </p:nvSpPr>
          <p:spPr>
            <a:xfrm>
              <a:off x="-4653512" y="542621"/>
              <a:ext cx="2326729" cy="5689259"/>
            </a:xfrm>
            <a:custGeom>
              <a:avLst/>
              <a:gdLst>
                <a:gd name="connsiteX0" fmla="*/ 2313708 w 2326728"/>
                <a:gd name="connsiteY0" fmla="*/ 5472982 h 5689258"/>
                <a:gd name="connsiteX1" fmla="*/ 1975465 w 2326728"/>
                <a:gd name="connsiteY1" fmla="*/ 5363546 h 5689258"/>
                <a:gd name="connsiteX2" fmla="*/ 1969536 w 2326728"/>
                <a:gd name="connsiteY2" fmla="*/ 5355485 h 5689258"/>
                <a:gd name="connsiteX3" fmla="*/ 1957624 w 2326728"/>
                <a:gd name="connsiteY3" fmla="*/ 5233674 h 5689258"/>
                <a:gd name="connsiteX4" fmla="*/ 1574195 w 2326728"/>
                <a:gd name="connsiteY4" fmla="*/ 4555127 h 5689258"/>
                <a:gd name="connsiteX5" fmla="*/ 1557299 w 2326728"/>
                <a:gd name="connsiteY5" fmla="*/ 4547633 h 5689258"/>
                <a:gd name="connsiteX6" fmla="*/ 1551490 w 2326728"/>
                <a:gd name="connsiteY6" fmla="*/ 4545227 h 5689258"/>
                <a:gd name="connsiteX7" fmla="*/ 1534800 w 2326728"/>
                <a:gd name="connsiteY7" fmla="*/ 4547427 h 5689258"/>
                <a:gd name="connsiteX8" fmla="*/ 1528578 w 2326728"/>
                <a:gd name="connsiteY8" fmla="*/ 4563257 h 5689258"/>
                <a:gd name="connsiteX9" fmla="*/ 1535282 w 2326728"/>
                <a:gd name="connsiteY9" fmla="*/ 4604784 h 5689258"/>
                <a:gd name="connsiteX10" fmla="*/ 1552641 w 2326728"/>
                <a:gd name="connsiteY10" fmla="*/ 4713480 h 5689258"/>
                <a:gd name="connsiteX11" fmla="*/ 1554051 w 2326728"/>
                <a:gd name="connsiteY11" fmla="*/ 4722900 h 5689258"/>
                <a:gd name="connsiteX12" fmla="*/ 1617715 w 2326728"/>
                <a:gd name="connsiteY12" fmla="*/ 5032575 h 5689258"/>
                <a:gd name="connsiteX13" fmla="*/ 1751747 w 2326728"/>
                <a:gd name="connsiteY13" fmla="*/ 5252031 h 5689258"/>
                <a:gd name="connsiteX14" fmla="*/ 1391711 w 2326728"/>
                <a:gd name="connsiteY14" fmla="*/ 4978158 h 5689258"/>
                <a:gd name="connsiteX15" fmla="*/ 1386279 w 2326728"/>
                <a:gd name="connsiteY15" fmla="*/ 4965215 h 5689258"/>
                <a:gd name="connsiteX16" fmla="*/ 1383340 w 2326728"/>
                <a:gd name="connsiteY16" fmla="*/ 4892734 h 5689258"/>
                <a:gd name="connsiteX17" fmla="*/ 1384749 w 2326728"/>
                <a:gd name="connsiteY17" fmla="*/ 4879929 h 5689258"/>
                <a:gd name="connsiteX18" fmla="*/ 1427083 w 2326728"/>
                <a:gd name="connsiteY18" fmla="*/ 4446878 h 5689258"/>
                <a:gd name="connsiteX19" fmla="*/ 1224454 w 2326728"/>
                <a:gd name="connsiteY19" fmla="*/ 4010475 h 5689258"/>
                <a:gd name="connsiteX20" fmla="*/ 1190732 w 2326728"/>
                <a:gd name="connsiteY20" fmla="*/ 3987563 h 5689258"/>
                <a:gd name="connsiteX21" fmla="*/ 1184664 w 2326728"/>
                <a:gd name="connsiteY21" fmla="*/ 3988887 h 5689258"/>
                <a:gd name="connsiteX22" fmla="*/ 1175520 w 2326728"/>
                <a:gd name="connsiteY22" fmla="*/ 4001881 h 5689258"/>
                <a:gd name="connsiteX23" fmla="*/ 1172581 w 2326728"/>
                <a:gd name="connsiteY23" fmla="*/ 4027165 h 5689258"/>
                <a:gd name="connsiteX24" fmla="*/ 1166170 w 2326728"/>
                <a:gd name="connsiteY24" fmla="*/ 4082819 h 5689258"/>
                <a:gd name="connsiteX25" fmla="*/ 1155341 w 2326728"/>
                <a:gd name="connsiteY25" fmla="*/ 4180292 h 5689258"/>
                <a:gd name="connsiteX26" fmla="*/ 1154809 w 2326728"/>
                <a:gd name="connsiteY26" fmla="*/ 4184984 h 5689258"/>
                <a:gd name="connsiteX27" fmla="*/ 1130814 w 2326728"/>
                <a:gd name="connsiteY27" fmla="*/ 4433953 h 5689258"/>
                <a:gd name="connsiteX28" fmla="*/ 1184561 w 2326728"/>
                <a:gd name="connsiteY28" fmla="*/ 4752188 h 5689258"/>
                <a:gd name="connsiteX29" fmla="*/ 1185455 w 2326728"/>
                <a:gd name="connsiteY29" fmla="*/ 4753820 h 5689258"/>
                <a:gd name="connsiteX30" fmla="*/ 965930 w 2326728"/>
                <a:gd name="connsiteY30" fmla="*/ 4430068 h 5689258"/>
                <a:gd name="connsiteX31" fmla="*/ 960722 w 2326728"/>
                <a:gd name="connsiteY31" fmla="*/ 4397909 h 5689258"/>
                <a:gd name="connsiteX32" fmla="*/ 1017821 w 2326728"/>
                <a:gd name="connsiteY32" fmla="*/ 4258257 h 5689258"/>
                <a:gd name="connsiteX33" fmla="*/ 1119814 w 2326728"/>
                <a:gd name="connsiteY33" fmla="*/ 3961025 h 5689258"/>
                <a:gd name="connsiteX34" fmla="*/ 1041901 w 2326728"/>
                <a:gd name="connsiteY34" fmla="*/ 3427184 h 5689258"/>
                <a:gd name="connsiteX35" fmla="*/ 1034613 w 2326728"/>
                <a:gd name="connsiteY35" fmla="*/ 3412695 h 5689258"/>
                <a:gd name="connsiteX36" fmla="*/ 1028546 w 2326728"/>
                <a:gd name="connsiteY36" fmla="*/ 3401247 h 5689258"/>
                <a:gd name="connsiteX37" fmla="*/ 1012888 w 2326728"/>
                <a:gd name="connsiteY37" fmla="*/ 3392275 h 5689258"/>
                <a:gd name="connsiteX38" fmla="*/ 998226 w 2326728"/>
                <a:gd name="connsiteY38" fmla="*/ 3402777 h 5689258"/>
                <a:gd name="connsiteX39" fmla="*/ 943070 w 2326728"/>
                <a:gd name="connsiteY39" fmla="*/ 3541484 h 5689258"/>
                <a:gd name="connsiteX40" fmla="*/ 931503 w 2326728"/>
                <a:gd name="connsiteY40" fmla="*/ 3570515 h 5689258"/>
                <a:gd name="connsiteX41" fmla="*/ 824439 w 2326728"/>
                <a:gd name="connsiteY41" fmla="*/ 3897464 h 5689258"/>
                <a:gd name="connsiteX42" fmla="*/ 821173 w 2326728"/>
                <a:gd name="connsiteY42" fmla="*/ 4135157 h 5689258"/>
                <a:gd name="connsiteX43" fmla="*/ 673185 w 2326728"/>
                <a:gd name="connsiteY43" fmla="*/ 3682237 h 5689258"/>
                <a:gd name="connsiteX44" fmla="*/ 676381 w 2326728"/>
                <a:gd name="connsiteY44" fmla="*/ 3665478 h 5689258"/>
                <a:gd name="connsiteX45" fmla="*/ 767529 w 2326728"/>
                <a:gd name="connsiteY45" fmla="*/ 3541295 h 5689258"/>
                <a:gd name="connsiteX46" fmla="*/ 946198 w 2326728"/>
                <a:gd name="connsiteY46" fmla="*/ 3292207 h 5689258"/>
                <a:gd name="connsiteX47" fmla="*/ 1010653 w 2326728"/>
                <a:gd name="connsiteY47" fmla="*/ 2730710 h 5689258"/>
                <a:gd name="connsiteX48" fmla="*/ 1008866 w 2326728"/>
                <a:gd name="connsiteY48" fmla="*/ 2724110 h 5689258"/>
                <a:gd name="connsiteX49" fmla="*/ 1008247 w 2326728"/>
                <a:gd name="connsiteY49" fmla="*/ 2722254 h 5689258"/>
                <a:gd name="connsiteX50" fmla="*/ 998845 w 2326728"/>
                <a:gd name="connsiteY50" fmla="*/ 2712010 h 5689258"/>
                <a:gd name="connsiteX51" fmla="*/ 985490 w 2326728"/>
                <a:gd name="connsiteY51" fmla="*/ 2712199 h 5689258"/>
                <a:gd name="connsiteX52" fmla="*/ 973458 w 2326728"/>
                <a:gd name="connsiteY52" fmla="*/ 2720329 h 5689258"/>
                <a:gd name="connsiteX53" fmla="*/ 914486 w 2326728"/>
                <a:gd name="connsiteY53" fmla="*/ 2798758 h 5689258"/>
                <a:gd name="connsiteX54" fmla="*/ 911169 w 2326728"/>
                <a:gd name="connsiteY54" fmla="*/ 2803175 h 5689258"/>
                <a:gd name="connsiteX55" fmla="*/ 760242 w 2326728"/>
                <a:gd name="connsiteY55" fmla="*/ 3005924 h 5689258"/>
                <a:gd name="connsiteX56" fmla="*/ 636316 w 2326728"/>
                <a:gd name="connsiteY56" fmla="*/ 3239921 h 5689258"/>
                <a:gd name="connsiteX57" fmla="*/ 611703 w 2326728"/>
                <a:gd name="connsiteY57" fmla="*/ 3350079 h 5689258"/>
                <a:gd name="connsiteX58" fmla="*/ 583773 w 2326728"/>
                <a:gd name="connsiteY58" fmla="*/ 2960462 h 5689258"/>
                <a:gd name="connsiteX59" fmla="*/ 608712 w 2326728"/>
                <a:gd name="connsiteY59" fmla="*/ 2876825 h 5689258"/>
                <a:gd name="connsiteX60" fmla="*/ 681813 w 2326728"/>
                <a:gd name="connsiteY60" fmla="*/ 2820724 h 5689258"/>
                <a:gd name="connsiteX61" fmla="*/ 932568 w 2326728"/>
                <a:gd name="connsiteY61" fmla="*/ 2608315 h 5689258"/>
                <a:gd name="connsiteX62" fmla="*/ 1088051 w 2326728"/>
                <a:gd name="connsiteY62" fmla="*/ 2171809 h 5689258"/>
                <a:gd name="connsiteX63" fmla="*/ 1092158 w 2326728"/>
                <a:gd name="connsiteY63" fmla="*/ 2117564 h 5689258"/>
                <a:gd name="connsiteX64" fmla="*/ 1092434 w 2326728"/>
                <a:gd name="connsiteY64" fmla="*/ 2113284 h 5689258"/>
                <a:gd name="connsiteX65" fmla="*/ 1094255 w 2326728"/>
                <a:gd name="connsiteY65" fmla="*/ 2084477 h 5689258"/>
                <a:gd name="connsiteX66" fmla="*/ 1085111 w 2326728"/>
                <a:gd name="connsiteY66" fmla="*/ 2068441 h 5689258"/>
                <a:gd name="connsiteX67" fmla="*/ 1066806 w 2326728"/>
                <a:gd name="connsiteY67" fmla="*/ 2070658 h 5689258"/>
                <a:gd name="connsiteX68" fmla="*/ 1052557 w 2326728"/>
                <a:gd name="connsiteY68" fmla="*/ 2082861 h 5689258"/>
                <a:gd name="connsiteX69" fmla="*/ 1037844 w 2326728"/>
                <a:gd name="connsiteY69" fmla="*/ 2095168 h 5689258"/>
                <a:gd name="connsiteX70" fmla="*/ 968990 w 2326728"/>
                <a:gd name="connsiteY70" fmla="*/ 2149963 h 5689258"/>
                <a:gd name="connsiteX71" fmla="*/ 966583 w 2326728"/>
                <a:gd name="connsiteY71" fmla="*/ 2151854 h 5689258"/>
                <a:gd name="connsiteX72" fmla="*/ 813920 w 2326728"/>
                <a:gd name="connsiteY72" fmla="*/ 2275968 h 5689258"/>
                <a:gd name="connsiteX73" fmla="*/ 617719 w 2326728"/>
                <a:gd name="connsiteY73" fmla="*/ 2534664 h 5689258"/>
                <a:gd name="connsiteX74" fmla="*/ 601631 w 2326728"/>
                <a:gd name="connsiteY74" fmla="*/ 2580625 h 5689258"/>
                <a:gd name="connsiteX75" fmla="*/ 675556 w 2326728"/>
                <a:gd name="connsiteY75" fmla="*/ 2141765 h 5689258"/>
                <a:gd name="connsiteX76" fmla="*/ 690458 w 2326728"/>
                <a:gd name="connsiteY76" fmla="*/ 2116412 h 5689258"/>
                <a:gd name="connsiteX77" fmla="*/ 704381 w 2326728"/>
                <a:gd name="connsiteY77" fmla="*/ 2106839 h 5689258"/>
                <a:gd name="connsiteX78" fmla="*/ 792864 w 2326728"/>
                <a:gd name="connsiteY78" fmla="*/ 2073769 h 5689258"/>
                <a:gd name="connsiteX79" fmla="*/ 1048364 w 2326728"/>
                <a:gd name="connsiteY79" fmla="*/ 1968166 h 5689258"/>
                <a:gd name="connsiteX80" fmla="*/ 1327823 w 2326728"/>
                <a:gd name="connsiteY80" fmla="*/ 1516535 h 5689258"/>
                <a:gd name="connsiteX81" fmla="*/ 1320312 w 2326728"/>
                <a:gd name="connsiteY81" fmla="*/ 1502596 h 5689258"/>
                <a:gd name="connsiteX82" fmla="*/ 1304619 w 2326728"/>
                <a:gd name="connsiteY82" fmla="*/ 1501203 h 5689258"/>
                <a:gd name="connsiteX83" fmla="*/ 1199961 w 2326728"/>
                <a:gd name="connsiteY83" fmla="*/ 1544844 h 5689258"/>
                <a:gd name="connsiteX84" fmla="*/ 962200 w 2326728"/>
                <a:gd name="connsiteY84" fmla="*/ 1647868 h 5689258"/>
                <a:gd name="connsiteX85" fmla="*/ 777326 w 2326728"/>
                <a:gd name="connsiteY85" fmla="*/ 1795805 h 5689258"/>
                <a:gd name="connsiteX86" fmla="*/ 923459 w 2326728"/>
                <a:gd name="connsiteY86" fmla="*/ 1444827 h 5689258"/>
                <a:gd name="connsiteX87" fmla="*/ 1001887 w 2326728"/>
                <a:gd name="connsiteY87" fmla="*/ 1419664 h 5689258"/>
                <a:gd name="connsiteX88" fmla="*/ 1040663 w 2326728"/>
                <a:gd name="connsiteY88" fmla="*/ 1423926 h 5689258"/>
                <a:gd name="connsiteX89" fmla="*/ 1349033 w 2326728"/>
                <a:gd name="connsiteY89" fmla="*/ 1378601 h 5689258"/>
                <a:gd name="connsiteX90" fmla="*/ 1633305 w 2326728"/>
                <a:gd name="connsiteY90" fmla="*/ 1098455 h 5689258"/>
                <a:gd name="connsiteX91" fmla="*/ 1639389 w 2326728"/>
                <a:gd name="connsiteY91" fmla="*/ 1083690 h 5689258"/>
                <a:gd name="connsiteX92" fmla="*/ 1637258 w 2326728"/>
                <a:gd name="connsiteY92" fmla="*/ 1067929 h 5689258"/>
                <a:gd name="connsiteX93" fmla="*/ 1622906 w 2326728"/>
                <a:gd name="connsiteY93" fmla="*/ 1061122 h 5689258"/>
                <a:gd name="connsiteX94" fmla="*/ 1622768 w 2326728"/>
                <a:gd name="connsiteY94" fmla="*/ 1061122 h 5689258"/>
                <a:gd name="connsiteX95" fmla="*/ 1583202 w 2326728"/>
                <a:gd name="connsiteY95" fmla="*/ 1063615 h 5689258"/>
                <a:gd name="connsiteX96" fmla="*/ 1511854 w 2326728"/>
                <a:gd name="connsiteY96" fmla="*/ 1067843 h 5689258"/>
                <a:gd name="connsiteX97" fmla="*/ 1486708 w 2326728"/>
                <a:gd name="connsiteY97" fmla="*/ 1069115 h 5689258"/>
                <a:gd name="connsiteX98" fmla="*/ 1258005 w 2326728"/>
                <a:gd name="connsiteY98" fmla="*/ 1094880 h 5689258"/>
                <a:gd name="connsiteX99" fmla="*/ 1058969 w 2326728"/>
                <a:gd name="connsiteY99" fmla="*/ 1195137 h 5689258"/>
                <a:gd name="connsiteX100" fmla="*/ 1243653 w 2326728"/>
                <a:gd name="connsiteY100" fmla="*/ 921951 h 5689258"/>
                <a:gd name="connsiteX101" fmla="*/ 1260704 w 2326728"/>
                <a:gd name="connsiteY101" fmla="*/ 915059 h 5689258"/>
                <a:gd name="connsiteX102" fmla="*/ 1293292 w 2326728"/>
                <a:gd name="connsiteY102" fmla="*/ 911621 h 5689258"/>
                <a:gd name="connsiteX103" fmla="*/ 1351061 w 2326728"/>
                <a:gd name="connsiteY103" fmla="*/ 925114 h 5689258"/>
                <a:gd name="connsiteX104" fmla="*/ 1698911 w 2326728"/>
                <a:gd name="connsiteY104" fmla="*/ 936200 h 5689258"/>
                <a:gd name="connsiteX105" fmla="*/ 1968436 w 2326728"/>
                <a:gd name="connsiteY105" fmla="*/ 734328 h 5689258"/>
                <a:gd name="connsiteX106" fmla="*/ 1975276 w 2326728"/>
                <a:gd name="connsiteY106" fmla="*/ 723860 h 5689258"/>
                <a:gd name="connsiteX107" fmla="*/ 1975723 w 2326728"/>
                <a:gd name="connsiteY107" fmla="*/ 710574 h 5689258"/>
                <a:gd name="connsiteX108" fmla="*/ 1932960 w 2326728"/>
                <a:gd name="connsiteY108" fmla="*/ 690172 h 5689258"/>
                <a:gd name="connsiteX109" fmla="*/ 1845868 w 2326728"/>
                <a:gd name="connsiteY109" fmla="*/ 676095 h 5689258"/>
                <a:gd name="connsiteX110" fmla="*/ 1804497 w 2326728"/>
                <a:gd name="connsiteY110" fmla="*/ 670113 h 5689258"/>
                <a:gd name="connsiteX111" fmla="*/ 1802726 w 2326728"/>
                <a:gd name="connsiteY111" fmla="*/ 669838 h 5689258"/>
                <a:gd name="connsiteX112" fmla="*/ 1658743 w 2326728"/>
                <a:gd name="connsiteY112" fmla="*/ 653321 h 5689258"/>
                <a:gd name="connsiteX113" fmla="*/ 1425777 w 2326728"/>
                <a:gd name="connsiteY113" fmla="*/ 707205 h 5689258"/>
                <a:gd name="connsiteX114" fmla="*/ 1558967 w 2326728"/>
                <a:gd name="connsiteY114" fmla="*/ 575597 h 5689258"/>
                <a:gd name="connsiteX115" fmla="*/ 1611424 w 2326728"/>
                <a:gd name="connsiteY115" fmla="*/ 532953 h 5689258"/>
                <a:gd name="connsiteX116" fmla="*/ 1622768 w 2326728"/>
                <a:gd name="connsiteY116" fmla="*/ 529808 h 5689258"/>
                <a:gd name="connsiteX117" fmla="*/ 2019707 w 2326728"/>
                <a:gd name="connsiteY117" fmla="*/ 319238 h 5689258"/>
                <a:gd name="connsiteX118" fmla="*/ 2161508 w 2326728"/>
                <a:gd name="connsiteY118" fmla="*/ 34640 h 5689258"/>
                <a:gd name="connsiteX119" fmla="*/ 2162711 w 2326728"/>
                <a:gd name="connsiteY119" fmla="*/ 30601 h 5689258"/>
                <a:gd name="connsiteX120" fmla="*/ 2159927 w 2326728"/>
                <a:gd name="connsiteY120" fmla="*/ 3443 h 5689258"/>
                <a:gd name="connsiteX121" fmla="*/ 2111371 w 2326728"/>
                <a:gd name="connsiteY121" fmla="*/ 11109 h 5689258"/>
                <a:gd name="connsiteX122" fmla="*/ 2027786 w 2326728"/>
                <a:gd name="connsiteY122" fmla="*/ 42477 h 5689258"/>
                <a:gd name="connsiteX123" fmla="*/ 1854686 w 2326728"/>
                <a:gd name="connsiteY123" fmla="*/ 110232 h 5689258"/>
                <a:gd name="connsiteX124" fmla="*/ 1628715 w 2326728"/>
                <a:gd name="connsiteY124" fmla="*/ 296670 h 5689258"/>
                <a:gd name="connsiteX125" fmla="*/ 1578337 w 2326728"/>
                <a:gd name="connsiteY125" fmla="*/ 488711 h 5689258"/>
                <a:gd name="connsiteX126" fmla="*/ 1577530 w 2326728"/>
                <a:gd name="connsiteY126" fmla="*/ 491427 h 5689258"/>
                <a:gd name="connsiteX127" fmla="*/ 1285558 w 2326728"/>
                <a:gd name="connsiteY127" fmla="*/ 788848 h 5689258"/>
                <a:gd name="connsiteX128" fmla="*/ 1414295 w 2326728"/>
                <a:gd name="connsiteY128" fmla="*/ 442098 h 5689258"/>
                <a:gd name="connsiteX129" fmla="*/ 1418472 w 2326728"/>
                <a:gd name="connsiteY129" fmla="*/ 77919 h 5689258"/>
                <a:gd name="connsiteX130" fmla="*/ 1413642 w 2326728"/>
                <a:gd name="connsiteY130" fmla="*/ 55282 h 5689258"/>
                <a:gd name="connsiteX131" fmla="*/ 1410600 w 2326728"/>
                <a:gd name="connsiteY131" fmla="*/ 41859 h 5689258"/>
                <a:gd name="connsiteX132" fmla="*/ 1399204 w 2326728"/>
                <a:gd name="connsiteY132" fmla="*/ 29655 h 5689258"/>
                <a:gd name="connsiteX133" fmla="*/ 1382893 w 2326728"/>
                <a:gd name="connsiteY133" fmla="*/ 33505 h 5689258"/>
                <a:gd name="connsiteX134" fmla="*/ 1362903 w 2326728"/>
                <a:gd name="connsiteY134" fmla="*/ 51845 h 5689258"/>
                <a:gd name="connsiteX135" fmla="*/ 1358314 w 2326728"/>
                <a:gd name="connsiteY135" fmla="*/ 55987 h 5689258"/>
                <a:gd name="connsiteX136" fmla="*/ 1311649 w 2326728"/>
                <a:gd name="connsiteY136" fmla="*/ 101226 h 5689258"/>
                <a:gd name="connsiteX137" fmla="*/ 1064795 w 2326728"/>
                <a:gd name="connsiteY137" fmla="*/ 605572 h 5689258"/>
                <a:gd name="connsiteX138" fmla="*/ 1080780 w 2326728"/>
                <a:gd name="connsiteY138" fmla="*/ 821006 h 5689258"/>
                <a:gd name="connsiteX139" fmla="*/ 1112595 w 2326728"/>
                <a:gd name="connsiteY139" fmla="*/ 878242 h 5689258"/>
                <a:gd name="connsiteX140" fmla="*/ 1128631 w 2326728"/>
                <a:gd name="connsiteY140" fmla="*/ 903543 h 5689258"/>
                <a:gd name="connsiteX141" fmla="*/ 1132636 w 2326728"/>
                <a:gd name="connsiteY141" fmla="*/ 911020 h 5689258"/>
                <a:gd name="connsiteX142" fmla="*/ 1122633 w 2326728"/>
                <a:gd name="connsiteY142" fmla="*/ 995568 h 5689258"/>
                <a:gd name="connsiteX143" fmla="*/ 1119848 w 2326728"/>
                <a:gd name="connsiteY143" fmla="*/ 999555 h 5689258"/>
                <a:gd name="connsiteX144" fmla="*/ 1118250 w 2326728"/>
                <a:gd name="connsiteY144" fmla="*/ 1001772 h 5689258"/>
                <a:gd name="connsiteX145" fmla="*/ 909829 w 2326728"/>
                <a:gd name="connsiteY145" fmla="*/ 1332795 h 5689258"/>
                <a:gd name="connsiteX146" fmla="*/ 952833 w 2326728"/>
                <a:gd name="connsiteY146" fmla="*/ 1012326 h 5689258"/>
                <a:gd name="connsiteX147" fmla="*/ 846285 w 2326728"/>
                <a:gd name="connsiteY147" fmla="*/ 599729 h 5689258"/>
                <a:gd name="connsiteX148" fmla="*/ 831469 w 2326728"/>
                <a:gd name="connsiteY148" fmla="*/ 591135 h 5689258"/>
                <a:gd name="connsiteX149" fmla="*/ 818234 w 2326728"/>
                <a:gd name="connsiteY149" fmla="*/ 597975 h 5689258"/>
                <a:gd name="connsiteX150" fmla="*/ 811977 w 2326728"/>
                <a:gd name="connsiteY150" fmla="*/ 606260 h 5689258"/>
                <a:gd name="connsiteX151" fmla="*/ 799447 w 2326728"/>
                <a:gd name="connsiteY151" fmla="*/ 623551 h 5689258"/>
                <a:gd name="connsiteX152" fmla="*/ 693930 w 2326728"/>
                <a:gd name="connsiteY152" fmla="*/ 881628 h 5689258"/>
                <a:gd name="connsiteX153" fmla="*/ 641456 w 2326728"/>
                <a:gd name="connsiteY153" fmla="*/ 1239413 h 5689258"/>
                <a:gd name="connsiteX154" fmla="*/ 694102 w 2326728"/>
                <a:gd name="connsiteY154" fmla="*/ 1461413 h 5689258"/>
                <a:gd name="connsiteX155" fmla="*/ 733171 w 2326728"/>
                <a:gd name="connsiteY155" fmla="*/ 1512616 h 5689258"/>
                <a:gd name="connsiteX156" fmla="*/ 755188 w 2326728"/>
                <a:gd name="connsiteY156" fmla="*/ 1539361 h 5689258"/>
                <a:gd name="connsiteX157" fmla="*/ 762510 w 2326728"/>
                <a:gd name="connsiteY157" fmla="*/ 1555810 h 5689258"/>
                <a:gd name="connsiteX158" fmla="*/ 762476 w 2326728"/>
                <a:gd name="connsiteY158" fmla="*/ 1621072 h 5689258"/>
                <a:gd name="connsiteX159" fmla="*/ 762149 w 2326728"/>
                <a:gd name="connsiteY159" fmla="*/ 1635854 h 5689258"/>
                <a:gd name="connsiteX160" fmla="*/ 760637 w 2326728"/>
                <a:gd name="connsiteY160" fmla="*/ 1643554 h 5689258"/>
                <a:gd name="connsiteX161" fmla="*/ 642985 w 2326728"/>
                <a:gd name="connsiteY161" fmla="*/ 1980438 h 5689258"/>
                <a:gd name="connsiteX162" fmla="*/ 651407 w 2326728"/>
                <a:gd name="connsiteY162" fmla="*/ 1865640 h 5689258"/>
                <a:gd name="connsiteX163" fmla="*/ 458713 w 2326728"/>
                <a:gd name="connsiteY163" fmla="*/ 1304693 h 5689258"/>
                <a:gd name="connsiteX164" fmla="*/ 431212 w 2326728"/>
                <a:gd name="connsiteY164" fmla="*/ 1271194 h 5689258"/>
                <a:gd name="connsiteX165" fmla="*/ 418304 w 2326728"/>
                <a:gd name="connsiteY165" fmla="*/ 1265023 h 5689258"/>
                <a:gd name="connsiteX166" fmla="*/ 415554 w 2326728"/>
                <a:gd name="connsiteY166" fmla="*/ 1265264 h 5689258"/>
                <a:gd name="connsiteX167" fmla="*/ 402680 w 2326728"/>
                <a:gd name="connsiteY167" fmla="*/ 1275869 h 5689258"/>
                <a:gd name="connsiteX168" fmla="*/ 395324 w 2326728"/>
                <a:gd name="connsiteY168" fmla="*/ 1294965 h 5689258"/>
                <a:gd name="connsiteX169" fmla="*/ 382691 w 2326728"/>
                <a:gd name="connsiteY169" fmla="*/ 1329289 h 5689258"/>
                <a:gd name="connsiteX170" fmla="*/ 337675 w 2326728"/>
                <a:gd name="connsiteY170" fmla="*/ 1643331 h 5689258"/>
                <a:gd name="connsiteX171" fmla="*/ 337624 w 2326728"/>
                <a:gd name="connsiteY171" fmla="*/ 1645840 h 5689258"/>
                <a:gd name="connsiteX172" fmla="*/ 371003 w 2326728"/>
                <a:gd name="connsiteY172" fmla="*/ 1989943 h 5689258"/>
                <a:gd name="connsiteX173" fmla="*/ 488379 w 2326728"/>
                <a:gd name="connsiteY173" fmla="*/ 2182500 h 5689258"/>
                <a:gd name="connsiteX174" fmla="*/ 489754 w 2326728"/>
                <a:gd name="connsiteY174" fmla="*/ 2183737 h 5689258"/>
                <a:gd name="connsiteX175" fmla="*/ 552594 w 2326728"/>
                <a:gd name="connsiteY175" fmla="*/ 2262510 h 5689258"/>
                <a:gd name="connsiteX176" fmla="*/ 558713 w 2326728"/>
                <a:gd name="connsiteY176" fmla="*/ 2285044 h 5689258"/>
                <a:gd name="connsiteX177" fmla="*/ 555705 w 2326728"/>
                <a:gd name="connsiteY177" fmla="*/ 2384012 h 5689258"/>
                <a:gd name="connsiteX178" fmla="*/ 547609 w 2326728"/>
                <a:gd name="connsiteY178" fmla="*/ 2437329 h 5689258"/>
                <a:gd name="connsiteX179" fmla="*/ 531057 w 2326728"/>
                <a:gd name="connsiteY179" fmla="*/ 2656699 h 5689258"/>
                <a:gd name="connsiteX180" fmla="*/ 530542 w 2326728"/>
                <a:gd name="connsiteY180" fmla="*/ 2663351 h 5689258"/>
                <a:gd name="connsiteX181" fmla="*/ 526124 w 2326728"/>
                <a:gd name="connsiteY181" fmla="*/ 2718369 h 5689258"/>
                <a:gd name="connsiteX182" fmla="*/ 363217 w 2326728"/>
                <a:gd name="connsiteY182" fmla="*/ 2272032 h 5689258"/>
                <a:gd name="connsiteX183" fmla="*/ 159745 w 2326728"/>
                <a:gd name="connsiteY183" fmla="*/ 2066206 h 5689258"/>
                <a:gd name="connsiteX184" fmla="*/ 148161 w 2326728"/>
                <a:gd name="connsiteY184" fmla="*/ 2058850 h 5689258"/>
                <a:gd name="connsiteX185" fmla="*/ 140014 w 2326728"/>
                <a:gd name="connsiteY185" fmla="*/ 2053934 h 5689258"/>
                <a:gd name="connsiteX186" fmla="*/ 123943 w 2326728"/>
                <a:gd name="connsiteY186" fmla="*/ 2053212 h 5689258"/>
                <a:gd name="connsiteX187" fmla="*/ 114713 w 2326728"/>
                <a:gd name="connsiteY187" fmla="*/ 2066516 h 5689258"/>
                <a:gd name="connsiteX188" fmla="*/ 111155 w 2326728"/>
                <a:gd name="connsiteY188" fmla="*/ 2097437 h 5689258"/>
                <a:gd name="connsiteX189" fmla="*/ 105999 w 2326728"/>
                <a:gd name="connsiteY189" fmla="*/ 2159812 h 5689258"/>
                <a:gd name="connsiteX190" fmla="*/ 241371 w 2326728"/>
                <a:gd name="connsiteY190" fmla="*/ 2759191 h 5689258"/>
                <a:gd name="connsiteX191" fmla="*/ 340975 w 2326728"/>
                <a:gd name="connsiteY191" fmla="*/ 2890129 h 5689258"/>
                <a:gd name="connsiteX192" fmla="*/ 474199 w 2326728"/>
                <a:gd name="connsiteY192" fmla="*/ 2954085 h 5689258"/>
                <a:gd name="connsiteX193" fmla="*/ 478256 w 2326728"/>
                <a:gd name="connsiteY193" fmla="*/ 2956148 h 5689258"/>
                <a:gd name="connsiteX194" fmla="*/ 486454 w 2326728"/>
                <a:gd name="connsiteY194" fmla="*/ 2972236 h 5689258"/>
                <a:gd name="connsiteX195" fmla="*/ 511497 w 2326728"/>
                <a:gd name="connsiteY195" fmla="*/ 3030572 h 5689258"/>
                <a:gd name="connsiteX196" fmla="*/ 515708 w 2326728"/>
                <a:gd name="connsiteY196" fmla="*/ 3084714 h 5689258"/>
                <a:gd name="connsiteX197" fmla="*/ 515932 w 2326728"/>
                <a:gd name="connsiteY197" fmla="*/ 3105872 h 5689258"/>
                <a:gd name="connsiteX198" fmla="*/ 553539 w 2326728"/>
                <a:gd name="connsiteY198" fmla="*/ 3479625 h 5689258"/>
                <a:gd name="connsiteX199" fmla="*/ 490442 w 2326728"/>
                <a:gd name="connsiteY199" fmla="*/ 3348188 h 5689258"/>
                <a:gd name="connsiteX200" fmla="*/ 75490 w 2326728"/>
                <a:gd name="connsiteY200" fmla="*/ 2989389 h 5689258"/>
                <a:gd name="connsiteX201" fmla="*/ 40770 w 2326728"/>
                <a:gd name="connsiteY201" fmla="*/ 2978080 h 5689258"/>
                <a:gd name="connsiteX202" fmla="*/ 38227 w 2326728"/>
                <a:gd name="connsiteY202" fmla="*/ 2977323 h 5689258"/>
                <a:gd name="connsiteX203" fmla="*/ 21709 w 2326728"/>
                <a:gd name="connsiteY203" fmla="*/ 2972408 h 5689258"/>
                <a:gd name="connsiteX204" fmla="*/ 6068 w 2326728"/>
                <a:gd name="connsiteY204" fmla="*/ 2975433 h 5689258"/>
                <a:gd name="connsiteX205" fmla="*/ 86 w 2326728"/>
                <a:gd name="connsiteY205" fmla="*/ 2990111 h 5689258"/>
                <a:gd name="connsiteX206" fmla="*/ 3043 w 2326728"/>
                <a:gd name="connsiteY206" fmla="*/ 3024659 h 5689258"/>
                <a:gd name="connsiteX207" fmla="*/ 12445 w 2326728"/>
                <a:gd name="connsiteY207" fmla="*/ 3095508 h 5689258"/>
                <a:gd name="connsiteX208" fmla="*/ 293863 w 2326728"/>
                <a:gd name="connsiteY208" fmla="*/ 3618624 h 5689258"/>
                <a:gd name="connsiteX209" fmla="*/ 478084 w 2326728"/>
                <a:gd name="connsiteY209" fmla="*/ 3721425 h 5689258"/>
                <a:gd name="connsiteX210" fmla="*/ 550376 w 2326728"/>
                <a:gd name="connsiteY210" fmla="*/ 3722216 h 5689258"/>
                <a:gd name="connsiteX211" fmla="*/ 560414 w 2326728"/>
                <a:gd name="connsiteY211" fmla="*/ 3721614 h 5689258"/>
                <a:gd name="connsiteX212" fmla="*/ 564505 w 2326728"/>
                <a:gd name="connsiteY212" fmla="*/ 3721442 h 5689258"/>
                <a:gd name="connsiteX213" fmla="*/ 569386 w 2326728"/>
                <a:gd name="connsiteY213" fmla="*/ 3724261 h 5689258"/>
                <a:gd name="connsiteX214" fmla="*/ 616086 w 2326728"/>
                <a:gd name="connsiteY214" fmla="*/ 3788389 h 5689258"/>
                <a:gd name="connsiteX215" fmla="*/ 618166 w 2326728"/>
                <a:gd name="connsiteY215" fmla="*/ 3794371 h 5689258"/>
                <a:gd name="connsiteX216" fmla="*/ 618853 w 2326728"/>
                <a:gd name="connsiteY216" fmla="*/ 3796674 h 5689258"/>
                <a:gd name="connsiteX217" fmla="*/ 798382 w 2326728"/>
                <a:gd name="connsiteY217" fmla="*/ 4269464 h 5689258"/>
                <a:gd name="connsiteX218" fmla="*/ 692504 w 2326728"/>
                <a:gd name="connsiteY218" fmla="*/ 4147360 h 5689258"/>
                <a:gd name="connsiteX219" fmla="*/ 172379 w 2326728"/>
                <a:gd name="connsiteY219" fmla="*/ 3968382 h 5689258"/>
                <a:gd name="connsiteX220" fmla="*/ 168099 w 2326728"/>
                <a:gd name="connsiteY220" fmla="*/ 3968416 h 5689258"/>
                <a:gd name="connsiteX221" fmla="*/ 165400 w 2326728"/>
                <a:gd name="connsiteY221" fmla="*/ 3968915 h 5689258"/>
                <a:gd name="connsiteX222" fmla="*/ 155019 w 2326728"/>
                <a:gd name="connsiteY222" fmla="*/ 3989385 h 5689258"/>
                <a:gd name="connsiteX223" fmla="*/ 162203 w 2326728"/>
                <a:gd name="connsiteY223" fmla="*/ 4014944 h 5689258"/>
                <a:gd name="connsiteX224" fmla="*/ 179323 w 2326728"/>
                <a:gd name="connsiteY224" fmla="*/ 4068983 h 5689258"/>
                <a:gd name="connsiteX225" fmla="*/ 352612 w 2326728"/>
                <a:gd name="connsiteY225" fmla="*/ 4326012 h 5689258"/>
                <a:gd name="connsiteX226" fmla="*/ 560689 w 2326728"/>
                <a:gd name="connsiteY226" fmla="*/ 4490776 h 5689258"/>
                <a:gd name="connsiteX227" fmla="*/ 821087 w 2326728"/>
                <a:gd name="connsiteY227" fmla="*/ 4523708 h 5689258"/>
                <a:gd name="connsiteX228" fmla="*/ 865655 w 2326728"/>
                <a:gd name="connsiteY228" fmla="*/ 4506142 h 5689258"/>
                <a:gd name="connsiteX229" fmla="*/ 888223 w 2326728"/>
                <a:gd name="connsiteY229" fmla="*/ 4507259 h 5689258"/>
                <a:gd name="connsiteX230" fmla="*/ 924301 w 2326728"/>
                <a:gd name="connsiteY230" fmla="*/ 4530239 h 5689258"/>
                <a:gd name="connsiteX231" fmla="*/ 943912 w 2326728"/>
                <a:gd name="connsiteY231" fmla="*/ 4542030 h 5689258"/>
                <a:gd name="connsiteX232" fmla="*/ 947831 w 2326728"/>
                <a:gd name="connsiteY232" fmla="*/ 4547651 h 5689258"/>
                <a:gd name="connsiteX233" fmla="*/ 1194358 w 2326728"/>
                <a:gd name="connsiteY233" fmla="*/ 4886941 h 5689258"/>
                <a:gd name="connsiteX234" fmla="*/ 1044118 w 2326728"/>
                <a:gd name="connsiteY234" fmla="*/ 4809613 h 5689258"/>
                <a:gd name="connsiteX235" fmla="*/ 548400 w 2326728"/>
                <a:gd name="connsiteY235" fmla="*/ 4828915 h 5689258"/>
                <a:gd name="connsiteX236" fmla="*/ 494412 w 2326728"/>
                <a:gd name="connsiteY236" fmla="*/ 4854198 h 5689258"/>
                <a:gd name="connsiteX237" fmla="*/ 487142 w 2326728"/>
                <a:gd name="connsiteY237" fmla="*/ 4865422 h 5689258"/>
                <a:gd name="connsiteX238" fmla="*/ 490390 w 2326728"/>
                <a:gd name="connsiteY238" fmla="*/ 4878244 h 5689258"/>
                <a:gd name="connsiteX239" fmla="*/ 505619 w 2326728"/>
                <a:gd name="connsiteY239" fmla="*/ 4898577 h 5689258"/>
                <a:gd name="connsiteX240" fmla="*/ 506719 w 2326728"/>
                <a:gd name="connsiteY240" fmla="*/ 4900056 h 5689258"/>
                <a:gd name="connsiteX241" fmla="*/ 545031 w 2326728"/>
                <a:gd name="connsiteY241" fmla="*/ 4948096 h 5689258"/>
                <a:gd name="connsiteX242" fmla="*/ 765106 w 2326728"/>
                <a:gd name="connsiteY242" fmla="*/ 5103166 h 5689258"/>
                <a:gd name="connsiteX243" fmla="*/ 1083805 w 2326728"/>
                <a:gd name="connsiteY243" fmla="*/ 5190309 h 5689258"/>
                <a:gd name="connsiteX244" fmla="*/ 1098845 w 2326728"/>
                <a:gd name="connsiteY244" fmla="*/ 5190584 h 5689258"/>
                <a:gd name="connsiteX245" fmla="*/ 1332532 w 2326728"/>
                <a:gd name="connsiteY245" fmla="*/ 5092131 h 5689258"/>
                <a:gd name="connsiteX246" fmla="*/ 1337225 w 2326728"/>
                <a:gd name="connsiteY246" fmla="*/ 5090619 h 5689258"/>
                <a:gd name="connsiteX247" fmla="*/ 1397228 w 2326728"/>
                <a:gd name="connsiteY247" fmla="*/ 5098181 h 5689258"/>
                <a:gd name="connsiteX248" fmla="*/ 1404808 w 2326728"/>
                <a:gd name="connsiteY248" fmla="*/ 5101894 h 5689258"/>
                <a:gd name="connsiteX249" fmla="*/ 1716941 w 2326728"/>
                <a:gd name="connsiteY249" fmla="*/ 5331027 h 5689258"/>
                <a:gd name="connsiteX250" fmla="*/ 1665944 w 2326728"/>
                <a:gd name="connsiteY250" fmla="*/ 5318445 h 5689258"/>
                <a:gd name="connsiteX251" fmla="*/ 1299738 w 2326728"/>
                <a:gd name="connsiteY251" fmla="*/ 5362000 h 5689258"/>
                <a:gd name="connsiteX252" fmla="*/ 1049137 w 2326728"/>
                <a:gd name="connsiteY252" fmla="*/ 5519785 h 5689258"/>
                <a:gd name="connsiteX253" fmla="*/ 1047040 w 2326728"/>
                <a:gd name="connsiteY253" fmla="*/ 5542577 h 5689258"/>
                <a:gd name="connsiteX254" fmla="*/ 1145080 w 2326728"/>
                <a:gd name="connsiteY254" fmla="*/ 5614181 h 5689258"/>
                <a:gd name="connsiteX255" fmla="*/ 1418730 w 2326728"/>
                <a:gd name="connsiteY255" fmla="*/ 5686320 h 5689258"/>
                <a:gd name="connsiteX256" fmla="*/ 1500012 w 2326728"/>
                <a:gd name="connsiteY256" fmla="*/ 5689259 h 5689258"/>
                <a:gd name="connsiteX257" fmla="*/ 1594322 w 2326728"/>
                <a:gd name="connsiteY257" fmla="*/ 5684721 h 5689258"/>
                <a:gd name="connsiteX258" fmla="*/ 1674951 w 2326728"/>
                <a:gd name="connsiteY258" fmla="*/ 5670885 h 5689258"/>
                <a:gd name="connsiteX259" fmla="*/ 1924641 w 2326728"/>
                <a:gd name="connsiteY259" fmla="*/ 5487025 h 5689258"/>
                <a:gd name="connsiteX260" fmla="*/ 1933664 w 2326728"/>
                <a:gd name="connsiteY260" fmla="*/ 5483003 h 5689258"/>
                <a:gd name="connsiteX261" fmla="*/ 1993771 w 2326728"/>
                <a:gd name="connsiteY261" fmla="*/ 5471281 h 5689258"/>
                <a:gd name="connsiteX262" fmla="*/ 2010563 w 2326728"/>
                <a:gd name="connsiteY262" fmla="*/ 5474546 h 5689258"/>
                <a:gd name="connsiteX263" fmla="*/ 2272921 w 2326728"/>
                <a:gd name="connsiteY263" fmla="*/ 5554161 h 5689258"/>
                <a:gd name="connsiteX264" fmla="*/ 2276839 w 2326728"/>
                <a:gd name="connsiteY264" fmla="*/ 5554625 h 5689258"/>
                <a:gd name="connsiteX265" fmla="*/ 2291484 w 2326728"/>
                <a:gd name="connsiteY265" fmla="*/ 5545808 h 5689258"/>
                <a:gd name="connsiteX266" fmla="*/ 2322783 w 2326728"/>
                <a:gd name="connsiteY266" fmla="*/ 5499933 h 5689258"/>
                <a:gd name="connsiteX267" fmla="*/ 2325842 w 2326728"/>
                <a:gd name="connsiteY267" fmla="*/ 5483828 h 5689258"/>
                <a:gd name="connsiteX268" fmla="*/ 2313708 w 2326728"/>
                <a:gd name="connsiteY268" fmla="*/ 5472982 h 568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2326728" h="5689258">
                  <a:moveTo>
                    <a:pt x="2313708" y="5472982"/>
                  </a:moveTo>
                  <a:cubicBezTo>
                    <a:pt x="2202484" y="5448421"/>
                    <a:pt x="2091862" y="5412618"/>
                    <a:pt x="1975465" y="5363546"/>
                  </a:cubicBezTo>
                  <a:cubicBezTo>
                    <a:pt x="1974073" y="5362893"/>
                    <a:pt x="1970619" y="5358992"/>
                    <a:pt x="1969536" y="5355485"/>
                  </a:cubicBezTo>
                  <a:cubicBezTo>
                    <a:pt x="1957934" y="5315936"/>
                    <a:pt x="1954049" y="5276094"/>
                    <a:pt x="1957624" y="5233674"/>
                  </a:cubicBezTo>
                  <a:cubicBezTo>
                    <a:pt x="1980416" y="4962843"/>
                    <a:pt x="1819141" y="4677472"/>
                    <a:pt x="1574195" y="4555127"/>
                  </a:cubicBezTo>
                  <a:cubicBezTo>
                    <a:pt x="1568987" y="4552481"/>
                    <a:pt x="1563556" y="4550195"/>
                    <a:pt x="1557299" y="4547633"/>
                  </a:cubicBezTo>
                  <a:lnTo>
                    <a:pt x="1551490" y="4545227"/>
                  </a:lnTo>
                  <a:cubicBezTo>
                    <a:pt x="1545973" y="4542873"/>
                    <a:pt x="1539252" y="4543852"/>
                    <a:pt x="1534800" y="4547427"/>
                  </a:cubicBezTo>
                  <a:cubicBezTo>
                    <a:pt x="1529988" y="4551140"/>
                    <a:pt x="1527599" y="4557190"/>
                    <a:pt x="1528578" y="4563257"/>
                  </a:cubicBezTo>
                  <a:lnTo>
                    <a:pt x="1535282" y="4604784"/>
                  </a:lnTo>
                  <a:cubicBezTo>
                    <a:pt x="1541229" y="4641532"/>
                    <a:pt x="1547055" y="4677489"/>
                    <a:pt x="1552641" y="4713480"/>
                  </a:cubicBezTo>
                  <a:lnTo>
                    <a:pt x="1554051" y="4722900"/>
                  </a:lnTo>
                  <a:cubicBezTo>
                    <a:pt x="1569778" y="4825185"/>
                    <a:pt x="1586038" y="4930960"/>
                    <a:pt x="1617715" y="5032575"/>
                  </a:cubicBezTo>
                  <a:cubicBezTo>
                    <a:pt x="1646299" y="5124256"/>
                    <a:pt x="1690403" y="5196600"/>
                    <a:pt x="1751747" y="5252031"/>
                  </a:cubicBezTo>
                  <a:cubicBezTo>
                    <a:pt x="1622150" y="5175613"/>
                    <a:pt x="1501387" y="5083778"/>
                    <a:pt x="1391711" y="4978158"/>
                  </a:cubicBezTo>
                  <a:cubicBezTo>
                    <a:pt x="1389407" y="4975941"/>
                    <a:pt x="1386674" y="4970062"/>
                    <a:pt x="1386279" y="4965215"/>
                  </a:cubicBezTo>
                  <a:lnTo>
                    <a:pt x="1383340" y="4892734"/>
                  </a:lnTo>
                  <a:cubicBezTo>
                    <a:pt x="1383323" y="4890155"/>
                    <a:pt x="1383288" y="4883314"/>
                    <a:pt x="1384749" y="4879929"/>
                  </a:cubicBezTo>
                  <a:cubicBezTo>
                    <a:pt x="1438771" y="4754078"/>
                    <a:pt x="1452607" y="4612415"/>
                    <a:pt x="1427083" y="4446878"/>
                  </a:cubicBezTo>
                  <a:cubicBezTo>
                    <a:pt x="1402470" y="4287219"/>
                    <a:pt x="1334303" y="4140399"/>
                    <a:pt x="1224454" y="4010475"/>
                  </a:cubicBezTo>
                  <a:cubicBezTo>
                    <a:pt x="1211598" y="3995264"/>
                    <a:pt x="1200254" y="3987563"/>
                    <a:pt x="1190732" y="3987563"/>
                  </a:cubicBezTo>
                  <a:cubicBezTo>
                    <a:pt x="1188411" y="3987563"/>
                    <a:pt x="1186314" y="3988028"/>
                    <a:pt x="1184664" y="3988887"/>
                  </a:cubicBezTo>
                  <a:cubicBezTo>
                    <a:pt x="1179611" y="3991396"/>
                    <a:pt x="1176191" y="3996261"/>
                    <a:pt x="1175520" y="4001881"/>
                  </a:cubicBezTo>
                  <a:lnTo>
                    <a:pt x="1172581" y="4027165"/>
                  </a:lnTo>
                  <a:cubicBezTo>
                    <a:pt x="1170312" y="4045934"/>
                    <a:pt x="1168129" y="4064359"/>
                    <a:pt x="1166170" y="4082819"/>
                  </a:cubicBezTo>
                  <a:cubicBezTo>
                    <a:pt x="1162784" y="4115339"/>
                    <a:pt x="1159071" y="4147807"/>
                    <a:pt x="1155341" y="4180292"/>
                  </a:cubicBezTo>
                  <a:lnTo>
                    <a:pt x="1154809" y="4184984"/>
                  </a:lnTo>
                  <a:cubicBezTo>
                    <a:pt x="1145527" y="4266094"/>
                    <a:pt x="1135902" y="4349972"/>
                    <a:pt x="1130814" y="4433953"/>
                  </a:cubicBezTo>
                  <a:cubicBezTo>
                    <a:pt x="1124902" y="4531924"/>
                    <a:pt x="1126655" y="4646344"/>
                    <a:pt x="1184561" y="4752188"/>
                  </a:cubicBezTo>
                  <a:cubicBezTo>
                    <a:pt x="1184870" y="4752720"/>
                    <a:pt x="1185145" y="4753287"/>
                    <a:pt x="1185455" y="4753820"/>
                  </a:cubicBezTo>
                  <a:cubicBezTo>
                    <a:pt x="1104963" y="4653168"/>
                    <a:pt x="1031485" y="4544849"/>
                    <a:pt x="965930" y="4430068"/>
                  </a:cubicBezTo>
                  <a:cubicBezTo>
                    <a:pt x="960138" y="4419858"/>
                    <a:pt x="959639" y="4410903"/>
                    <a:pt x="960722" y="4397909"/>
                  </a:cubicBezTo>
                  <a:cubicBezTo>
                    <a:pt x="965380" y="4342959"/>
                    <a:pt x="990921" y="4298305"/>
                    <a:pt x="1017821" y="4258257"/>
                  </a:cubicBezTo>
                  <a:cubicBezTo>
                    <a:pt x="1069780" y="4180705"/>
                    <a:pt x="1101234" y="4089041"/>
                    <a:pt x="1119814" y="3961025"/>
                  </a:cubicBezTo>
                  <a:cubicBezTo>
                    <a:pt x="1145785" y="3781996"/>
                    <a:pt x="1119556" y="3602398"/>
                    <a:pt x="1041901" y="3427184"/>
                  </a:cubicBezTo>
                  <a:cubicBezTo>
                    <a:pt x="1039770" y="3422354"/>
                    <a:pt x="1037277" y="3417696"/>
                    <a:pt x="1034613" y="3412695"/>
                  </a:cubicBezTo>
                  <a:lnTo>
                    <a:pt x="1028546" y="3401247"/>
                  </a:lnTo>
                  <a:cubicBezTo>
                    <a:pt x="1025641" y="3395661"/>
                    <a:pt x="1019436" y="3391983"/>
                    <a:pt x="1012888" y="3392275"/>
                  </a:cubicBezTo>
                  <a:cubicBezTo>
                    <a:pt x="1006356" y="3392619"/>
                    <a:pt x="1000598" y="3396761"/>
                    <a:pt x="998226" y="3402777"/>
                  </a:cubicBezTo>
                  <a:cubicBezTo>
                    <a:pt x="979388" y="3450285"/>
                    <a:pt x="961169" y="3496056"/>
                    <a:pt x="943070" y="3541484"/>
                  </a:cubicBezTo>
                  <a:lnTo>
                    <a:pt x="931503" y="3570515"/>
                  </a:lnTo>
                  <a:cubicBezTo>
                    <a:pt x="892898" y="3667472"/>
                    <a:pt x="849602" y="3780672"/>
                    <a:pt x="824439" y="3897464"/>
                  </a:cubicBezTo>
                  <a:cubicBezTo>
                    <a:pt x="806701" y="3979881"/>
                    <a:pt x="805618" y="4059426"/>
                    <a:pt x="821173" y="4135157"/>
                  </a:cubicBezTo>
                  <a:cubicBezTo>
                    <a:pt x="760809" y="3991482"/>
                    <a:pt x="711187" y="3839661"/>
                    <a:pt x="673185" y="3682237"/>
                  </a:cubicBezTo>
                  <a:cubicBezTo>
                    <a:pt x="672755" y="3680483"/>
                    <a:pt x="672617" y="3675946"/>
                    <a:pt x="676381" y="3665478"/>
                  </a:cubicBezTo>
                  <a:cubicBezTo>
                    <a:pt x="694154" y="3616836"/>
                    <a:pt x="726519" y="3572732"/>
                    <a:pt x="767529" y="3541295"/>
                  </a:cubicBezTo>
                  <a:cubicBezTo>
                    <a:pt x="857302" y="3472440"/>
                    <a:pt x="908230" y="3376738"/>
                    <a:pt x="946198" y="3292207"/>
                  </a:cubicBezTo>
                  <a:cubicBezTo>
                    <a:pt x="1023939" y="3119331"/>
                    <a:pt x="1045029" y="2935677"/>
                    <a:pt x="1010653" y="2730710"/>
                  </a:cubicBezTo>
                  <a:cubicBezTo>
                    <a:pt x="1010292" y="2728562"/>
                    <a:pt x="1009639" y="2726431"/>
                    <a:pt x="1008866" y="2724110"/>
                  </a:cubicBezTo>
                  <a:lnTo>
                    <a:pt x="1008247" y="2722254"/>
                  </a:lnTo>
                  <a:cubicBezTo>
                    <a:pt x="1006751" y="2717665"/>
                    <a:pt x="1003348" y="2713952"/>
                    <a:pt x="998845" y="2712010"/>
                  </a:cubicBezTo>
                  <a:cubicBezTo>
                    <a:pt x="994445" y="2710171"/>
                    <a:pt x="988910" y="2710515"/>
                    <a:pt x="985490" y="2712199"/>
                  </a:cubicBezTo>
                  <a:cubicBezTo>
                    <a:pt x="982052" y="2713454"/>
                    <a:pt x="976844" y="2715362"/>
                    <a:pt x="973458" y="2720329"/>
                  </a:cubicBezTo>
                  <a:cubicBezTo>
                    <a:pt x="954002" y="2746317"/>
                    <a:pt x="934253" y="2772546"/>
                    <a:pt x="914486" y="2798758"/>
                  </a:cubicBezTo>
                  <a:lnTo>
                    <a:pt x="911169" y="2803175"/>
                  </a:lnTo>
                  <a:cubicBezTo>
                    <a:pt x="861324" y="2869366"/>
                    <a:pt x="809777" y="2937774"/>
                    <a:pt x="760242" y="3005924"/>
                  </a:cubicBezTo>
                  <a:cubicBezTo>
                    <a:pt x="702851" y="3084662"/>
                    <a:pt x="662322" y="3161200"/>
                    <a:pt x="636316" y="3239921"/>
                  </a:cubicBezTo>
                  <a:cubicBezTo>
                    <a:pt x="623769" y="3277941"/>
                    <a:pt x="615570" y="3314534"/>
                    <a:pt x="611703" y="3350079"/>
                  </a:cubicBezTo>
                  <a:cubicBezTo>
                    <a:pt x="595186" y="3222355"/>
                    <a:pt x="585818" y="3091950"/>
                    <a:pt x="583773" y="2960462"/>
                  </a:cubicBezTo>
                  <a:cubicBezTo>
                    <a:pt x="583291" y="2929077"/>
                    <a:pt x="587279" y="2904137"/>
                    <a:pt x="608712" y="2876825"/>
                  </a:cubicBezTo>
                  <a:cubicBezTo>
                    <a:pt x="631401" y="2847709"/>
                    <a:pt x="652593" y="2831449"/>
                    <a:pt x="681813" y="2820724"/>
                  </a:cubicBezTo>
                  <a:cubicBezTo>
                    <a:pt x="801871" y="2776860"/>
                    <a:pt x="878890" y="2684165"/>
                    <a:pt x="932568" y="2608315"/>
                  </a:cubicBezTo>
                  <a:cubicBezTo>
                    <a:pt x="1019281" y="2485610"/>
                    <a:pt x="1070141" y="2342830"/>
                    <a:pt x="1088051" y="2171809"/>
                  </a:cubicBezTo>
                  <a:cubicBezTo>
                    <a:pt x="1089958" y="2154209"/>
                    <a:pt x="1091041" y="2136402"/>
                    <a:pt x="1092158" y="2117564"/>
                  </a:cubicBezTo>
                  <a:lnTo>
                    <a:pt x="1092434" y="2113284"/>
                  </a:lnTo>
                  <a:cubicBezTo>
                    <a:pt x="1092966" y="2104123"/>
                    <a:pt x="1093534" y="2094583"/>
                    <a:pt x="1094255" y="2084477"/>
                  </a:cubicBezTo>
                  <a:cubicBezTo>
                    <a:pt x="1094702" y="2077774"/>
                    <a:pt x="1091110" y="2071483"/>
                    <a:pt x="1085111" y="2068441"/>
                  </a:cubicBezTo>
                  <a:cubicBezTo>
                    <a:pt x="1079302" y="2065519"/>
                    <a:pt x="1071859" y="2066378"/>
                    <a:pt x="1066806" y="2070658"/>
                  </a:cubicBezTo>
                  <a:lnTo>
                    <a:pt x="1052557" y="2082861"/>
                  </a:lnTo>
                  <a:cubicBezTo>
                    <a:pt x="1047195" y="2087433"/>
                    <a:pt x="1042606" y="2091352"/>
                    <a:pt x="1037844" y="2095168"/>
                  </a:cubicBezTo>
                  <a:cubicBezTo>
                    <a:pt x="1014967" y="2113542"/>
                    <a:pt x="992004" y="2131727"/>
                    <a:pt x="968990" y="2149963"/>
                  </a:cubicBezTo>
                  <a:lnTo>
                    <a:pt x="966583" y="2151854"/>
                  </a:lnTo>
                  <a:cubicBezTo>
                    <a:pt x="916068" y="2191868"/>
                    <a:pt x="863816" y="2233239"/>
                    <a:pt x="813920" y="2275968"/>
                  </a:cubicBezTo>
                  <a:cubicBezTo>
                    <a:pt x="717100" y="2358539"/>
                    <a:pt x="654759" y="2440732"/>
                    <a:pt x="617719" y="2534664"/>
                  </a:cubicBezTo>
                  <a:cubicBezTo>
                    <a:pt x="611600" y="2550151"/>
                    <a:pt x="606237" y="2565465"/>
                    <a:pt x="601631" y="2580625"/>
                  </a:cubicBezTo>
                  <a:cubicBezTo>
                    <a:pt x="616860" y="2431365"/>
                    <a:pt x="641593" y="2284373"/>
                    <a:pt x="675556" y="2141765"/>
                  </a:cubicBezTo>
                  <a:cubicBezTo>
                    <a:pt x="679682" y="2124319"/>
                    <a:pt x="681985" y="2119197"/>
                    <a:pt x="690458" y="2116412"/>
                  </a:cubicBezTo>
                  <a:cubicBezTo>
                    <a:pt x="695787" y="2114608"/>
                    <a:pt x="700754" y="2111136"/>
                    <a:pt x="704381" y="2106839"/>
                  </a:cubicBezTo>
                  <a:cubicBezTo>
                    <a:pt x="729011" y="2078839"/>
                    <a:pt x="761445" y="2074405"/>
                    <a:pt x="792864" y="2073769"/>
                  </a:cubicBezTo>
                  <a:cubicBezTo>
                    <a:pt x="897711" y="2071311"/>
                    <a:pt x="980866" y="2019008"/>
                    <a:pt x="1048364" y="1968166"/>
                  </a:cubicBezTo>
                  <a:cubicBezTo>
                    <a:pt x="1213867" y="1843519"/>
                    <a:pt x="1327823" y="1527260"/>
                    <a:pt x="1327823" y="1516535"/>
                  </a:cubicBezTo>
                  <a:cubicBezTo>
                    <a:pt x="1327823" y="1510949"/>
                    <a:pt x="1325038" y="1505741"/>
                    <a:pt x="1320312" y="1502596"/>
                  </a:cubicBezTo>
                  <a:cubicBezTo>
                    <a:pt x="1315654" y="1499519"/>
                    <a:pt x="1309363" y="1499089"/>
                    <a:pt x="1304619" y="1501203"/>
                  </a:cubicBezTo>
                  <a:cubicBezTo>
                    <a:pt x="1270140" y="1515830"/>
                    <a:pt x="1235661" y="1530079"/>
                    <a:pt x="1199961" y="1544844"/>
                  </a:cubicBezTo>
                  <a:cubicBezTo>
                    <a:pt x="1121412" y="1577415"/>
                    <a:pt x="1040199" y="1611069"/>
                    <a:pt x="962200" y="1647868"/>
                  </a:cubicBezTo>
                  <a:cubicBezTo>
                    <a:pt x="883703" y="1685011"/>
                    <a:pt x="821671" y="1734685"/>
                    <a:pt x="777326" y="1795805"/>
                  </a:cubicBezTo>
                  <a:cubicBezTo>
                    <a:pt x="819592" y="1675713"/>
                    <a:pt x="868595" y="1557975"/>
                    <a:pt x="923459" y="1444827"/>
                  </a:cubicBezTo>
                  <a:cubicBezTo>
                    <a:pt x="929767" y="1432623"/>
                    <a:pt x="959399" y="1419664"/>
                    <a:pt x="1001887" y="1419664"/>
                  </a:cubicBezTo>
                  <a:cubicBezTo>
                    <a:pt x="1015706" y="1419664"/>
                    <a:pt x="1029096" y="1421142"/>
                    <a:pt x="1040663" y="1423926"/>
                  </a:cubicBezTo>
                  <a:cubicBezTo>
                    <a:pt x="1140491" y="1447852"/>
                    <a:pt x="1239477" y="1433345"/>
                    <a:pt x="1349033" y="1378601"/>
                  </a:cubicBezTo>
                  <a:cubicBezTo>
                    <a:pt x="1461115" y="1322569"/>
                    <a:pt x="1554102" y="1230957"/>
                    <a:pt x="1633305" y="1098455"/>
                  </a:cubicBezTo>
                  <a:cubicBezTo>
                    <a:pt x="1634817" y="1095894"/>
                    <a:pt x="1637791" y="1088073"/>
                    <a:pt x="1639389" y="1083690"/>
                  </a:cubicBezTo>
                  <a:cubicBezTo>
                    <a:pt x="1641400" y="1078328"/>
                    <a:pt x="1640592" y="1072415"/>
                    <a:pt x="1637258" y="1067929"/>
                  </a:cubicBezTo>
                  <a:cubicBezTo>
                    <a:pt x="1634164" y="1063666"/>
                    <a:pt x="1629214" y="1061122"/>
                    <a:pt x="1622906" y="1061122"/>
                  </a:cubicBezTo>
                  <a:cubicBezTo>
                    <a:pt x="1622854" y="1061122"/>
                    <a:pt x="1622820" y="1061122"/>
                    <a:pt x="1622768" y="1061122"/>
                  </a:cubicBezTo>
                  <a:lnTo>
                    <a:pt x="1583202" y="1063615"/>
                  </a:lnTo>
                  <a:cubicBezTo>
                    <a:pt x="1558949" y="1065144"/>
                    <a:pt x="1535402" y="1066640"/>
                    <a:pt x="1511854" y="1067843"/>
                  </a:cubicBezTo>
                  <a:lnTo>
                    <a:pt x="1486708" y="1069115"/>
                  </a:lnTo>
                  <a:cubicBezTo>
                    <a:pt x="1411631" y="1072896"/>
                    <a:pt x="1333976" y="1076781"/>
                    <a:pt x="1258005" y="1094880"/>
                  </a:cubicBezTo>
                  <a:cubicBezTo>
                    <a:pt x="1171361" y="1115711"/>
                    <a:pt x="1107748" y="1147698"/>
                    <a:pt x="1058969" y="1195137"/>
                  </a:cubicBezTo>
                  <a:cubicBezTo>
                    <a:pt x="1116703" y="1099039"/>
                    <a:pt x="1178528" y="1007599"/>
                    <a:pt x="1243653" y="921951"/>
                  </a:cubicBezTo>
                  <a:cubicBezTo>
                    <a:pt x="1245406" y="919683"/>
                    <a:pt x="1253811" y="916211"/>
                    <a:pt x="1260704" y="915059"/>
                  </a:cubicBezTo>
                  <a:cubicBezTo>
                    <a:pt x="1264141" y="914251"/>
                    <a:pt x="1276654" y="911621"/>
                    <a:pt x="1293292" y="911621"/>
                  </a:cubicBezTo>
                  <a:cubicBezTo>
                    <a:pt x="1315362" y="911621"/>
                    <a:pt x="1334681" y="916108"/>
                    <a:pt x="1351061" y="925114"/>
                  </a:cubicBezTo>
                  <a:cubicBezTo>
                    <a:pt x="1455134" y="976008"/>
                    <a:pt x="1572012" y="979789"/>
                    <a:pt x="1698911" y="936200"/>
                  </a:cubicBezTo>
                  <a:cubicBezTo>
                    <a:pt x="1803001" y="900638"/>
                    <a:pt x="1891159" y="834585"/>
                    <a:pt x="1968436" y="734328"/>
                  </a:cubicBezTo>
                  <a:cubicBezTo>
                    <a:pt x="1970945" y="731096"/>
                    <a:pt x="1973214" y="727573"/>
                    <a:pt x="1975276" y="723860"/>
                  </a:cubicBezTo>
                  <a:cubicBezTo>
                    <a:pt x="1977631" y="719580"/>
                    <a:pt x="1977786" y="714871"/>
                    <a:pt x="1975723" y="710574"/>
                  </a:cubicBezTo>
                  <a:cubicBezTo>
                    <a:pt x="1969742" y="698027"/>
                    <a:pt x="1943857" y="692131"/>
                    <a:pt x="1932960" y="690172"/>
                  </a:cubicBezTo>
                  <a:cubicBezTo>
                    <a:pt x="1906215" y="685497"/>
                    <a:pt x="1875913" y="680168"/>
                    <a:pt x="1845868" y="676095"/>
                  </a:cubicBezTo>
                  <a:cubicBezTo>
                    <a:pt x="1832101" y="674170"/>
                    <a:pt x="1818316" y="672159"/>
                    <a:pt x="1804497" y="670113"/>
                  </a:cubicBezTo>
                  <a:lnTo>
                    <a:pt x="1802726" y="669838"/>
                  </a:lnTo>
                  <a:cubicBezTo>
                    <a:pt x="1755906" y="662929"/>
                    <a:pt x="1707505" y="655779"/>
                    <a:pt x="1658743" y="653321"/>
                  </a:cubicBezTo>
                  <a:cubicBezTo>
                    <a:pt x="1569640" y="648766"/>
                    <a:pt x="1490524" y="666951"/>
                    <a:pt x="1425777" y="707205"/>
                  </a:cubicBezTo>
                  <a:cubicBezTo>
                    <a:pt x="1469314" y="660866"/>
                    <a:pt x="1513797" y="616899"/>
                    <a:pt x="1558967" y="575597"/>
                  </a:cubicBezTo>
                  <a:cubicBezTo>
                    <a:pt x="1573250" y="562568"/>
                    <a:pt x="1589407" y="549437"/>
                    <a:pt x="1611424" y="532953"/>
                  </a:cubicBezTo>
                  <a:cubicBezTo>
                    <a:pt x="1613126" y="531647"/>
                    <a:pt x="1617457" y="530117"/>
                    <a:pt x="1622768" y="529808"/>
                  </a:cubicBezTo>
                  <a:cubicBezTo>
                    <a:pt x="1778818" y="523706"/>
                    <a:pt x="1908673" y="454817"/>
                    <a:pt x="2019707" y="319238"/>
                  </a:cubicBezTo>
                  <a:cubicBezTo>
                    <a:pt x="2080192" y="245433"/>
                    <a:pt x="2126565" y="152343"/>
                    <a:pt x="2161508" y="34640"/>
                  </a:cubicBezTo>
                  <a:lnTo>
                    <a:pt x="2162711" y="30601"/>
                  </a:lnTo>
                  <a:cubicBezTo>
                    <a:pt x="2166441" y="18225"/>
                    <a:pt x="2168504" y="11419"/>
                    <a:pt x="2159927" y="3443"/>
                  </a:cubicBezTo>
                  <a:cubicBezTo>
                    <a:pt x="2153309" y="-2710"/>
                    <a:pt x="2141656" y="-888"/>
                    <a:pt x="2111371" y="11109"/>
                  </a:cubicBezTo>
                  <a:cubicBezTo>
                    <a:pt x="2083870" y="21680"/>
                    <a:pt x="2056197" y="31941"/>
                    <a:pt x="2027786" y="42477"/>
                  </a:cubicBezTo>
                  <a:cubicBezTo>
                    <a:pt x="1970704" y="63636"/>
                    <a:pt x="1911664" y="85516"/>
                    <a:pt x="1854686" y="110232"/>
                  </a:cubicBezTo>
                  <a:cubicBezTo>
                    <a:pt x="1759464" y="151621"/>
                    <a:pt x="1683425" y="214357"/>
                    <a:pt x="1628715" y="296670"/>
                  </a:cubicBezTo>
                  <a:cubicBezTo>
                    <a:pt x="1587052" y="359303"/>
                    <a:pt x="1570586" y="422228"/>
                    <a:pt x="1578337" y="488711"/>
                  </a:cubicBezTo>
                  <a:cubicBezTo>
                    <a:pt x="1578286" y="489451"/>
                    <a:pt x="1577633" y="491221"/>
                    <a:pt x="1577530" y="491427"/>
                  </a:cubicBezTo>
                  <a:cubicBezTo>
                    <a:pt x="1478132" y="577247"/>
                    <a:pt x="1383117" y="673860"/>
                    <a:pt x="1285558" y="788848"/>
                  </a:cubicBezTo>
                  <a:cubicBezTo>
                    <a:pt x="1350614" y="689381"/>
                    <a:pt x="1393017" y="574858"/>
                    <a:pt x="1414295" y="442098"/>
                  </a:cubicBezTo>
                  <a:cubicBezTo>
                    <a:pt x="1435746" y="308255"/>
                    <a:pt x="1437104" y="189125"/>
                    <a:pt x="1418472" y="77919"/>
                  </a:cubicBezTo>
                  <a:cubicBezTo>
                    <a:pt x="1417286" y="70958"/>
                    <a:pt x="1415688" y="63997"/>
                    <a:pt x="1413642" y="55282"/>
                  </a:cubicBezTo>
                  <a:lnTo>
                    <a:pt x="1410600" y="41859"/>
                  </a:lnTo>
                  <a:cubicBezTo>
                    <a:pt x="1409225" y="36101"/>
                    <a:pt x="1404894" y="31443"/>
                    <a:pt x="1399204" y="29655"/>
                  </a:cubicBezTo>
                  <a:cubicBezTo>
                    <a:pt x="1393515" y="27971"/>
                    <a:pt x="1387138" y="29466"/>
                    <a:pt x="1382893" y="33505"/>
                  </a:cubicBezTo>
                  <a:cubicBezTo>
                    <a:pt x="1376087" y="39916"/>
                    <a:pt x="1369418" y="45967"/>
                    <a:pt x="1362903" y="51845"/>
                  </a:cubicBezTo>
                  <a:lnTo>
                    <a:pt x="1358314" y="55987"/>
                  </a:lnTo>
                  <a:cubicBezTo>
                    <a:pt x="1341642" y="71009"/>
                    <a:pt x="1325898" y="85189"/>
                    <a:pt x="1311649" y="101226"/>
                  </a:cubicBezTo>
                  <a:cubicBezTo>
                    <a:pt x="1173200" y="257413"/>
                    <a:pt x="1092451" y="422383"/>
                    <a:pt x="1064795" y="605572"/>
                  </a:cubicBezTo>
                  <a:cubicBezTo>
                    <a:pt x="1052197" y="688367"/>
                    <a:pt x="1057422" y="758855"/>
                    <a:pt x="1080780" y="821006"/>
                  </a:cubicBezTo>
                  <a:cubicBezTo>
                    <a:pt x="1088515" y="841598"/>
                    <a:pt x="1100581" y="859989"/>
                    <a:pt x="1112595" y="878242"/>
                  </a:cubicBezTo>
                  <a:cubicBezTo>
                    <a:pt x="1118095" y="886579"/>
                    <a:pt x="1123595" y="894949"/>
                    <a:pt x="1128631" y="903543"/>
                  </a:cubicBezTo>
                  <a:cubicBezTo>
                    <a:pt x="1132344" y="909714"/>
                    <a:pt x="1132653" y="911312"/>
                    <a:pt x="1132636" y="911020"/>
                  </a:cubicBezTo>
                  <a:cubicBezTo>
                    <a:pt x="1130350" y="935513"/>
                    <a:pt x="1127067" y="962807"/>
                    <a:pt x="1122633" y="995568"/>
                  </a:cubicBezTo>
                  <a:cubicBezTo>
                    <a:pt x="1122444" y="995980"/>
                    <a:pt x="1121825" y="996943"/>
                    <a:pt x="1119848" y="999555"/>
                  </a:cubicBezTo>
                  <a:lnTo>
                    <a:pt x="1118250" y="1001772"/>
                  </a:lnTo>
                  <a:cubicBezTo>
                    <a:pt x="1042537" y="1107014"/>
                    <a:pt x="972685" y="1217963"/>
                    <a:pt x="909829" y="1332795"/>
                  </a:cubicBezTo>
                  <a:cubicBezTo>
                    <a:pt x="934545" y="1247028"/>
                    <a:pt x="954225" y="1138468"/>
                    <a:pt x="952833" y="1012326"/>
                  </a:cubicBezTo>
                  <a:cubicBezTo>
                    <a:pt x="951148" y="861020"/>
                    <a:pt x="916308" y="726077"/>
                    <a:pt x="846285" y="599729"/>
                  </a:cubicBezTo>
                  <a:cubicBezTo>
                    <a:pt x="843517" y="594813"/>
                    <a:pt x="838498" y="591616"/>
                    <a:pt x="831469" y="591135"/>
                  </a:cubicBezTo>
                  <a:cubicBezTo>
                    <a:pt x="826364" y="591135"/>
                    <a:pt x="821448" y="593661"/>
                    <a:pt x="818234" y="597975"/>
                  </a:cubicBezTo>
                  <a:cubicBezTo>
                    <a:pt x="816137" y="600897"/>
                    <a:pt x="814006" y="603647"/>
                    <a:pt x="811977" y="606260"/>
                  </a:cubicBezTo>
                  <a:cubicBezTo>
                    <a:pt x="807457" y="612104"/>
                    <a:pt x="803229" y="617639"/>
                    <a:pt x="799447" y="623551"/>
                  </a:cubicBezTo>
                  <a:cubicBezTo>
                    <a:pt x="743690" y="710986"/>
                    <a:pt x="713782" y="807394"/>
                    <a:pt x="693930" y="881628"/>
                  </a:cubicBezTo>
                  <a:cubicBezTo>
                    <a:pt x="657647" y="1017774"/>
                    <a:pt x="640974" y="1131456"/>
                    <a:pt x="641456" y="1239413"/>
                  </a:cubicBezTo>
                  <a:cubicBezTo>
                    <a:pt x="641731" y="1331180"/>
                    <a:pt x="658454" y="1401719"/>
                    <a:pt x="694102" y="1461413"/>
                  </a:cubicBezTo>
                  <a:cubicBezTo>
                    <a:pt x="705188" y="1479993"/>
                    <a:pt x="719145" y="1496253"/>
                    <a:pt x="733171" y="1512616"/>
                  </a:cubicBezTo>
                  <a:cubicBezTo>
                    <a:pt x="740613" y="1521296"/>
                    <a:pt x="748262" y="1530217"/>
                    <a:pt x="755188" y="1539361"/>
                  </a:cubicBezTo>
                  <a:cubicBezTo>
                    <a:pt x="760035" y="1545720"/>
                    <a:pt x="762373" y="1552200"/>
                    <a:pt x="762510" y="1555810"/>
                  </a:cubicBezTo>
                  <a:cubicBezTo>
                    <a:pt x="763421" y="1577569"/>
                    <a:pt x="762940" y="1599690"/>
                    <a:pt x="762476" y="1621072"/>
                  </a:cubicBezTo>
                  <a:lnTo>
                    <a:pt x="762149" y="1635854"/>
                  </a:lnTo>
                  <a:cubicBezTo>
                    <a:pt x="762098" y="1638398"/>
                    <a:pt x="761513" y="1641320"/>
                    <a:pt x="760637" y="1643554"/>
                  </a:cubicBezTo>
                  <a:cubicBezTo>
                    <a:pt x="715879" y="1751993"/>
                    <a:pt x="676536" y="1864694"/>
                    <a:pt x="642985" y="1980438"/>
                  </a:cubicBezTo>
                  <a:cubicBezTo>
                    <a:pt x="647918" y="1941026"/>
                    <a:pt x="650703" y="1902869"/>
                    <a:pt x="651407" y="1865640"/>
                  </a:cubicBezTo>
                  <a:cubicBezTo>
                    <a:pt x="655464" y="1654331"/>
                    <a:pt x="590648" y="1465624"/>
                    <a:pt x="458713" y="1304693"/>
                  </a:cubicBezTo>
                  <a:lnTo>
                    <a:pt x="431212" y="1271194"/>
                  </a:lnTo>
                  <a:cubicBezTo>
                    <a:pt x="428032" y="1267258"/>
                    <a:pt x="423323" y="1265023"/>
                    <a:pt x="418304" y="1265023"/>
                  </a:cubicBezTo>
                  <a:lnTo>
                    <a:pt x="415554" y="1265264"/>
                  </a:lnTo>
                  <a:cubicBezTo>
                    <a:pt x="409676" y="1266244"/>
                    <a:pt x="404726" y="1270317"/>
                    <a:pt x="402680" y="1275869"/>
                  </a:cubicBezTo>
                  <a:cubicBezTo>
                    <a:pt x="400171" y="1282555"/>
                    <a:pt x="397713" y="1288863"/>
                    <a:pt x="395324" y="1294965"/>
                  </a:cubicBezTo>
                  <a:cubicBezTo>
                    <a:pt x="390717" y="1306756"/>
                    <a:pt x="386369" y="1317928"/>
                    <a:pt x="382691" y="1329289"/>
                  </a:cubicBezTo>
                  <a:cubicBezTo>
                    <a:pt x="354382" y="1417962"/>
                    <a:pt x="340494" y="1514833"/>
                    <a:pt x="337675" y="1643331"/>
                  </a:cubicBezTo>
                  <a:lnTo>
                    <a:pt x="337624" y="1645840"/>
                  </a:lnTo>
                  <a:cubicBezTo>
                    <a:pt x="335510" y="1739325"/>
                    <a:pt x="332605" y="1867393"/>
                    <a:pt x="371003" y="1989943"/>
                  </a:cubicBezTo>
                  <a:cubicBezTo>
                    <a:pt x="408799" y="2110586"/>
                    <a:pt x="475454" y="2171551"/>
                    <a:pt x="488379" y="2182500"/>
                  </a:cubicBezTo>
                  <a:lnTo>
                    <a:pt x="489754" y="2183737"/>
                  </a:lnTo>
                  <a:cubicBezTo>
                    <a:pt x="524938" y="2215140"/>
                    <a:pt x="547850" y="2243861"/>
                    <a:pt x="552594" y="2262510"/>
                  </a:cubicBezTo>
                  <a:cubicBezTo>
                    <a:pt x="554502" y="2270038"/>
                    <a:pt x="556444" y="2277584"/>
                    <a:pt x="558713" y="2285044"/>
                  </a:cubicBezTo>
                  <a:cubicBezTo>
                    <a:pt x="568750" y="2318234"/>
                    <a:pt x="562477" y="2349859"/>
                    <a:pt x="555705" y="2384012"/>
                  </a:cubicBezTo>
                  <a:cubicBezTo>
                    <a:pt x="552336" y="2401251"/>
                    <a:pt x="548830" y="2419058"/>
                    <a:pt x="547609" y="2437329"/>
                  </a:cubicBezTo>
                  <a:cubicBezTo>
                    <a:pt x="542762" y="2510447"/>
                    <a:pt x="536815" y="2584802"/>
                    <a:pt x="531057" y="2656699"/>
                  </a:cubicBezTo>
                  <a:lnTo>
                    <a:pt x="530542" y="2663351"/>
                  </a:lnTo>
                  <a:cubicBezTo>
                    <a:pt x="529063" y="2681690"/>
                    <a:pt x="527585" y="2700030"/>
                    <a:pt x="526124" y="2718369"/>
                  </a:cubicBezTo>
                  <a:cubicBezTo>
                    <a:pt x="511446" y="2553846"/>
                    <a:pt x="456960" y="2404294"/>
                    <a:pt x="363217" y="2272032"/>
                  </a:cubicBezTo>
                  <a:cubicBezTo>
                    <a:pt x="305809" y="2191111"/>
                    <a:pt x="237366" y="2121878"/>
                    <a:pt x="159745" y="2066206"/>
                  </a:cubicBezTo>
                  <a:cubicBezTo>
                    <a:pt x="156394" y="2063800"/>
                    <a:pt x="152870" y="2061651"/>
                    <a:pt x="148161" y="2058850"/>
                  </a:cubicBezTo>
                  <a:cubicBezTo>
                    <a:pt x="145875" y="2057526"/>
                    <a:pt x="143228" y="2055945"/>
                    <a:pt x="140014" y="2053934"/>
                  </a:cubicBezTo>
                  <a:cubicBezTo>
                    <a:pt x="135167" y="2051029"/>
                    <a:pt x="128945" y="2050771"/>
                    <a:pt x="123943" y="2053212"/>
                  </a:cubicBezTo>
                  <a:cubicBezTo>
                    <a:pt x="118821" y="2055704"/>
                    <a:pt x="115297" y="2060775"/>
                    <a:pt x="114713" y="2066516"/>
                  </a:cubicBezTo>
                  <a:cubicBezTo>
                    <a:pt x="113665" y="2076914"/>
                    <a:pt x="112444" y="2086986"/>
                    <a:pt x="111155" y="2097437"/>
                  </a:cubicBezTo>
                  <a:cubicBezTo>
                    <a:pt x="108560" y="2118836"/>
                    <a:pt x="106102" y="2139049"/>
                    <a:pt x="105999" y="2159812"/>
                  </a:cubicBezTo>
                  <a:cubicBezTo>
                    <a:pt x="104847" y="2375040"/>
                    <a:pt x="150378" y="2576723"/>
                    <a:pt x="241371" y="2759191"/>
                  </a:cubicBezTo>
                  <a:cubicBezTo>
                    <a:pt x="266723" y="2810102"/>
                    <a:pt x="300223" y="2854137"/>
                    <a:pt x="340975" y="2890129"/>
                  </a:cubicBezTo>
                  <a:cubicBezTo>
                    <a:pt x="381384" y="2925622"/>
                    <a:pt x="424990" y="2946557"/>
                    <a:pt x="474199" y="2954085"/>
                  </a:cubicBezTo>
                  <a:cubicBezTo>
                    <a:pt x="475282" y="2954274"/>
                    <a:pt x="477860" y="2955838"/>
                    <a:pt x="478256" y="2956148"/>
                  </a:cubicBezTo>
                  <a:cubicBezTo>
                    <a:pt x="480920" y="2961493"/>
                    <a:pt x="483687" y="2966856"/>
                    <a:pt x="486454" y="2972236"/>
                  </a:cubicBezTo>
                  <a:cubicBezTo>
                    <a:pt x="496286" y="2991229"/>
                    <a:pt x="506444" y="3010874"/>
                    <a:pt x="511497" y="3030572"/>
                  </a:cubicBezTo>
                  <a:cubicBezTo>
                    <a:pt x="515708" y="3047227"/>
                    <a:pt x="515708" y="3065429"/>
                    <a:pt x="515708" y="3084714"/>
                  </a:cubicBezTo>
                  <a:cubicBezTo>
                    <a:pt x="515708" y="3091778"/>
                    <a:pt x="515708" y="3098894"/>
                    <a:pt x="515932" y="3105872"/>
                  </a:cubicBezTo>
                  <a:cubicBezTo>
                    <a:pt x="520658" y="3272595"/>
                    <a:pt x="526863" y="3330657"/>
                    <a:pt x="553539" y="3479625"/>
                  </a:cubicBezTo>
                  <a:cubicBezTo>
                    <a:pt x="537262" y="3435331"/>
                    <a:pt x="516826" y="3390918"/>
                    <a:pt x="490442" y="3348188"/>
                  </a:cubicBezTo>
                  <a:cubicBezTo>
                    <a:pt x="383602" y="3175260"/>
                    <a:pt x="247868" y="3057883"/>
                    <a:pt x="75490" y="2989389"/>
                  </a:cubicBezTo>
                  <a:cubicBezTo>
                    <a:pt x="64524" y="2984972"/>
                    <a:pt x="53524" y="2981792"/>
                    <a:pt x="40770" y="2978080"/>
                  </a:cubicBezTo>
                  <a:lnTo>
                    <a:pt x="38227" y="2977323"/>
                  </a:lnTo>
                  <a:cubicBezTo>
                    <a:pt x="33053" y="2975811"/>
                    <a:pt x="27570" y="2974195"/>
                    <a:pt x="21709" y="2972408"/>
                  </a:cubicBezTo>
                  <a:cubicBezTo>
                    <a:pt x="16415" y="2970672"/>
                    <a:pt x="10382" y="2971858"/>
                    <a:pt x="6068" y="2975433"/>
                  </a:cubicBezTo>
                  <a:cubicBezTo>
                    <a:pt x="1771" y="2978991"/>
                    <a:pt x="-481" y="2984439"/>
                    <a:pt x="86" y="2990111"/>
                  </a:cubicBezTo>
                  <a:cubicBezTo>
                    <a:pt x="1358" y="3001937"/>
                    <a:pt x="2235" y="3013435"/>
                    <a:pt x="3043" y="3024659"/>
                  </a:cubicBezTo>
                  <a:cubicBezTo>
                    <a:pt x="4813" y="3049272"/>
                    <a:pt x="6480" y="3072510"/>
                    <a:pt x="12445" y="3095508"/>
                  </a:cubicBezTo>
                  <a:cubicBezTo>
                    <a:pt x="68065" y="3310340"/>
                    <a:pt x="160124" y="3481447"/>
                    <a:pt x="293863" y="3618624"/>
                  </a:cubicBezTo>
                  <a:cubicBezTo>
                    <a:pt x="351048" y="3677269"/>
                    <a:pt x="411309" y="3710889"/>
                    <a:pt x="478084" y="3721425"/>
                  </a:cubicBezTo>
                  <a:cubicBezTo>
                    <a:pt x="494928" y="3724055"/>
                    <a:pt x="515519" y="3724381"/>
                    <a:pt x="550376" y="3722216"/>
                  </a:cubicBezTo>
                  <a:lnTo>
                    <a:pt x="560414" y="3721614"/>
                  </a:lnTo>
                  <a:cubicBezTo>
                    <a:pt x="561944" y="3721528"/>
                    <a:pt x="563285" y="3721442"/>
                    <a:pt x="564505" y="3721442"/>
                  </a:cubicBezTo>
                  <a:cubicBezTo>
                    <a:pt x="567255" y="3721442"/>
                    <a:pt x="567479" y="3721442"/>
                    <a:pt x="569386" y="3724261"/>
                  </a:cubicBezTo>
                  <a:lnTo>
                    <a:pt x="616086" y="3788389"/>
                  </a:lnTo>
                  <a:cubicBezTo>
                    <a:pt x="616688" y="3789231"/>
                    <a:pt x="617564" y="3792274"/>
                    <a:pt x="618166" y="3794371"/>
                  </a:cubicBezTo>
                  <a:lnTo>
                    <a:pt x="618853" y="3796674"/>
                  </a:lnTo>
                  <a:cubicBezTo>
                    <a:pt x="667323" y="3960991"/>
                    <a:pt x="727464" y="4119257"/>
                    <a:pt x="798382" y="4269464"/>
                  </a:cubicBezTo>
                  <a:cubicBezTo>
                    <a:pt x="766464" y="4225411"/>
                    <a:pt x="731486" y="4185191"/>
                    <a:pt x="692504" y="4147360"/>
                  </a:cubicBezTo>
                  <a:cubicBezTo>
                    <a:pt x="513233" y="3973418"/>
                    <a:pt x="206737" y="3968382"/>
                    <a:pt x="172379" y="3968382"/>
                  </a:cubicBezTo>
                  <a:lnTo>
                    <a:pt x="168099" y="3968416"/>
                  </a:lnTo>
                  <a:lnTo>
                    <a:pt x="165400" y="3968915"/>
                  </a:lnTo>
                  <a:cubicBezTo>
                    <a:pt x="156978" y="3971905"/>
                    <a:pt x="152423" y="3980912"/>
                    <a:pt x="155019" y="3989385"/>
                  </a:cubicBezTo>
                  <a:cubicBezTo>
                    <a:pt x="157408" y="3997378"/>
                    <a:pt x="159642" y="4005456"/>
                    <a:pt x="162203" y="4014944"/>
                  </a:cubicBezTo>
                  <a:cubicBezTo>
                    <a:pt x="167102" y="4032768"/>
                    <a:pt x="172190" y="4051176"/>
                    <a:pt x="179323" y="4068983"/>
                  </a:cubicBezTo>
                  <a:cubicBezTo>
                    <a:pt x="213286" y="4153857"/>
                    <a:pt x="268339" y="4235500"/>
                    <a:pt x="352612" y="4326012"/>
                  </a:cubicBezTo>
                  <a:cubicBezTo>
                    <a:pt x="410518" y="4388060"/>
                    <a:pt x="475798" y="4450986"/>
                    <a:pt x="560689" y="4490776"/>
                  </a:cubicBezTo>
                  <a:cubicBezTo>
                    <a:pt x="653659" y="4534433"/>
                    <a:pt x="737605" y="4545090"/>
                    <a:pt x="821087" y="4523708"/>
                  </a:cubicBezTo>
                  <a:cubicBezTo>
                    <a:pt x="835284" y="4519978"/>
                    <a:pt x="851613" y="4515251"/>
                    <a:pt x="865655" y="4506142"/>
                  </a:cubicBezTo>
                  <a:cubicBezTo>
                    <a:pt x="875659" y="4499731"/>
                    <a:pt x="878392" y="4499937"/>
                    <a:pt x="888223" y="4507259"/>
                  </a:cubicBezTo>
                  <a:cubicBezTo>
                    <a:pt x="899877" y="4515922"/>
                    <a:pt x="912269" y="4523192"/>
                    <a:pt x="924301" y="4530239"/>
                  </a:cubicBezTo>
                  <a:cubicBezTo>
                    <a:pt x="930953" y="4534141"/>
                    <a:pt x="937656" y="4538077"/>
                    <a:pt x="943912" y="4542030"/>
                  </a:cubicBezTo>
                  <a:cubicBezTo>
                    <a:pt x="944909" y="4542873"/>
                    <a:pt x="947040" y="4546361"/>
                    <a:pt x="947831" y="4547651"/>
                  </a:cubicBezTo>
                  <a:cubicBezTo>
                    <a:pt x="1022736" y="4669823"/>
                    <a:pt x="1105256" y="4783366"/>
                    <a:pt x="1194358" y="4886941"/>
                  </a:cubicBezTo>
                  <a:cubicBezTo>
                    <a:pt x="1146163" y="4851878"/>
                    <a:pt x="1096679" y="4826508"/>
                    <a:pt x="1044118" y="4809613"/>
                  </a:cubicBezTo>
                  <a:cubicBezTo>
                    <a:pt x="883497" y="4757860"/>
                    <a:pt x="715140" y="4764443"/>
                    <a:pt x="548400" y="4828915"/>
                  </a:cubicBezTo>
                  <a:cubicBezTo>
                    <a:pt x="523512" y="4838557"/>
                    <a:pt x="496234" y="4853167"/>
                    <a:pt x="494412" y="4854198"/>
                  </a:cubicBezTo>
                  <a:cubicBezTo>
                    <a:pt x="490597" y="4856707"/>
                    <a:pt x="487967" y="4860764"/>
                    <a:pt x="487142" y="4865422"/>
                  </a:cubicBezTo>
                  <a:cubicBezTo>
                    <a:pt x="486420" y="4869994"/>
                    <a:pt x="487606" y="4874669"/>
                    <a:pt x="490390" y="4878244"/>
                  </a:cubicBezTo>
                  <a:cubicBezTo>
                    <a:pt x="495598" y="4885016"/>
                    <a:pt x="500634" y="4891823"/>
                    <a:pt x="505619" y="4898577"/>
                  </a:cubicBezTo>
                  <a:lnTo>
                    <a:pt x="506719" y="4900056"/>
                  </a:lnTo>
                  <a:cubicBezTo>
                    <a:pt x="517977" y="4915387"/>
                    <a:pt x="530731" y="4932730"/>
                    <a:pt x="545031" y="4948096"/>
                  </a:cubicBezTo>
                  <a:cubicBezTo>
                    <a:pt x="609434" y="5017140"/>
                    <a:pt x="688860" y="5063427"/>
                    <a:pt x="765106" y="5103166"/>
                  </a:cubicBezTo>
                  <a:cubicBezTo>
                    <a:pt x="869952" y="5157566"/>
                    <a:pt x="977171" y="5186871"/>
                    <a:pt x="1083805" y="5190309"/>
                  </a:cubicBezTo>
                  <a:cubicBezTo>
                    <a:pt x="1088824" y="5190481"/>
                    <a:pt x="1093843" y="5190584"/>
                    <a:pt x="1098845" y="5190584"/>
                  </a:cubicBezTo>
                  <a:cubicBezTo>
                    <a:pt x="1196936" y="5190584"/>
                    <a:pt x="1273509" y="5158253"/>
                    <a:pt x="1332532" y="5092131"/>
                  </a:cubicBezTo>
                  <a:cubicBezTo>
                    <a:pt x="1333254" y="5091616"/>
                    <a:pt x="1335815" y="5090636"/>
                    <a:pt x="1337225" y="5090619"/>
                  </a:cubicBezTo>
                  <a:cubicBezTo>
                    <a:pt x="1359775" y="5092234"/>
                    <a:pt x="1381209" y="5095517"/>
                    <a:pt x="1397228" y="5098181"/>
                  </a:cubicBezTo>
                  <a:cubicBezTo>
                    <a:pt x="1399754" y="5098628"/>
                    <a:pt x="1402865" y="5100141"/>
                    <a:pt x="1404808" y="5101894"/>
                  </a:cubicBezTo>
                  <a:cubicBezTo>
                    <a:pt x="1503415" y="5189192"/>
                    <a:pt x="1607849" y="5265816"/>
                    <a:pt x="1716941" y="5331027"/>
                  </a:cubicBezTo>
                  <a:cubicBezTo>
                    <a:pt x="1700406" y="5326128"/>
                    <a:pt x="1683373" y="5321866"/>
                    <a:pt x="1665944" y="5318445"/>
                  </a:cubicBezTo>
                  <a:cubicBezTo>
                    <a:pt x="1549359" y="5296032"/>
                    <a:pt x="1430383" y="5310092"/>
                    <a:pt x="1299738" y="5362000"/>
                  </a:cubicBezTo>
                  <a:cubicBezTo>
                    <a:pt x="1211598" y="5397132"/>
                    <a:pt x="1129628" y="5448747"/>
                    <a:pt x="1049137" y="5519785"/>
                  </a:cubicBezTo>
                  <a:cubicBezTo>
                    <a:pt x="1042502" y="5525612"/>
                    <a:pt x="1041574" y="5535632"/>
                    <a:pt x="1047040" y="5542577"/>
                  </a:cubicBezTo>
                  <a:cubicBezTo>
                    <a:pt x="1075521" y="5578826"/>
                    <a:pt x="1112578" y="5599125"/>
                    <a:pt x="1145080" y="5614181"/>
                  </a:cubicBezTo>
                  <a:cubicBezTo>
                    <a:pt x="1224351" y="5651015"/>
                    <a:pt x="1313832" y="5674597"/>
                    <a:pt x="1418730" y="5686320"/>
                  </a:cubicBezTo>
                  <a:cubicBezTo>
                    <a:pt x="1419039" y="5686336"/>
                    <a:pt x="1452745" y="5689259"/>
                    <a:pt x="1500012" y="5689259"/>
                  </a:cubicBezTo>
                  <a:cubicBezTo>
                    <a:pt x="1534130" y="5689259"/>
                    <a:pt x="1565876" y="5687729"/>
                    <a:pt x="1594322" y="5684721"/>
                  </a:cubicBezTo>
                  <a:cubicBezTo>
                    <a:pt x="1621514" y="5681868"/>
                    <a:pt x="1648636" y="5677210"/>
                    <a:pt x="1674951" y="5670885"/>
                  </a:cubicBezTo>
                  <a:cubicBezTo>
                    <a:pt x="1795817" y="5641459"/>
                    <a:pt x="1877717" y="5580957"/>
                    <a:pt x="1924641" y="5487025"/>
                  </a:cubicBezTo>
                  <a:cubicBezTo>
                    <a:pt x="1925483" y="5486217"/>
                    <a:pt x="1929092" y="5484120"/>
                    <a:pt x="1933664" y="5483003"/>
                  </a:cubicBezTo>
                  <a:cubicBezTo>
                    <a:pt x="1955476" y="5477589"/>
                    <a:pt x="1975104" y="5473773"/>
                    <a:pt x="1993771" y="5471281"/>
                  </a:cubicBezTo>
                  <a:cubicBezTo>
                    <a:pt x="1998171" y="5470576"/>
                    <a:pt x="2003654" y="5471762"/>
                    <a:pt x="2010563" y="5474546"/>
                  </a:cubicBezTo>
                  <a:cubicBezTo>
                    <a:pt x="2094028" y="5506705"/>
                    <a:pt x="2182357" y="5533501"/>
                    <a:pt x="2272921" y="5554161"/>
                  </a:cubicBezTo>
                  <a:cubicBezTo>
                    <a:pt x="2274193" y="5554470"/>
                    <a:pt x="2275516" y="5554625"/>
                    <a:pt x="2276839" y="5554625"/>
                  </a:cubicBezTo>
                  <a:cubicBezTo>
                    <a:pt x="2282924" y="5554625"/>
                    <a:pt x="2288527" y="5551273"/>
                    <a:pt x="2291484" y="5545808"/>
                  </a:cubicBezTo>
                  <a:cubicBezTo>
                    <a:pt x="2300129" y="5529720"/>
                    <a:pt x="2310665" y="5514285"/>
                    <a:pt x="2322783" y="5499933"/>
                  </a:cubicBezTo>
                  <a:cubicBezTo>
                    <a:pt x="2326581" y="5495412"/>
                    <a:pt x="2327716" y="5489397"/>
                    <a:pt x="2325842" y="5483828"/>
                  </a:cubicBezTo>
                  <a:cubicBezTo>
                    <a:pt x="2324055" y="5478431"/>
                    <a:pt x="2319517" y="5474340"/>
                    <a:pt x="2313708" y="5472982"/>
                  </a:cubicBezTo>
                  <a:close/>
                </a:path>
              </a:pathLst>
            </a:custGeom>
            <a:grpFill/>
            <a:ln w="17188"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grpSp>
        <p:nvGrpSpPr>
          <p:cNvPr id="15" name="Graphic 10">
            <a:extLst>
              <a:ext uri="{FF2B5EF4-FFF2-40B4-BE49-F238E27FC236}">
                <a16:creationId xmlns:a16="http://schemas.microsoft.com/office/drawing/2014/main" id="{6904DF23-64F3-1062-E023-9A86AD92A40C}"/>
              </a:ext>
            </a:extLst>
          </p:cNvPr>
          <p:cNvGrpSpPr/>
          <p:nvPr/>
        </p:nvGrpSpPr>
        <p:grpSpPr>
          <a:xfrm>
            <a:off x="4552943" y="2015225"/>
            <a:ext cx="3253482" cy="1553208"/>
            <a:chOff x="-4653512" y="542621"/>
            <a:chExt cx="12250752" cy="5689460"/>
          </a:xfrm>
          <a:solidFill>
            <a:srgbClr val="E5DFD3"/>
          </a:solidFill>
        </p:grpSpPr>
        <p:sp>
          <p:nvSpPr>
            <p:cNvPr id="17" name="Freeform 13">
              <a:extLst>
                <a:ext uri="{FF2B5EF4-FFF2-40B4-BE49-F238E27FC236}">
                  <a16:creationId xmlns:a16="http://schemas.microsoft.com/office/drawing/2014/main" id="{0D942233-EC67-C0EB-D2FB-AC965326B8A4}"/>
                </a:ext>
              </a:extLst>
            </p:cNvPr>
            <p:cNvSpPr/>
            <p:nvPr/>
          </p:nvSpPr>
          <p:spPr>
            <a:xfrm>
              <a:off x="5270511" y="542720"/>
              <a:ext cx="2326729" cy="5689361"/>
            </a:xfrm>
            <a:custGeom>
              <a:avLst/>
              <a:gdLst>
                <a:gd name="connsiteX0" fmla="*/ 2320660 w 2326735"/>
                <a:gd name="connsiteY0" fmla="*/ 2975382 h 5689362"/>
                <a:gd name="connsiteX1" fmla="*/ 2305139 w 2326735"/>
                <a:gd name="connsiteY1" fmla="*/ 2972323 h 5689362"/>
                <a:gd name="connsiteX2" fmla="*/ 2288501 w 2326735"/>
                <a:gd name="connsiteY2" fmla="*/ 2977273 h 5689362"/>
                <a:gd name="connsiteX3" fmla="*/ 2285974 w 2326735"/>
                <a:gd name="connsiteY3" fmla="*/ 2978012 h 5689362"/>
                <a:gd name="connsiteX4" fmla="*/ 2251289 w 2326735"/>
                <a:gd name="connsiteY4" fmla="*/ 2989322 h 5689362"/>
                <a:gd name="connsiteX5" fmla="*/ 1836268 w 2326735"/>
                <a:gd name="connsiteY5" fmla="*/ 3348138 h 5689362"/>
                <a:gd name="connsiteX6" fmla="*/ 1773171 w 2326735"/>
                <a:gd name="connsiteY6" fmla="*/ 3479574 h 5689362"/>
                <a:gd name="connsiteX7" fmla="*/ 1810779 w 2326735"/>
                <a:gd name="connsiteY7" fmla="*/ 3105839 h 5689362"/>
                <a:gd name="connsiteX8" fmla="*/ 1811002 w 2326735"/>
                <a:gd name="connsiteY8" fmla="*/ 3084663 h 5689362"/>
                <a:gd name="connsiteX9" fmla="*/ 1815213 w 2326735"/>
                <a:gd name="connsiteY9" fmla="*/ 3030539 h 5689362"/>
                <a:gd name="connsiteX10" fmla="*/ 1840256 w 2326735"/>
                <a:gd name="connsiteY10" fmla="*/ 2972185 h 5689362"/>
                <a:gd name="connsiteX11" fmla="*/ 1848077 w 2326735"/>
                <a:gd name="connsiteY11" fmla="*/ 2956699 h 5689362"/>
                <a:gd name="connsiteX12" fmla="*/ 1852425 w 2326735"/>
                <a:gd name="connsiteY12" fmla="*/ 2954052 h 5689362"/>
                <a:gd name="connsiteX13" fmla="*/ 1985770 w 2326735"/>
                <a:gd name="connsiteY13" fmla="*/ 2890061 h 5689362"/>
                <a:gd name="connsiteX14" fmla="*/ 2085356 w 2326735"/>
                <a:gd name="connsiteY14" fmla="*/ 2759140 h 5689362"/>
                <a:gd name="connsiteX15" fmla="*/ 2220729 w 2326735"/>
                <a:gd name="connsiteY15" fmla="*/ 2159762 h 5689362"/>
                <a:gd name="connsiteX16" fmla="*/ 2215504 w 2326735"/>
                <a:gd name="connsiteY16" fmla="*/ 2096802 h 5689362"/>
                <a:gd name="connsiteX17" fmla="*/ 2212015 w 2326735"/>
                <a:gd name="connsiteY17" fmla="*/ 2066448 h 5689362"/>
                <a:gd name="connsiteX18" fmla="*/ 2202802 w 2326735"/>
                <a:gd name="connsiteY18" fmla="*/ 2053162 h 5689362"/>
                <a:gd name="connsiteX19" fmla="*/ 2186594 w 2326735"/>
                <a:gd name="connsiteY19" fmla="*/ 2053970 h 5689362"/>
                <a:gd name="connsiteX20" fmla="*/ 2178498 w 2326735"/>
                <a:gd name="connsiteY20" fmla="*/ 2058851 h 5689362"/>
                <a:gd name="connsiteX21" fmla="*/ 2167017 w 2326735"/>
                <a:gd name="connsiteY21" fmla="*/ 2066156 h 5689362"/>
                <a:gd name="connsiteX22" fmla="*/ 1963511 w 2326735"/>
                <a:gd name="connsiteY22" fmla="*/ 2271982 h 5689362"/>
                <a:gd name="connsiteX23" fmla="*/ 1800621 w 2326735"/>
                <a:gd name="connsiteY23" fmla="*/ 2718319 h 5689362"/>
                <a:gd name="connsiteX24" fmla="*/ 1796203 w 2326735"/>
                <a:gd name="connsiteY24" fmla="*/ 2663300 h 5689362"/>
                <a:gd name="connsiteX25" fmla="*/ 1795688 w 2326735"/>
                <a:gd name="connsiteY25" fmla="*/ 2656649 h 5689362"/>
                <a:gd name="connsiteX26" fmla="*/ 1779136 w 2326735"/>
                <a:gd name="connsiteY26" fmla="*/ 2437278 h 5689362"/>
                <a:gd name="connsiteX27" fmla="*/ 1770920 w 2326735"/>
                <a:gd name="connsiteY27" fmla="*/ 2383326 h 5689362"/>
                <a:gd name="connsiteX28" fmla="*/ 1768049 w 2326735"/>
                <a:gd name="connsiteY28" fmla="*/ 2285027 h 5689362"/>
                <a:gd name="connsiteX29" fmla="*/ 1774185 w 2326735"/>
                <a:gd name="connsiteY29" fmla="*/ 2262460 h 5689362"/>
                <a:gd name="connsiteX30" fmla="*/ 1837025 w 2326735"/>
                <a:gd name="connsiteY30" fmla="*/ 2183687 h 5689362"/>
                <a:gd name="connsiteX31" fmla="*/ 1838348 w 2326735"/>
                <a:gd name="connsiteY31" fmla="*/ 2182501 h 5689362"/>
                <a:gd name="connsiteX32" fmla="*/ 1955794 w 2326735"/>
                <a:gd name="connsiteY32" fmla="*/ 1989893 h 5689362"/>
                <a:gd name="connsiteX33" fmla="*/ 1989156 w 2326735"/>
                <a:gd name="connsiteY33" fmla="*/ 1645790 h 5689362"/>
                <a:gd name="connsiteX34" fmla="*/ 1989104 w 2326735"/>
                <a:gd name="connsiteY34" fmla="*/ 1643297 h 5689362"/>
                <a:gd name="connsiteX35" fmla="*/ 1944071 w 2326735"/>
                <a:gd name="connsiteY35" fmla="*/ 1329204 h 5689362"/>
                <a:gd name="connsiteX36" fmla="*/ 1931456 w 2326735"/>
                <a:gd name="connsiteY36" fmla="*/ 1294914 h 5689362"/>
                <a:gd name="connsiteX37" fmla="*/ 1924116 w 2326735"/>
                <a:gd name="connsiteY37" fmla="*/ 1275853 h 5689362"/>
                <a:gd name="connsiteX38" fmla="*/ 1911311 w 2326735"/>
                <a:gd name="connsiteY38" fmla="*/ 1265214 h 5689362"/>
                <a:gd name="connsiteX39" fmla="*/ 1908475 w 2326735"/>
                <a:gd name="connsiteY39" fmla="*/ 1264956 h 5689362"/>
                <a:gd name="connsiteX40" fmla="*/ 1895584 w 2326735"/>
                <a:gd name="connsiteY40" fmla="*/ 1271092 h 5689362"/>
                <a:gd name="connsiteX41" fmla="*/ 1868066 w 2326735"/>
                <a:gd name="connsiteY41" fmla="*/ 1304626 h 5689362"/>
                <a:gd name="connsiteX42" fmla="*/ 1675372 w 2326735"/>
                <a:gd name="connsiteY42" fmla="*/ 1865572 h 5689362"/>
                <a:gd name="connsiteX43" fmla="*/ 1683794 w 2326735"/>
                <a:gd name="connsiteY43" fmla="*/ 1980371 h 5689362"/>
                <a:gd name="connsiteX44" fmla="*/ 1566211 w 2326735"/>
                <a:gd name="connsiteY44" fmla="*/ 1643624 h 5689362"/>
                <a:gd name="connsiteX45" fmla="*/ 1564613 w 2326735"/>
                <a:gd name="connsiteY45" fmla="*/ 1635821 h 5689362"/>
                <a:gd name="connsiteX46" fmla="*/ 1564303 w 2326735"/>
                <a:gd name="connsiteY46" fmla="*/ 1621005 h 5689362"/>
                <a:gd name="connsiteX47" fmla="*/ 1564269 w 2326735"/>
                <a:gd name="connsiteY47" fmla="*/ 1555742 h 5689362"/>
                <a:gd name="connsiteX48" fmla="*/ 1571608 w 2326735"/>
                <a:gd name="connsiteY48" fmla="*/ 1539276 h 5689362"/>
                <a:gd name="connsiteX49" fmla="*/ 1594124 w 2326735"/>
                <a:gd name="connsiteY49" fmla="*/ 1511947 h 5689362"/>
                <a:gd name="connsiteX50" fmla="*/ 1632694 w 2326735"/>
                <a:gd name="connsiteY50" fmla="*/ 1461380 h 5689362"/>
                <a:gd name="connsiteX51" fmla="*/ 1685358 w 2326735"/>
                <a:gd name="connsiteY51" fmla="*/ 1239363 h 5689362"/>
                <a:gd name="connsiteX52" fmla="*/ 1632883 w 2326735"/>
                <a:gd name="connsiteY52" fmla="*/ 881578 h 5689362"/>
                <a:gd name="connsiteX53" fmla="*/ 1527349 w 2326735"/>
                <a:gd name="connsiteY53" fmla="*/ 623466 h 5689362"/>
                <a:gd name="connsiteX54" fmla="*/ 1514836 w 2326735"/>
                <a:gd name="connsiteY54" fmla="*/ 606192 h 5689362"/>
                <a:gd name="connsiteX55" fmla="*/ 1508511 w 2326735"/>
                <a:gd name="connsiteY55" fmla="*/ 597856 h 5689362"/>
                <a:gd name="connsiteX56" fmla="*/ 1493936 w 2326735"/>
                <a:gd name="connsiteY56" fmla="*/ 591136 h 5689362"/>
                <a:gd name="connsiteX57" fmla="*/ 1480495 w 2326735"/>
                <a:gd name="connsiteY57" fmla="*/ 599713 h 5689362"/>
                <a:gd name="connsiteX58" fmla="*/ 1373998 w 2326735"/>
                <a:gd name="connsiteY58" fmla="*/ 1012258 h 5689362"/>
                <a:gd name="connsiteX59" fmla="*/ 1416985 w 2326735"/>
                <a:gd name="connsiteY59" fmla="*/ 1332728 h 5689362"/>
                <a:gd name="connsiteX60" fmla="*/ 1208564 w 2326735"/>
                <a:gd name="connsiteY60" fmla="*/ 1001705 h 5689362"/>
                <a:gd name="connsiteX61" fmla="*/ 1206828 w 2326735"/>
                <a:gd name="connsiteY61" fmla="*/ 999316 h 5689362"/>
                <a:gd name="connsiteX62" fmla="*/ 1204508 w 2326735"/>
                <a:gd name="connsiteY62" fmla="*/ 996703 h 5689362"/>
                <a:gd name="connsiteX63" fmla="*/ 1194161 w 2326735"/>
                <a:gd name="connsiteY63" fmla="*/ 911691 h 5689362"/>
                <a:gd name="connsiteX64" fmla="*/ 1198199 w 2326735"/>
                <a:gd name="connsiteY64" fmla="*/ 903424 h 5689362"/>
                <a:gd name="connsiteX65" fmla="*/ 1214511 w 2326735"/>
                <a:gd name="connsiteY65" fmla="*/ 877711 h 5689362"/>
                <a:gd name="connsiteX66" fmla="*/ 1245999 w 2326735"/>
                <a:gd name="connsiteY66" fmla="*/ 820956 h 5689362"/>
                <a:gd name="connsiteX67" fmla="*/ 1261984 w 2326735"/>
                <a:gd name="connsiteY67" fmla="*/ 605539 h 5689362"/>
                <a:gd name="connsiteX68" fmla="*/ 1015130 w 2326735"/>
                <a:gd name="connsiteY68" fmla="*/ 101175 h 5689362"/>
                <a:gd name="connsiteX69" fmla="*/ 968482 w 2326735"/>
                <a:gd name="connsiteY69" fmla="*/ 55971 h 5689362"/>
                <a:gd name="connsiteX70" fmla="*/ 963876 w 2326735"/>
                <a:gd name="connsiteY70" fmla="*/ 51794 h 5689362"/>
                <a:gd name="connsiteX71" fmla="*/ 943921 w 2326735"/>
                <a:gd name="connsiteY71" fmla="*/ 33489 h 5689362"/>
                <a:gd name="connsiteX72" fmla="*/ 927506 w 2326735"/>
                <a:gd name="connsiteY72" fmla="*/ 29622 h 5689362"/>
                <a:gd name="connsiteX73" fmla="*/ 916179 w 2326735"/>
                <a:gd name="connsiteY73" fmla="*/ 41894 h 5689362"/>
                <a:gd name="connsiteX74" fmla="*/ 913154 w 2326735"/>
                <a:gd name="connsiteY74" fmla="*/ 55163 h 5689362"/>
                <a:gd name="connsiteX75" fmla="*/ 908307 w 2326735"/>
                <a:gd name="connsiteY75" fmla="*/ 77886 h 5689362"/>
                <a:gd name="connsiteX76" fmla="*/ 912484 w 2326735"/>
                <a:gd name="connsiteY76" fmla="*/ 442064 h 5689362"/>
                <a:gd name="connsiteX77" fmla="*/ 1041222 w 2326735"/>
                <a:gd name="connsiteY77" fmla="*/ 788797 h 5689362"/>
                <a:gd name="connsiteX78" fmla="*/ 749593 w 2326735"/>
                <a:gd name="connsiteY78" fmla="*/ 491772 h 5689362"/>
                <a:gd name="connsiteX79" fmla="*/ 748442 w 2326735"/>
                <a:gd name="connsiteY79" fmla="*/ 488970 h 5689362"/>
                <a:gd name="connsiteX80" fmla="*/ 698064 w 2326735"/>
                <a:gd name="connsiteY80" fmla="*/ 296654 h 5689362"/>
                <a:gd name="connsiteX81" fmla="*/ 472111 w 2326735"/>
                <a:gd name="connsiteY81" fmla="*/ 110216 h 5689362"/>
                <a:gd name="connsiteX82" fmla="*/ 298289 w 2326735"/>
                <a:gd name="connsiteY82" fmla="*/ 42186 h 5689362"/>
                <a:gd name="connsiteX83" fmla="*/ 214394 w 2326735"/>
                <a:gd name="connsiteY83" fmla="*/ 10681 h 5689362"/>
                <a:gd name="connsiteX84" fmla="*/ 166835 w 2326735"/>
                <a:gd name="connsiteY84" fmla="*/ 3410 h 5689362"/>
                <a:gd name="connsiteX85" fmla="*/ 164068 w 2326735"/>
                <a:gd name="connsiteY85" fmla="*/ 30567 h 5689362"/>
                <a:gd name="connsiteX86" fmla="*/ 165271 w 2326735"/>
                <a:gd name="connsiteY86" fmla="*/ 34606 h 5689362"/>
                <a:gd name="connsiteX87" fmla="*/ 307072 w 2326735"/>
                <a:gd name="connsiteY87" fmla="*/ 319188 h 5689362"/>
                <a:gd name="connsiteX88" fmla="*/ 703856 w 2326735"/>
                <a:gd name="connsiteY88" fmla="*/ 529758 h 5689362"/>
                <a:gd name="connsiteX89" fmla="*/ 715424 w 2326735"/>
                <a:gd name="connsiteY89" fmla="*/ 532972 h 5689362"/>
                <a:gd name="connsiteX90" fmla="*/ 767813 w 2326735"/>
                <a:gd name="connsiteY90" fmla="*/ 575581 h 5689362"/>
                <a:gd name="connsiteX91" fmla="*/ 900985 w 2326735"/>
                <a:gd name="connsiteY91" fmla="*/ 707172 h 5689362"/>
                <a:gd name="connsiteX92" fmla="*/ 668036 w 2326735"/>
                <a:gd name="connsiteY92" fmla="*/ 653305 h 5689362"/>
                <a:gd name="connsiteX93" fmla="*/ 524070 w 2326735"/>
                <a:gd name="connsiteY93" fmla="*/ 669822 h 5689362"/>
                <a:gd name="connsiteX94" fmla="*/ 522282 w 2326735"/>
                <a:gd name="connsiteY94" fmla="*/ 670097 h 5689362"/>
                <a:gd name="connsiteX95" fmla="*/ 480945 w 2326735"/>
                <a:gd name="connsiteY95" fmla="*/ 676079 h 5689362"/>
                <a:gd name="connsiteX96" fmla="*/ 393768 w 2326735"/>
                <a:gd name="connsiteY96" fmla="*/ 690156 h 5689362"/>
                <a:gd name="connsiteX97" fmla="*/ 351056 w 2326735"/>
                <a:gd name="connsiteY97" fmla="*/ 710558 h 5689362"/>
                <a:gd name="connsiteX98" fmla="*/ 351503 w 2326735"/>
                <a:gd name="connsiteY98" fmla="*/ 723844 h 5689362"/>
                <a:gd name="connsiteX99" fmla="*/ 358309 w 2326735"/>
                <a:gd name="connsiteY99" fmla="*/ 734277 h 5689362"/>
                <a:gd name="connsiteX100" fmla="*/ 627868 w 2326735"/>
                <a:gd name="connsiteY100" fmla="*/ 936184 h 5689362"/>
                <a:gd name="connsiteX101" fmla="*/ 976097 w 2326735"/>
                <a:gd name="connsiteY101" fmla="*/ 924909 h 5689362"/>
                <a:gd name="connsiteX102" fmla="*/ 1033504 w 2326735"/>
                <a:gd name="connsiteY102" fmla="*/ 911623 h 5689362"/>
                <a:gd name="connsiteX103" fmla="*/ 1066798 w 2326735"/>
                <a:gd name="connsiteY103" fmla="*/ 915198 h 5689362"/>
                <a:gd name="connsiteX104" fmla="*/ 1083143 w 2326735"/>
                <a:gd name="connsiteY104" fmla="*/ 921935 h 5689362"/>
                <a:gd name="connsiteX105" fmla="*/ 1267845 w 2326735"/>
                <a:gd name="connsiteY105" fmla="*/ 1195155 h 5689362"/>
                <a:gd name="connsiteX106" fmla="*/ 1068791 w 2326735"/>
                <a:gd name="connsiteY106" fmla="*/ 1094898 h 5689362"/>
                <a:gd name="connsiteX107" fmla="*/ 840105 w 2326735"/>
                <a:gd name="connsiteY107" fmla="*/ 1069133 h 5689362"/>
                <a:gd name="connsiteX108" fmla="*/ 814959 w 2326735"/>
                <a:gd name="connsiteY108" fmla="*/ 1067861 h 5689362"/>
                <a:gd name="connsiteX109" fmla="*/ 743612 w 2326735"/>
                <a:gd name="connsiteY109" fmla="*/ 1063633 h 5689362"/>
                <a:gd name="connsiteX110" fmla="*/ 702945 w 2326735"/>
                <a:gd name="connsiteY110" fmla="*/ 1061124 h 5689362"/>
                <a:gd name="connsiteX111" fmla="*/ 689625 w 2326735"/>
                <a:gd name="connsiteY111" fmla="*/ 1067896 h 5689362"/>
                <a:gd name="connsiteX112" fmla="*/ 687424 w 2326735"/>
                <a:gd name="connsiteY112" fmla="*/ 1083674 h 5689362"/>
                <a:gd name="connsiteX113" fmla="*/ 693561 w 2326735"/>
                <a:gd name="connsiteY113" fmla="*/ 1098542 h 5689362"/>
                <a:gd name="connsiteX114" fmla="*/ 977798 w 2326735"/>
                <a:gd name="connsiteY114" fmla="*/ 1378637 h 5689362"/>
                <a:gd name="connsiteX115" fmla="*/ 1286184 w 2326735"/>
                <a:gd name="connsiteY115" fmla="*/ 1423962 h 5689362"/>
                <a:gd name="connsiteX116" fmla="*/ 1324961 w 2326735"/>
                <a:gd name="connsiteY116" fmla="*/ 1419699 h 5689362"/>
                <a:gd name="connsiteX117" fmla="*/ 1403269 w 2326735"/>
                <a:gd name="connsiteY117" fmla="*/ 1444656 h 5689362"/>
                <a:gd name="connsiteX118" fmla="*/ 1549504 w 2326735"/>
                <a:gd name="connsiteY118" fmla="*/ 1795841 h 5689362"/>
                <a:gd name="connsiteX119" fmla="*/ 1364631 w 2326735"/>
                <a:gd name="connsiteY119" fmla="*/ 1647904 h 5689362"/>
                <a:gd name="connsiteX120" fmla="*/ 1125511 w 2326735"/>
                <a:gd name="connsiteY120" fmla="*/ 1544312 h 5689362"/>
                <a:gd name="connsiteX121" fmla="*/ 1022366 w 2326735"/>
                <a:gd name="connsiteY121" fmla="*/ 1501290 h 5689362"/>
                <a:gd name="connsiteX122" fmla="*/ 1006468 w 2326735"/>
                <a:gd name="connsiteY122" fmla="*/ 1502665 h 5689362"/>
                <a:gd name="connsiteX123" fmla="*/ 999008 w 2326735"/>
                <a:gd name="connsiteY123" fmla="*/ 1516553 h 5689362"/>
                <a:gd name="connsiteX124" fmla="*/ 1278468 w 2326735"/>
                <a:gd name="connsiteY124" fmla="*/ 1968184 h 5689362"/>
                <a:gd name="connsiteX125" fmla="*/ 1534001 w 2326735"/>
                <a:gd name="connsiteY125" fmla="*/ 2073787 h 5689362"/>
                <a:gd name="connsiteX126" fmla="*/ 1622347 w 2326735"/>
                <a:gd name="connsiteY126" fmla="*/ 2106720 h 5689362"/>
                <a:gd name="connsiteX127" fmla="*/ 1636475 w 2326735"/>
                <a:gd name="connsiteY127" fmla="*/ 2116448 h 5689362"/>
                <a:gd name="connsiteX128" fmla="*/ 1651274 w 2326735"/>
                <a:gd name="connsiteY128" fmla="*/ 2141783 h 5689362"/>
                <a:gd name="connsiteX129" fmla="*/ 1725200 w 2326735"/>
                <a:gd name="connsiteY129" fmla="*/ 2580592 h 5689362"/>
                <a:gd name="connsiteX130" fmla="*/ 1709112 w 2326735"/>
                <a:gd name="connsiteY130" fmla="*/ 2534665 h 5689362"/>
                <a:gd name="connsiteX131" fmla="*/ 1512928 w 2326735"/>
                <a:gd name="connsiteY131" fmla="*/ 2275986 h 5689362"/>
                <a:gd name="connsiteX132" fmla="*/ 1360248 w 2326735"/>
                <a:gd name="connsiteY132" fmla="*/ 2151855 h 5689362"/>
                <a:gd name="connsiteX133" fmla="*/ 1357841 w 2326735"/>
                <a:gd name="connsiteY133" fmla="*/ 2149964 h 5689362"/>
                <a:gd name="connsiteX134" fmla="*/ 1288969 w 2326735"/>
                <a:gd name="connsiteY134" fmla="*/ 2095169 h 5689362"/>
                <a:gd name="connsiteX135" fmla="*/ 1274291 w 2326735"/>
                <a:gd name="connsiteY135" fmla="*/ 2082880 h 5689362"/>
                <a:gd name="connsiteX136" fmla="*/ 1260008 w 2326735"/>
                <a:gd name="connsiteY136" fmla="*/ 2070642 h 5689362"/>
                <a:gd name="connsiteX137" fmla="*/ 1241720 w 2326735"/>
                <a:gd name="connsiteY137" fmla="*/ 2068459 h 5689362"/>
                <a:gd name="connsiteX138" fmla="*/ 1232593 w 2326735"/>
                <a:gd name="connsiteY138" fmla="*/ 2084512 h 5689362"/>
                <a:gd name="connsiteX139" fmla="*/ 1234397 w 2326735"/>
                <a:gd name="connsiteY139" fmla="*/ 2113302 h 5689362"/>
                <a:gd name="connsiteX140" fmla="*/ 1234673 w 2326735"/>
                <a:gd name="connsiteY140" fmla="*/ 2117582 h 5689362"/>
                <a:gd name="connsiteX141" fmla="*/ 1238780 w 2326735"/>
                <a:gd name="connsiteY141" fmla="*/ 2171793 h 5689362"/>
                <a:gd name="connsiteX142" fmla="*/ 1394263 w 2326735"/>
                <a:gd name="connsiteY142" fmla="*/ 2608333 h 5689362"/>
                <a:gd name="connsiteX143" fmla="*/ 1645018 w 2326735"/>
                <a:gd name="connsiteY143" fmla="*/ 2820742 h 5689362"/>
                <a:gd name="connsiteX144" fmla="*/ 1718136 w 2326735"/>
                <a:gd name="connsiteY144" fmla="*/ 2876861 h 5689362"/>
                <a:gd name="connsiteX145" fmla="*/ 1743058 w 2326735"/>
                <a:gd name="connsiteY145" fmla="*/ 2960480 h 5689362"/>
                <a:gd name="connsiteX146" fmla="*/ 1715128 w 2326735"/>
                <a:gd name="connsiteY146" fmla="*/ 3350097 h 5689362"/>
                <a:gd name="connsiteX147" fmla="*/ 1690515 w 2326735"/>
                <a:gd name="connsiteY147" fmla="*/ 3239940 h 5689362"/>
                <a:gd name="connsiteX148" fmla="*/ 1566589 w 2326735"/>
                <a:gd name="connsiteY148" fmla="*/ 3005960 h 5689362"/>
                <a:gd name="connsiteX149" fmla="*/ 1415662 w 2326735"/>
                <a:gd name="connsiteY149" fmla="*/ 2803193 h 5689362"/>
                <a:gd name="connsiteX150" fmla="*/ 1412345 w 2326735"/>
                <a:gd name="connsiteY150" fmla="*/ 2798776 h 5689362"/>
                <a:gd name="connsiteX151" fmla="*/ 1353596 w 2326735"/>
                <a:gd name="connsiteY151" fmla="*/ 2720639 h 5689362"/>
                <a:gd name="connsiteX152" fmla="*/ 1341771 w 2326735"/>
                <a:gd name="connsiteY152" fmla="*/ 2712424 h 5689362"/>
                <a:gd name="connsiteX153" fmla="*/ 1327900 w 2326735"/>
                <a:gd name="connsiteY153" fmla="*/ 2712063 h 5689362"/>
                <a:gd name="connsiteX154" fmla="*/ 1318567 w 2326735"/>
                <a:gd name="connsiteY154" fmla="*/ 2722255 h 5689362"/>
                <a:gd name="connsiteX155" fmla="*/ 1317982 w 2326735"/>
                <a:gd name="connsiteY155" fmla="*/ 2724043 h 5689362"/>
                <a:gd name="connsiteX156" fmla="*/ 1316161 w 2326735"/>
                <a:gd name="connsiteY156" fmla="*/ 2730712 h 5689362"/>
                <a:gd name="connsiteX157" fmla="*/ 1380616 w 2326735"/>
                <a:gd name="connsiteY157" fmla="*/ 3292225 h 5689362"/>
                <a:gd name="connsiteX158" fmla="*/ 1559302 w 2326735"/>
                <a:gd name="connsiteY158" fmla="*/ 3541313 h 5689362"/>
                <a:gd name="connsiteX159" fmla="*/ 1650432 w 2326735"/>
                <a:gd name="connsiteY159" fmla="*/ 3665479 h 5689362"/>
                <a:gd name="connsiteX160" fmla="*/ 1653629 w 2326735"/>
                <a:gd name="connsiteY160" fmla="*/ 3682238 h 5689362"/>
                <a:gd name="connsiteX161" fmla="*/ 1505641 w 2326735"/>
                <a:gd name="connsiteY161" fmla="*/ 4135158 h 5689362"/>
                <a:gd name="connsiteX162" fmla="*/ 1502375 w 2326735"/>
                <a:gd name="connsiteY162" fmla="*/ 3897465 h 5689362"/>
                <a:gd name="connsiteX163" fmla="*/ 1395311 w 2326735"/>
                <a:gd name="connsiteY163" fmla="*/ 3570516 h 5689362"/>
                <a:gd name="connsiteX164" fmla="*/ 1383744 w 2326735"/>
                <a:gd name="connsiteY164" fmla="*/ 3541485 h 5689362"/>
                <a:gd name="connsiteX165" fmla="*/ 1328605 w 2326735"/>
                <a:gd name="connsiteY165" fmla="*/ 3402813 h 5689362"/>
                <a:gd name="connsiteX166" fmla="*/ 1312774 w 2326735"/>
                <a:gd name="connsiteY166" fmla="*/ 3392225 h 5689362"/>
                <a:gd name="connsiteX167" fmla="*/ 1298268 w 2326735"/>
                <a:gd name="connsiteY167" fmla="*/ 3401283 h 5689362"/>
                <a:gd name="connsiteX168" fmla="*/ 1292200 w 2326735"/>
                <a:gd name="connsiteY168" fmla="*/ 3412696 h 5689362"/>
                <a:gd name="connsiteX169" fmla="*/ 1284913 w 2326735"/>
                <a:gd name="connsiteY169" fmla="*/ 3427168 h 5689362"/>
                <a:gd name="connsiteX170" fmla="*/ 1207000 w 2326735"/>
                <a:gd name="connsiteY170" fmla="*/ 3961026 h 5689362"/>
                <a:gd name="connsiteX171" fmla="*/ 1308993 w 2326735"/>
                <a:gd name="connsiteY171" fmla="*/ 4258258 h 5689362"/>
                <a:gd name="connsiteX172" fmla="*/ 1366092 w 2326735"/>
                <a:gd name="connsiteY172" fmla="*/ 4397910 h 5689362"/>
                <a:gd name="connsiteX173" fmla="*/ 1360884 w 2326735"/>
                <a:gd name="connsiteY173" fmla="*/ 4430052 h 5689362"/>
                <a:gd name="connsiteX174" fmla="*/ 1141341 w 2326735"/>
                <a:gd name="connsiteY174" fmla="*/ 4753839 h 5689362"/>
                <a:gd name="connsiteX175" fmla="*/ 1142253 w 2326735"/>
                <a:gd name="connsiteY175" fmla="*/ 4752189 h 5689362"/>
                <a:gd name="connsiteX176" fmla="*/ 1196000 w 2326735"/>
                <a:gd name="connsiteY176" fmla="*/ 4433953 h 5689362"/>
                <a:gd name="connsiteX177" fmla="*/ 1172005 w 2326735"/>
                <a:gd name="connsiteY177" fmla="*/ 4184986 h 5689362"/>
                <a:gd name="connsiteX178" fmla="*/ 1171472 w 2326735"/>
                <a:gd name="connsiteY178" fmla="*/ 4180293 h 5689362"/>
                <a:gd name="connsiteX179" fmla="*/ 1160644 w 2326735"/>
                <a:gd name="connsiteY179" fmla="*/ 4082803 h 5689362"/>
                <a:gd name="connsiteX180" fmla="*/ 1154250 w 2326735"/>
                <a:gd name="connsiteY180" fmla="*/ 4027200 h 5689362"/>
                <a:gd name="connsiteX181" fmla="*/ 1151276 w 2326735"/>
                <a:gd name="connsiteY181" fmla="*/ 4001865 h 5689362"/>
                <a:gd name="connsiteX182" fmla="*/ 1142287 w 2326735"/>
                <a:gd name="connsiteY182" fmla="*/ 3988974 h 5689362"/>
                <a:gd name="connsiteX183" fmla="*/ 1102360 w 2326735"/>
                <a:gd name="connsiteY183" fmla="*/ 4010476 h 5689362"/>
                <a:gd name="connsiteX184" fmla="*/ 899731 w 2326735"/>
                <a:gd name="connsiteY184" fmla="*/ 4446879 h 5689362"/>
                <a:gd name="connsiteX185" fmla="*/ 942081 w 2326735"/>
                <a:gd name="connsiteY185" fmla="*/ 4879964 h 5689362"/>
                <a:gd name="connsiteX186" fmla="*/ 943474 w 2326735"/>
                <a:gd name="connsiteY186" fmla="*/ 4892443 h 5689362"/>
                <a:gd name="connsiteX187" fmla="*/ 940569 w 2326735"/>
                <a:gd name="connsiteY187" fmla="*/ 4964873 h 5689362"/>
                <a:gd name="connsiteX188" fmla="*/ 935120 w 2326735"/>
                <a:gd name="connsiteY188" fmla="*/ 4978142 h 5689362"/>
                <a:gd name="connsiteX189" fmla="*/ 575067 w 2326735"/>
                <a:gd name="connsiteY189" fmla="*/ 5252049 h 5689362"/>
                <a:gd name="connsiteX190" fmla="*/ 709099 w 2326735"/>
                <a:gd name="connsiteY190" fmla="*/ 5032576 h 5689362"/>
                <a:gd name="connsiteX191" fmla="*/ 772797 w 2326735"/>
                <a:gd name="connsiteY191" fmla="*/ 4722660 h 5689362"/>
                <a:gd name="connsiteX192" fmla="*/ 774172 w 2326735"/>
                <a:gd name="connsiteY192" fmla="*/ 4713533 h 5689362"/>
                <a:gd name="connsiteX193" fmla="*/ 791532 w 2326735"/>
                <a:gd name="connsiteY193" fmla="*/ 4604802 h 5689362"/>
                <a:gd name="connsiteX194" fmla="*/ 798252 w 2326735"/>
                <a:gd name="connsiteY194" fmla="*/ 4563259 h 5689362"/>
                <a:gd name="connsiteX195" fmla="*/ 792134 w 2326735"/>
                <a:gd name="connsiteY195" fmla="*/ 4547531 h 5689362"/>
                <a:gd name="connsiteX196" fmla="*/ 775375 w 2326735"/>
                <a:gd name="connsiteY196" fmla="*/ 4545228 h 5689362"/>
                <a:gd name="connsiteX197" fmla="*/ 769514 w 2326735"/>
                <a:gd name="connsiteY197" fmla="*/ 4547652 h 5689362"/>
                <a:gd name="connsiteX198" fmla="*/ 752670 w 2326735"/>
                <a:gd name="connsiteY198" fmla="*/ 4555129 h 5689362"/>
                <a:gd name="connsiteX199" fmla="*/ 369189 w 2326735"/>
                <a:gd name="connsiteY199" fmla="*/ 5233693 h 5689362"/>
                <a:gd name="connsiteX200" fmla="*/ 357295 w 2326735"/>
                <a:gd name="connsiteY200" fmla="*/ 5355418 h 5689362"/>
                <a:gd name="connsiteX201" fmla="*/ 351331 w 2326735"/>
                <a:gd name="connsiteY201" fmla="*/ 5363565 h 5689362"/>
                <a:gd name="connsiteX202" fmla="*/ 13003 w 2326735"/>
                <a:gd name="connsiteY202" fmla="*/ 5473018 h 5689362"/>
                <a:gd name="connsiteX203" fmla="*/ 885 w 2326735"/>
                <a:gd name="connsiteY203" fmla="*/ 5483950 h 5689362"/>
                <a:gd name="connsiteX204" fmla="*/ 3962 w 2326735"/>
                <a:gd name="connsiteY204" fmla="*/ 5500072 h 5689362"/>
                <a:gd name="connsiteX205" fmla="*/ 35261 w 2326735"/>
                <a:gd name="connsiteY205" fmla="*/ 5545964 h 5689362"/>
                <a:gd name="connsiteX206" fmla="*/ 53635 w 2326735"/>
                <a:gd name="connsiteY206" fmla="*/ 5554300 h 5689362"/>
                <a:gd name="connsiteX207" fmla="*/ 316250 w 2326735"/>
                <a:gd name="connsiteY207" fmla="*/ 5474599 h 5689362"/>
                <a:gd name="connsiteX208" fmla="*/ 332991 w 2326735"/>
                <a:gd name="connsiteY208" fmla="*/ 5471385 h 5689362"/>
                <a:gd name="connsiteX209" fmla="*/ 393046 w 2326735"/>
                <a:gd name="connsiteY209" fmla="*/ 5483090 h 5689362"/>
                <a:gd name="connsiteX210" fmla="*/ 401348 w 2326735"/>
                <a:gd name="connsiteY210" fmla="*/ 5486081 h 5689362"/>
                <a:gd name="connsiteX211" fmla="*/ 651760 w 2326735"/>
                <a:gd name="connsiteY211" fmla="*/ 5671006 h 5689362"/>
                <a:gd name="connsiteX212" fmla="*/ 732371 w 2326735"/>
                <a:gd name="connsiteY212" fmla="*/ 5684825 h 5689362"/>
                <a:gd name="connsiteX213" fmla="*/ 826698 w 2326735"/>
                <a:gd name="connsiteY213" fmla="*/ 5689363 h 5689362"/>
                <a:gd name="connsiteX214" fmla="*/ 908084 w 2326735"/>
                <a:gd name="connsiteY214" fmla="*/ 5686407 h 5689362"/>
                <a:gd name="connsiteX215" fmla="*/ 1181596 w 2326735"/>
                <a:gd name="connsiteY215" fmla="*/ 5614303 h 5689362"/>
                <a:gd name="connsiteX216" fmla="*/ 1279654 w 2326735"/>
                <a:gd name="connsiteY216" fmla="*/ 5542681 h 5689362"/>
                <a:gd name="connsiteX217" fmla="*/ 1277574 w 2326735"/>
                <a:gd name="connsiteY217" fmla="*/ 5519890 h 5689362"/>
                <a:gd name="connsiteX218" fmla="*/ 1026939 w 2326735"/>
                <a:gd name="connsiteY218" fmla="*/ 5362104 h 5689362"/>
                <a:gd name="connsiteX219" fmla="*/ 660732 w 2326735"/>
                <a:gd name="connsiteY219" fmla="*/ 5318567 h 5689362"/>
                <a:gd name="connsiteX220" fmla="*/ 609752 w 2326735"/>
                <a:gd name="connsiteY220" fmla="*/ 5331114 h 5689362"/>
                <a:gd name="connsiteX221" fmla="*/ 921937 w 2326735"/>
                <a:gd name="connsiteY221" fmla="*/ 5101947 h 5689362"/>
                <a:gd name="connsiteX222" fmla="*/ 929363 w 2326735"/>
                <a:gd name="connsiteY222" fmla="*/ 5098286 h 5689362"/>
                <a:gd name="connsiteX223" fmla="*/ 988867 w 2326735"/>
                <a:gd name="connsiteY223" fmla="*/ 5090723 h 5689362"/>
                <a:gd name="connsiteX224" fmla="*/ 993766 w 2326735"/>
                <a:gd name="connsiteY224" fmla="*/ 5091806 h 5689362"/>
                <a:gd name="connsiteX225" fmla="*/ 1227866 w 2326735"/>
                <a:gd name="connsiteY225" fmla="*/ 5190654 h 5689362"/>
                <a:gd name="connsiteX226" fmla="*/ 1242888 w 2326735"/>
                <a:gd name="connsiteY226" fmla="*/ 5190379 h 5689362"/>
                <a:gd name="connsiteX227" fmla="*/ 1561622 w 2326735"/>
                <a:gd name="connsiteY227" fmla="*/ 5103236 h 5689362"/>
                <a:gd name="connsiteX228" fmla="*/ 1781697 w 2326735"/>
                <a:gd name="connsiteY228" fmla="*/ 4948166 h 5689362"/>
                <a:gd name="connsiteX229" fmla="*/ 1819991 w 2326735"/>
                <a:gd name="connsiteY229" fmla="*/ 4900143 h 5689362"/>
                <a:gd name="connsiteX230" fmla="*/ 1821091 w 2326735"/>
                <a:gd name="connsiteY230" fmla="*/ 4898647 h 5689362"/>
                <a:gd name="connsiteX231" fmla="*/ 1836286 w 2326735"/>
                <a:gd name="connsiteY231" fmla="*/ 4878366 h 5689362"/>
                <a:gd name="connsiteX232" fmla="*/ 1839551 w 2326735"/>
                <a:gd name="connsiteY232" fmla="*/ 4865354 h 5689362"/>
                <a:gd name="connsiteX233" fmla="*/ 1831645 w 2326735"/>
                <a:gd name="connsiteY233" fmla="*/ 4853856 h 5689362"/>
                <a:gd name="connsiteX234" fmla="*/ 1778328 w 2326735"/>
                <a:gd name="connsiteY234" fmla="*/ 4828968 h 5689362"/>
                <a:gd name="connsiteX235" fmla="*/ 1282610 w 2326735"/>
                <a:gd name="connsiteY235" fmla="*/ 4809683 h 5689362"/>
                <a:gd name="connsiteX236" fmla="*/ 1132370 w 2326735"/>
                <a:gd name="connsiteY236" fmla="*/ 4887011 h 5689362"/>
                <a:gd name="connsiteX237" fmla="*/ 1378879 w 2326735"/>
                <a:gd name="connsiteY237" fmla="*/ 4547721 h 5689362"/>
                <a:gd name="connsiteX238" fmla="*/ 1382506 w 2326735"/>
                <a:gd name="connsiteY238" fmla="*/ 4542307 h 5689362"/>
                <a:gd name="connsiteX239" fmla="*/ 1402444 w 2326735"/>
                <a:gd name="connsiteY239" fmla="*/ 4530275 h 5689362"/>
                <a:gd name="connsiteX240" fmla="*/ 1438487 w 2326735"/>
                <a:gd name="connsiteY240" fmla="*/ 4507312 h 5689362"/>
                <a:gd name="connsiteX241" fmla="*/ 1461020 w 2326735"/>
                <a:gd name="connsiteY241" fmla="*/ 4506178 h 5689362"/>
                <a:gd name="connsiteX242" fmla="*/ 1505675 w 2326735"/>
                <a:gd name="connsiteY242" fmla="*/ 4523778 h 5689362"/>
                <a:gd name="connsiteX243" fmla="*/ 1766021 w 2326735"/>
                <a:gd name="connsiteY243" fmla="*/ 4490845 h 5689362"/>
                <a:gd name="connsiteX244" fmla="*/ 1974133 w 2326735"/>
                <a:gd name="connsiteY244" fmla="*/ 4326065 h 5689362"/>
                <a:gd name="connsiteX245" fmla="*/ 2147405 w 2326735"/>
                <a:gd name="connsiteY245" fmla="*/ 4069053 h 5689362"/>
                <a:gd name="connsiteX246" fmla="*/ 2164920 w 2326735"/>
                <a:gd name="connsiteY246" fmla="*/ 4013587 h 5689362"/>
                <a:gd name="connsiteX247" fmla="*/ 2171709 w 2326735"/>
                <a:gd name="connsiteY247" fmla="*/ 3989490 h 5689362"/>
                <a:gd name="connsiteX248" fmla="*/ 2161345 w 2326735"/>
                <a:gd name="connsiteY248" fmla="*/ 3968967 h 5689362"/>
                <a:gd name="connsiteX249" fmla="*/ 2154366 w 2326735"/>
                <a:gd name="connsiteY249" fmla="*/ 3968435 h 5689362"/>
                <a:gd name="connsiteX250" fmla="*/ 1634241 w 2326735"/>
                <a:gd name="connsiteY250" fmla="*/ 4147413 h 5689362"/>
                <a:gd name="connsiteX251" fmla="*/ 1528363 w 2326735"/>
                <a:gd name="connsiteY251" fmla="*/ 4269516 h 5689362"/>
                <a:gd name="connsiteX252" fmla="*/ 1707891 w 2326735"/>
                <a:gd name="connsiteY252" fmla="*/ 3796744 h 5689362"/>
                <a:gd name="connsiteX253" fmla="*/ 1708596 w 2326735"/>
                <a:gd name="connsiteY253" fmla="*/ 3794338 h 5689362"/>
                <a:gd name="connsiteX254" fmla="*/ 1710642 w 2326735"/>
                <a:gd name="connsiteY254" fmla="*/ 3788459 h 5689362"/>
                <a:gd name="connsiteX255" fmla="*/ 1757530 w 2326735"/>
                <a:gd name="connsiteY255" fmla="*/ 3724073 h 5689362"/>
                <a:gd name="connsiteX256" fmla="*/ 1762240 w 2326735"/>
                <a:gd name="connsiteY256" fmla="*/ 3721495 h 5689362"/>
                <a:gd name="connsiteX257" fmla="*/ 1766330 w 2326735"/>
                <a:gd name="connsiteY257" fmla="*/ 3721667 h 5689362"/>
                <a:gd name="connsiteX258" fmla="*/ 1776351 w 2326735"/>
                <a:gd name="connsiteY258" fmla="*/ 3722268 h 5689362"/>
                <a:gd name="connsiteX259" fmla="*/ 1848678 w 2326735"/>
                <a:gd name="connsiteY259" fmla="*/ 3721478 h 5689362"/>
                <a:gd name="connsiteX260" fmla="*/ 2032882 w 2326735"/>
                <a:gd name="connsiteY260" fmla="*/ 3618677 h 5689362"/>
                <a:gd name="connsiteX261" fmla="*/ 2314300 w 2326735"/>
                <a:gd name="connsiteY261" fmla="*/ 3095578 h 5689362"/>
                <a:gd name="connsiteX262" fmla="*/ 2323719 w 2326735"/>
                <a:gd name="connsiteY262" fmla="*/ 3024677 h 5689362"/>
                <a:gd name="connsiteX263" fmla="*/ 2326658 w 2326735"/>
                <a:gd name="connsiteY263" fmla="*/ 2990095 h 5689362"/>
                <a:gd name="connsiteX264" fmla="*/ 2320660 w 2326735"/>
                <a:gd name="connsiteY264" fmla="*/ 2975382 h 5689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326735" h="5689362">
                  <a:moveTo>
                    <a:pt x="2320660" y="2975382"/>
                  </a:moveTo>
                  <a:cubicBezTo>
                    <a:pt x="2316329" y="2971807"/>
                    <a:pt x="2310038" y="2970673"/>
                    <a:pt x="2305139" y="2972323"/>
                  </a:cubicBezTo>
                  <a:cubicBezTo>
                    <a:pt x="2299158" y="2974162"/>
                    <a:pt x="2293675" y="2975761"/>
                    <a:pt x="2288501" y="2977273"/>
                  </a:cubicBezTo>
                  <a:lnTo>
                    <a:pt x="2285974" y="2978012"/>
                  </a:lnTo>
                  <a:cubicBezTo>
                    <a:pt x="2273221" y="2981742"/>
                    <a:pt x="2262203" y="2984939"/>
                    <a:pt x="2251289" y="2989322"/>
                  </a:cubicBezTo>
                  <a:cubicBezTo>
                    <a:pt x="2078859" y="3057833"/>
                    <a:pt x="1943109" y="3175210"/>
                    <a:pt x="1836268" y="3348138"/>
                  </a:cubicBezTo>
                  <a:cubicBezTo>
                    <a:pt x="1809885" y="3390867"/>
                    <a:pt x="1789448" y="3435281"/>
                    <a:pt x="1773171" y="3479574"/>
                  </a:cubicBezTo>
                  <a:cubicBezTo>
                    <a:pt x="1799864" y="3330589"/>
                    <a:pt x="1806052" y="3272545"/>
                    <a:pt x="1810779" y="3105839"/>
                  </a:cubicBezTo>
                  <a:cubicBezTo>
                    <a:pt x="1811002" y="3098844"/>
                    <a:pt x="1811002" y="3091728"/>
                    <a:pt x="1811002" y="3084663"/>
                  </a:cubicBezTo>
                  <a:cubicBezTo>
                    <a:pt x="1811002" y="3065378"/>
                    <a:pt x="1811002" y="3047159"/>
                    <a:pt x="1815213" y="3030539"/>
                  </a:cubicBezTo>
                  <a:cubicBezTo>
                    <a:pt x="1820266" y="3010841"/>
                    <a:pt x="1830424" y="2991195"/>
                    <a:pt x="1840256" y="2972185"/>
                  </a:cubicBezTo>
                  <a:cubicBezTo>
                    <a:pt x="1843023" y="2966805"/>
                    <a:pt x="1845791" y="2961426"/>
                    <a:pt x="1848077" y="2956699"/>
                  </a:cubicBezTo>
                  <a:cubicBezTo>
                    <a:pt x="1848867" y="2955771"/>
                    <a:pt x="1851428" y="2954207"/>
                    <a:pt x="1852425" y="2954052"/>
                  </a:cubicBezTo>
                  <a:cubicBezTo>
                    <a:pt x="1901738" y="2946524"/>
                    <a:pt x="1945343" y="2925589"/>
                    <a:pt x="1985770" y="2890061"/>
                  </a:cubicBezTo>
                  <a:cubicBezTo>
                    <a:pt x="2026505" y="2854087"/>
                    <a:pt x="2060005" y="2810051"/>
                    <a:pt x="2085356" y="2759140"/>
                  </a:cubicBezTo>
                  <a:cubicBezTo>
                    <a:pt x="2176350" y="2576673"/>
                    <a:pt x="2221881" y="2374989"/>
                    <a:pt x="2220729" y="2159762"/>
                  </a:cubicBezTo>
                  <a:cubicBezTo>
                    <a:pt x="2220626" y="2138998"/>
                    <a:pt x="2218185" y="2118785"/>
                    <a:pt x="2215504" y="2096802"/>
                  </a:cubicBezTo>
                  <a:cubicBezTo>
                    <a:pt x="2214284" y="2086953"/>
                    <a:pt x="2213046" y="2076881"/>
                    <a:pt x="2212015" y="2066448"/>
                  </a:cubicBezTo>
                  <a:cubicBezTo>
                    <a:pt x="2211431" y="2060725"/>
                    <a:pt x="2207907" y="2055637"/>
                    <a:pt x="2202802" y="2053162"/>
                  </a:cubicBezTo>
                  <a:cubicBezTo>
                    <a:pt x="2197766" y="2050721"/>
                    <a:pt x="2191681" y="2050893"/>
                    <a:pt x="2186594" y="2053970"/>
                  </a:cubicBezTo>
                  <a:cubicBezTo>
                    <a:pt x="2183517" y="2055895"/>
                    <a:pt x="2180887" y="2057459"/>
                    <a:pt x="2178498" y="2058851"/>
                  </a:cubicBezTo>
                  <a:cubicBezTo>
                    <a:pt x="2173875" y="2061601"/>
                    <a:pt x="2170351" y="2063750"/>
                    <a:pt x="2167017" y="2066156"/>
                  </a:cubicBezTo>
                  <a:cubicBezTo>
                    <a:pt x="2089396" y="2121793"/>
                    <a:pt x="2020936" y="2191061"/>
                    <a:pt x="1963511" y="2271982"/>
                  </a:cubicBezTo>
                  <a:cubicBezTo>
                    <a:pt x="1869802" y="2404243"/>
                    <a:pt x="1815299" y="2553796"/>
                    <a:pt x="1800621" y="2718319"/>
                  </a:cubicBezTo>
                  <a:cubicBezTo>
                    <a:pt x="1799159" y="2699979"/>
                    <a:pt x="1797681" y="2681640"/>
                    <a:pt x="1796203" y="2663300"/>
                  </a:cubicBezTo>
                  <a:lnTo>
                    <a:pt x="1795688" y="2656649"/>
                  </a:lnTo>
                  <a:cubicBezTo>
                    <a:pt x="1789930" y="2584751"/>
                    <a:pt x="1783983" y="2510396"/>
                    <a:pt x="1779136" y="2437278"/>
                  </a:cubicBezTo>
                  <a:cubicBezTo>
                    <a:pt x="1777915" y="2418767"/>
                    <a:pt x="1774357" y="2400754"/>
                    <a:pt x="1770920" y="2383326"/>
                  </a:cubicBezTo>
                  <a:cubicBezTo>
                    <a:pt x="1764285" y="2349826"/>
                    <a:pt x="1758012" y="2318183"/>
                    <a:pt x="1768049" y="2285027"/>
                  </a:cubicBezTo>
                  <a:cubicBezTo>
                    <a:pt x="1770335" y="2277534"/>
                    <a:pt x="1772260" y="2269988"/>
                    <a:pt x="1774185" y="2262460"/>
                  </a:cubicBezTo>
                  <a:cubicBezTo>
                    <a:pt x="1778929" y="2243811"/>
                    <a:pt x="1801841" y="2215090"/>
                    <a:pt x="1837025" y="2183687"/>
                  </a:cubicBezTo>
                  <a:lnTo>
                    <a:pt x="1838348" y="2182501"/>
                  </a:lnTo>
                  <a:cubicBezTo>
                    <a:pt x="1851325" y="2171501"/>
                    <a:pt x="1917980" y="2110518"/>
                    <a:pt x="1955794" y="1989893"/>
                  </a:cubicBezTo>
                  <a:cubicBezTo>
                    <a:pt x="1994174" y="1867343"/>
                    <a:pt x="1991269" y="1739292"/>
                    <a:pt x="1989156" y="1645790"/>
                  </a:cubicBezTo>
                  <a:lnTo>
                    <a:pt x="1989104" y="1643297"/>
                  </a:lnTo>
                  <a:cubicBezTo>
                    <a:pt x="1986285" y="1514766"/>
                    <a:pt x="1972397" y="1417911"/>
                    <a:pt x="1944071" y="1329204"/>
                  </a:cubicBezTo>
                  <a:cubicBezTo>
                    <a:pt x="1940411" y="1317860"/>
                    <a:pt x="1936062" y="1306671"/>
                    <a:pt x="1931456" y="1294914"/>
                  </a:cubicBezTo>
                  <a:cubicBezTo>
                    <a:pt x="1929066" y="1288795"/>
                    <a:pt x="1926626" y="1282470"/>
                    <a:pt x="1924116" y="1275853"/>
                  </a:cubicBezTo>
                  <a:cubicBezTo>
                    <a:pt x="1922054" y="1270250"/>
                    <a:pt x="1917103" y="1266176"/>
                    <a:pt x="1911311" y="1265214"/>
                  </a:cubicBezTo>
                  <a:lnTo>
                    <a:pt x="1908475" y="1264956"/>
                  </a:lnTo>
                  <a:cubicBezTo>
                    <a:pt x="1903456" y="1264956"/>
                    <a:pt x="1898764" y="1267207"/>
                    <a:pt x="1895584" y="1271092"/>
                  </a:cubicBezTo>
                  <a:lnTo>
                    <a:pt x="1868066" y="1304626"/>
                  </a:lnTo>
                  <a:cubicBezTo>
                    <a:pt x="1736131" y="1465539"/>
                    <a:pt x="1671316" y="1654263"/>
                    <a:pt x="1675372" y="1865572"/>
                  </a:cubicBezTo>
                  <a:cubicBezTo>
                    <a:pt x="1676077" y="1902784"/>
                    <a:pt x="1678861" y="1940959"/>
                    <a:pt x="1683794" y="1980371"/>
                  </a:cubicBezTo>
                  <a:cubicBezTo>
                    <a:pt x="1650260" y="1864644"/>
                    <a:pt x="1610934" y="1751994"/>
                    <a:pt x="1566211" y="1643624"/>
                  </a:cubicBezTo>
                  <a:cubicBezTo>
                    <a:pt x="1565283" y="1641252"/>
                    <a:pt x="1564681" y="1638313"/>
                    <a:pt x="1564613" y="1635821"/>
                  </a:cubicBezTo>
                  <a:lnTo>
                    <a:pt x="1564303" y="1621005"/>
                  </a:lnTo>
                  <a:cubicBezTo>
                    <a:pt x="1563839" y="1599623"/>
                    <a:pt x="1563358" y="1577502"/>
                    <a:pt x="1564269" y="1555742"/>
                  </a:cubicBezTo>
                  <a:cubicBezTo>
                    <a:pt x="1564406" y="1552132"/>
                    <a:pt x="1566744" y="1545652"/>
                    <a:pt x="1571608" y="1539276"/>
                  </a:cubicBezTo>
                  <a:cubicBezTo>
                    <a:pt x="1578518" y="1530149"/>
                    <a:pt x="1586183" y="1521228"/>
                    <a:pt x="1594124" y="1511947"/>
                  </a:cubicBezTo>
                  <a:cubicBezTo>
                    <a:pt x="1607651" y="1496203"/>
                    <a:pt x="1621625" y="1479943"/>
                    <a:pt x="1632694" y="1461380"/>
                  </a:cubicBezTo>
                  <a:cubicBezTo>
                    <a:pt x="1668342" y="1401669"/>
                    <a:pt x="1685083" y="1331129"/>
                    <a:pt x="1685358" y="1239363"/>
                  </a:cubicBezTo>
                  <a:cubicBezTo>
                    <a:pt x="1685839" y="1131337"/>
                    <a:pt x="1669184" y="1017655"/>
                    <a:pt x="1632883" y="881578"/>
                  </a:cubicBezTo>
                  <a:cubicBezTo>
                    <a:pt x="1613048" y="807343"/>
                    <a:pt x="1583107" y="710902"/>
                    <a:pt x="1527349" y="623466"/>
                  </a:cubicBezTo>
                  <a:cubicBezTo>
                    <a:pt x="1523568" y="617588"/>
                    <a:pt x="1519339" y="612054"/>
                    <a:pt x="1514836" y="606192"/>
                  </a:cubicBezTo>
                  <a:cubicBezTo>
                    <a:pt x="1512808" y="603597"/>
                    <a:pt x="1510677" y="600830"/>
                    <a:pt x="1508511" y="597856"/>
                  </a:cubicBezTo>
                  <a:cubicBezTo>
                    <a:pt x="1505348" y="593611"/>
                    <a:pt x="1500983" y="591136"/>
                    <a:pt x="1493936" y="591136"/>
                  </a:cubicBezTo>
                  <a:cubicBezTo>
                    <a:pt x="1488315" y="591548"/>
                    <a:pt x="1483296" y="594745"/>
                    <a:pt x="1480495" y="599713"/>
                  </a:cubicBezTo>
                  <a:cubicBezTo>
                    <a:pt x="1410505" y="726027"/>
                    <a:pt x="1375648" y="860970"/>
                    <a:pt x="1373998" y="1012258"/>
                  </a:cubicBezTo>
                  <a:cubicBezTo>
                    <a:pt x="1372589" y="1138401"/>
                    <a:pt x="1392286" y="1246943"/>
                    <a:pt x="1416985" y="1332728"/>
                  </a:cubicBezTo>
                  <a:cubicBezTo>
                    <a:pt x="1354129" y="1217895"/>
                    <a:pt x="1284277" y="1106947"/>
                    <a:pt x="1208564" y="1001705"/>
                  </a:cubicBezTo>
                  <a:lnTo>
                    <a:pt x="1206828" y="999316"/>
                  </a:lnTo>
                  <a:cubicBezTo>
                    <a:pt x="1205109" y="997030"/>
                    <a:pt x="1204387" y="995912"/>
                    <a:pt x="1204508" y="996703"/>
                  </a:cubicBezTo>
                  <a:cubicBezTo>
                    <a:pt x="1199746" y="962654"/>
                    <a:pt x="1196446" y="935411"/>
                    <a:pt x="1194161" y="911691"/>
                  </a:cubicBezTo>
                  <a:cubicBezTo>
                    <a:pt x="1194212" y="911330"/>
                    <a:pt x="1194659" y="909337"/>
                    <a:pt x="1198199" y="903424"/>
                  </a:cubicBezTo>
                  <a:cubicBezTo>
                    <a:pt x="1203201" y="894899"/>
                    <a:pt x="1208684" y="886545"/>
                    <a:pt x="1214511" y="877711"/>
                  </a:cubicBezTo>
                  <a:cubicBezTo>
                    <a:pt x="1226199" y="859938"/>
                    <a:pt x="1238265" y="841547"/>
                    <a:pt x="1245999" y="820956"/>
                  </a:cubicBezTo>
                  <a:cubicBezTo>
                    <a:pt x="1269341" y="758804"/>
                    <a:pt x="1274583" y="688317"/>
                    <a:pt x="1261984" y="605539"/>
                  </a:cubicBezTo>
                  <a:cubicBezTo>
                    <a:pt x="1234328" y="422333"/>
                    <a:pt x="1153563" y="257363"/>
                    <a:pt x="1015130" y="101175"/>
                  </a:cubicBezTo>
                  <a:cubicBezTo>
                    <a:pt x="1000881" y="85139"/>
                    <a:pt x="985137" y="70959"/>
                    <a:pt x="968482" y="55971"/>
                  </a:cubicBezTo>
                  <a:lnTo>
                    <a:pt x="963876" y="51794"/>
                  </a:lnTo>
                  <a:cubicBezTo>
                    <a:pt x="957362" y="45899"/>
                    <a:pt x="950675" y="39866"/>
                    <a:pt x="943921" y="33489"/>
                  </a:cubicBezTo>
                  <a:cubicBezTo>
                    <a:pt x="939624" y="29399"/>
                    <a:pt x="933470" y="27869"/>
                    <a:pt x="927506" y="29622"/>
                  </a:cubicBezTo>
                  <a:cubicBezTo>
                    <a:pt x="921869" y="31410"/>
                    <a:pt x="917520" y="36085"/>
                    <a:pt x="916179" y="41894"/>
                  </a:cubicBezTo>
                  <a:lnTo>
                    <a:pt x="913154" y="55163"/>
                  </a:lnTo>
                  <a:cubicBezTo>
                    <a:pt x="911091" y="63963"/>
                    <a:pt x="909493" y="70907"/>
                    <a:pt x="908307" y="77886"/>
                  </a:cubicBezTo>
                  <a:cubicBezTo>
                    <a:pt x="889675" y="189092"/>
                    <a:pt x="891033" y="308205"/>
                    <a:pt x="912484" y="442064"/>
                  </a:cubicBezTo>
                  <a:cubicBezTo>
                    <a:pt x="933762" y="574824"/>
                    <a:pt x="976165" y="689331"/>
                    <a:pt x="1041222" y="788797"/>
                  </a:cubicBezTo>
                  <a:cubicBezTo>
                    <a:pt x="943663" y="673844"/>
                    <a:pt x="848768" y="577317"/>
                    <a:pt x="749593" y="491772"/>
                  </a:cubicBezTo>
                  <a:cubicBezTo>
                    <a:pt x="749146" y="491188"/>
                    <a:pt x="748493" y="489417"/>
                    <a:pt x="748442" y="488970"/>
                  </a:cubicBezTo>
                  <a:cubicBezTo>
                    <a:pt x="756194" y="422195"/>
                    <a:pt x="739727" y="359287"/>
                    <a:pt x="698064" y="296654"/>
                  </a:cubicBezTo>
                  <a:cubicBezTo>
                    <a:pt x="643354" y="214341"/>
                    <a:pt x="567332" y="151605"/>
                    <a:pt x="472111" y="110216"/>
                  </a:cubicBezTo>
                  <a:cubicBezTo>
                    <a:pt x="415133" y="85500"/>
                    <a:pt x="356092" y="63620"/>
                    <a:pt x="298289" y="42186"/>
                  </a:cubicBezTo>
                  <a:cubicBezTo>
                    <a:pt x="270599" y="31908"/>
                    <a:pt x="242909" y="21664"/>
                    <a:pt x="214394" y="10681"/>
                  </a:cubicBezTo>
                  <a:cubicBezTo>
                    <a:pt x="185742" y="-715"/>
                    <a:pt x="173487" y="-2743"/>
                    <a:pt x="166835" y="3410"/>
                  </a:cubicBezTo>
                  <a:cubicBezTo>
                    <a:pt x="158276" y="11386"/>
                    <a:pt x="160338" y="18192"/>
                    <a:pt x="164068" y="30567"/>
                  </a:cubicBezTo>
                  <a:lnTo>
                    <a:pt x="165271" y="34606"/>
                  </a:lnTo>
                  <a:cubicBezTo>
                    <a:pt x="200215" y="152310"/>
                    <a:pt x="246588" y="245400"/>
                    <a:pt x="307072" y="319188"/>
                  </a:cubicBezTo>
                  <a:cubicBezTo>
                    <a:pt x="418106" y="454784"/>
                    <a:pt x="547961" y="523673"/>
                    <a:pt x="703856" y="529758"/>
                  </a:cubicBezTo>
                  <a:cubicBezTo>
                    <a:pt x="709322" y="530084"/>
                    <a:pt x="713653" y="531597"/>
                    <a:pt x="715424" y="532972"/>
                  </a:cubicBezTo>
                  <a:cubicBezTo>
                    <a:pt x="737373" y="549403"/>
                    <a:pt x="753529" y="562552"/>
                    <a:pt x="767813" y="575581"/>
                  </a:cubicBezTo>
                  <a:cubicBezTo>
                    <a:pt x="812983" y="616866"/>
                    <a:pt x="857465" y="660850"/>
                    <a:pt x="900985" y="707172"/>
                  </a:cubicBezTo>
                  <a:cubicBezTo>
                    <a:pt x="836255" y="666952"/>
                    <a:pt x="757139" y="648801"/>
                    <a:pt x="668036" y="653305"/>
                  </a:cubicBezTo>
                  <a:cubicBezTo>
                    <a:pt x="619274" y="655763"/>
                    <a:pt x="570873" y="662913"/>
                    <a:pt x="524070" y="669822"/>
                  </a:cubicBezTo>
                  <a:lnTo>
                    <a:pt x="522282" y="670097"/>
                  </a:lnTo>
                  <a:cubicBezTo>
                    <a:pt x="508446" y="672125"/>
                    <a:pt x="494679" y="674137"/>
                    <a:pt x="480945" y="676079"/>
                  </a:cubicBezTo>
                  <a:cubicBezTo>
                    <a:pt x="450866" y="680152"/>
                    <a:pt x="420547" y="685480"/>
                    <a:pt x="393768" y="690156"/>
                  </a:cubicBezTo>
                  <a:cubicBezTo>
                    <a:pt x="382922" y="692098"/>
                    <a:pt x="357020" y="697993"/>
                    <a:pt x="351056" y="710558"/>
                  </a:cubicBezTo>
                  <a:cubicBezTo>
                    <a:pt x="348993" y="714855"/>
                    <a:pt x="349165" y="719564"/>
                    <a:pt x="351503" y="723844"/>
                  </a:cubicBezTo>
                  <a:cubicBezTo>
                    <a:pt x="353566" y="727574"/>
                    <a:pt x="355834" y="731080"/>
                    <a:pt x="358309" y="734277"/>
                  </a:cubicBezTo>
                  <a:cubicBezTo>
                    <a:pt x="435603" y="834569"/>
                    <a:pt x="523778" y="900622"/>
                    <a:pt x="627868" y="936184"/>
                  </a:cubicBezTo>
                  <a:cubicBezTo>
                    <a:pt x="754784" y="979773"/>
                    <a:pt x="871353" y="976181"/>
                    <a:pt x="976097" y="924909"/>
                  </a:cubicBezTo>
                  <a:cubicBezTo>
                    <a:pt x="992116" y="916091"/>
                    <a:pt x="1011435" y="911623"/>
                    <a:pt x="1033504" y="911623"/>
                  </a:cubicBezTo>
                  <a:cubicBezTo>
                    <a:pt x="1050159" y="911623"/>
                    <a:pt x="1062655" y="914252"/>
                    <a:pt x="1066798" y="915198"/>
                  </a:cubicBezTo>
                  <a:cubicBezTo>
                    <a:pt x="1073002" y="916229"/>
                    <a:pt x="1081424" y="919701"/>
                    <a:pt x="1083143" y="921935"/>
                  </a:cubicBezTo>
                  <a:cubicBezTo>
                    <a:pt x="1148286" y="1007583"/>
                    <a:pt x="1210111" y="1099058"/>
                    <a:pt x="1267845" y="1195155"/>
                  </a:cubicBezTo>
                  <a:cubicBezTo>
                    <a:pt x="1219065" y="1147717"/>
                    <a:pt x="1155453" y="1115730"/>
                    <a:pt x="1068791" y="1094898"/>
                  </a:cubicBezTo>
                  <a:cubicBezTo>
                    <a:pt x="992838" y="1076799"/>
                    <a:pt x="915182" y="1072915"/>
                    <a:pt x="840105" y="1069133"/>
                  </a:cubicBezTo>
                  <a:lnTo>
                    <a:pt x="814959" y="1067861"/>
                  </a:lnTo>
                  <a:cubicBezTo>
                    <a:pt x="791412" y="1066658"/>
                    <a:pt x="767864" y="1065163"/>
                    <a:pt x="743612" y="1063633"/>
                  </a:cubicBezTo>
                  <a:lnTo>
                    <a:pt x="702945" y="1061124"/>
                  </a:lnTo>
                  <a:cubicBezTo>
                    <a:pt x="697686" y="1061124"/>
                    <a:pt x="692684" y="1063667"/>
                    <a:pt x="689625" y="1067896"/>
                  </a:cubicBezTo>
                  <a:cubicBezTo>
                    <a:pt x="686238" y="1072450"/>
                    <a:pt x="685431" y="1078363"/>
                    <a:pt x="687424" y="1083674"/>
                  </a:cubicBezTo>
                  <a:cubicBezTo>
                    <a:pt x="689057" y="1088109"/>
                    <a:pt x="692031" y="1095929"/>
                    <a:pt x="693561" y="1098542"/>
                  </a:cubicBezTo>
                  <a:cubicBezTo>
                    <a:pt x="772746" y="1230992"/>
                    <a:pt x="865733" y="1322604"/>
                    <a:pt x="977798" y="1378637"/>
                  </a:cubicBezTo>
                  <a:cubicBezTo>
                    <a:pt x="1087354" y="1433363"/>
                    <a:pt x="1186340" y="1447836"/>
                    <a:pt x="1286184" y="1423962"/>
                  </a:cubicBezTo>
                  <a:cubicBezTo>
                    <a:pt x="1297735" y="1421177"/>
                    <a:pt x="1311125" y="1419699"/>
                    <a:pt x="1324961" y="1419699"/>
                  </a:cubicBezTo>
                  <a:cubicBezTo>
                    <a:pt x="1367432" y="1419699"/>
                    <a:pt x="1397047" y="1432659"/>
                    <a:pt x="1403269" y="1444656"/>
                  </a:cubicBezTo>
                  <a:cubicBezTo>
                    <a:pt x="1458202" y="1557976"/>
                    <a:pt x="1507222" y="1675731"/>
                    <a:pt x="1549504" y="1795841"/>
                  </a:cubicBezTo>
                  <a:cubicBezTo>
                    <a:pt x="1505160" y="1734703"/>
                    <a:pt x="1443145" y="1685047"/>
                    <a:pt x="1364631" y="1647904"/>
                  </a:cubicBezTo>
                  <a:cubicBezTo>
                    <a:pt x="1286631" y="1611087"/>
                    <a:pt x="1205419" y="1577433"/>
                    <a:pt x="1125511" y="1544312"/>
                  </a:cubicBezTo>
                  <a:cubicBezTo>
                    <a:pt x="1091170" y="1530115"/>
                    <a:pt x="1056691" y="1515866"/>
                    <a:pt x="1022366" y="1501290"/>
                  </a:cubicBezTo>
                  <a:cubicBezTo>
                    <a:pt x="1017262" y="1499056"/>
                    <a:pt x="1011229" y="1499520"/>
                    <a:pt x="1006468" y="1502665"/>
                  </a:cubicBezTo>
                  <a:cubicBezTo>
                    <a:pt x="1001792" y="1505776"/>
                    <a:pt x="999008" y="1510967"/>
                    <a:pt x="999008" y="1516553"/>
                  </a:cubicBezTo>
                  <a:cubicBezTo>
                    <a:pt x="999008" y="1527279"/>
                    <a:pt x="1112964" y="1843554"/>
                    <a:pt x="1278468" y="1968184"/>
                  </a:cubicBezTo>
                  <a:cubicBezTo>
                    <a:pt x="1345982" y="2019026"/>
                    <a:pt x="1429137" y="2071329"/>
                    <a:pt x="1534001" y="2073787"/>
                  </a:cubicBezTo>
                  <a:cubicBezTo>
                    <a:pt x="1565386" y="2074423"/>
                    <a:pt x="1597837" y="2078858"/>
                    <a:pt x="1622347" y="2106720"/>
                  </a:cubicBezTo>
                  <a:cubicBezTo>
                    <a:pt x="1626094" y="2111154"/>
                    <a:pt x="1631061" y="2114609"/>
                    <a:pt x="1636475" y="2116448"/>
                  </a:cubicBezTo>
                  <a:cubicBezTo>
                    <a:pt x="1644846" y="2119198"/>
                    <a:pt x="1647149" y="2124320"/>
                    <a:pt x="1651274" y="2141783"/>
                  </a:cubicBezTo>
                  <a:cubicBezTo>
                    <a:pt x="1685238" y="2284374"/>
                    <a:pt x="1709971" y="2431349"/>
                    <a:pt x="1725200" y="2580592"/>
                  </a:cubicBezTo>
                  <a:cubicBezTo>
                    <a:pt x="1720594" y="2565449"/>
                    <a:pt x="1715248" y="2550152"/>
                    <a:pt x="1709112" y="2534665"/>
                  </a:cubicBezTo>
                  <a:cubicBezTo>
                    <a:pt x="1672072" y="2440733"/>
                    <a:pt x="1609731" y="2358540"/>
                    <a:pt x="1512928" y="2275986"/>
                  </a:cubicBezTo>
                  <a:cubicBezTo>
                    <a:pt x="1463032" y="2233257"/>
                    <a:pt x="1410780" y="2191886"/>
                    <a:pt x="1360248" y="2151855"/>
                  </a:cubicBezTo>
                  <a:lnTo>
                    <a:pt x="1357841" y="2149964"/>
                  </a:lnTo>
                  <a:cubicBezTo>
                    <a:pt x="1334827" y="2131728"/>
                    <a:pt x="1311864" y="2113560"/>
                    <a:pt x="1288969" y="2095169"/>
                  </a:cubicBezTo>
                  <a:cubicBezTo>
                    <a:pt x="1284243" y="2091370"/>
                    <a:pt x="1279636" y="2087452"/>
                    <a:pt x="1274291" y="2082880"/>
                  </a:cubicBezTo>
                  <a:lnTo>
                    <a:pt x="1260008" y="2070642"/>
                  </a:lnTo>
                  <a:cubicBezTo>
                    <a:pt x="1255006" y="2066414"/>
                    <a:pt x="1247563" y="2065537"/>
                    <a:pt x="1241720" y="2068459"/>
                  </a:cubicBezTo>
                  <a:cubicBezTo>
                    <a:pt x="1235721" y="2071501"/>
                    <a:pt x="1232129" y="2077792"/>
                    <a:pt x="1232593" y="2084512"/>
                  </a:cubicBezTo>
                  <a:cubicBezTo>
                    <a:pt x="1233297" y="2094602"/>
                    <a:pt x="1233865" y="2104141"/>
                    <a:pt x="1234397" y="2113302"/>
                  </a:cubicBezTo>
                  <a:lnTo>
                    <a:pt x="1234673" y="2117582"/>
                  </a:lnTo>
                  <a:cubicBezTo>
                    <a:pt x="1235807" y="2136438"/>
                    <a:pt x="1236872" y="2154227"/>
                    <a:pt x="1238780" y="2171793"/>
                  </a:cubicBezTo>
                  <a:cubicBezTo>
                    <a:pt x="1256690" y="2342831"/>
                    <a:pt x="1307549" y="2485628"/>
                    <a:pt x="1394263" y="2608333"/>
                  </a:cubicBezTo>
                  <a:cubicBezTo>
                    <a:pt x="1447941" y="2684184"/>
                    <a:pt x="1524943" y="2776896"/>
                    <a:pt x="1645018" y="2820742"/>
                  </a:cubicBezTo>
                  <a:cubicBezTo>
                    <a:pt x="1674238" y="2831467"/>
                    <a:pt x="1695430" y="2847710"/>
                    <a:pt x="1718136" y="2876861"/>
                  </a:cubicBezTo>
                  <a:cubicBezTo>
                    <a:pt x="1739552" y="2904155"/>
                    <a:pt x="1743539" y="2929095"/>
                    <a:pt x="1743058" y="2960480"/>
                  </a:cubicBezTo>
                  <a:cubicBezTo>
                    <a:pt x="1741013" y="3091951"/>
                    <a:pt x="1731645" y="3222373"/>
                    <a:pt x="1715128" y="3350097"/>
                  </a:cubicBezTo>
                  <a:cubicBezTo>
                    <a:pt x="1711260" y="3314553"/>
                    <a:pt x="1703079" y="3277959"/>
                    <a:pt x="1690515" y="3239940"/>
                  </a:cubicBezTo>
                  <a:cubicBezTo>
                    <a:pt x="1664509" y="3161219"/>
                    <a:pt x="1623980" y="3084681"/>
                    <a:pt x="1566589" y="3005960"/>
                  </a:cubicBezTo>
                  <a:cubicBezTo>
                    <a:pt x="1517053" y="2937792"/>
                    <a:pt x="1465507" y="2869384"/>
                    <a:pt x="1415662" y="2803193"/>
                  </a:cubicBezTo>
                  <a:lnTo>
                    <a:pt x="1412345" y="2798776"/>
                  </a:lnTo>
                  <a:cubicBezTo>
                    <a:pt x="1392578" y="2772564"/>
                    <a:pt x="1372829" y="2746318"/>
                    <a:pt x="1353596" y="2720639"/>
                  </a:cubicBezTo>
                  <a:cubicBezTo>
                    <a:pt x="1349986" y="2715363"/>
                    <a:pt x="1344779" y="2713472"/>
                    <a:pt x="1341771" y="2712424"/>
                  </a:cubicBezTo>
                  <a:cubicBezTo>
                    <a:pt x="1337508" y="2710344"/>
                    <a:pt x="1332420" y="2710137"/>
                    <a:pt x="1327900" y="2712063"/>
                  </a:cubicBezTo>
                  <a:cubicBezTo>
                    <a:pt x="1323465" y="2713953"/>
                    <a:pt x="1320062" y="2717683"/>
                    <a:pt x="1318567" y="2722255"/>
                  </a:cubicBezTo>
                  <a:lnTo>
                    <a:pt x="1317982" y="2724043"/>
                  </a:lnTo>
                  <a:cubicBezTo>
                    <a:pt x="1317157" y="2726449"/>
                    <a:pt x="1316504" y="2728580"/>
                    <a:pt x="1316161" y="2730712"/>
                  </a:cubicBezTo>
                  <a:cubicBezTo>
                    <a:pt x="1281785" y="2935695"/>
                    <a:pt x="1302874" y="3119349"/>
                    <a:pt x="1380616" y="3292225"/>
                  </a:cubicBezTo>
                  <a:cubicBezTo>
                    <a:pt x="1418583" y="3376756"/>
                    <a:pt x="1469512" y="3472458"/>
                    <a:pt x="1559302" y="3541313"/>
                  </a:cubicBezTo>
                  <a:cubicBezTo>
                    <a:pt x="1600295" y="3572750"/>
                    <a:pt x="1632660" y="3616855"/>
                    <a:pt x="1650432" y="3665479"/>
                  </a:cubicBezTo>
                  <a:cubicBezTo>
                    <a:pt x="1654196" y="3675947"/>
                    <a:pt x="1654059" y="3680484"/>
                    <a:pt x="1653629" y="3682238"/>
                  </a:cubicBezTo>
                  <a:cubicBezTo>
                    <a:pt x="1615627" y="3839645"/>
                    <a:pt x="1565988" y="3991466"/>
                    <a:pt x="1505641" y="4135158"/>
                  </a:cubicBezTo>
                  <a:cubicBezTo>
                    <a:pt x="1521178" y="4059428"/>
                    <a:pt x="1520113" y="3979881"/>
                    <a:pt x="1502375" y="3897465"/>
                  </a:cubicBezTo>
                  <a:cubicBezTo>
                    <a:pt x="1477195" y="3780656"/>
                    <a:pt x="1433915" y="3667456"/>
                    <a:pt x="1395311" y="3570516"/>
                  </a:cubicBezTo>
                  <a:lnTo>
                    <a:pt x="1383744" y="3541485"/>
                  </a:lnTo>
                  <a:cubicBezTo>
                    <a:pt x="1365645" y="3496058"/>
                    <a:pt x="1347426" y="3450269"/>
                    <a:pt x="1328605" y="3402813"/>
                  </a:cubicBezTo>
                  <a:cubicBezTo>
                    <a:pt x="1326215" y="3396745"/>
                    <a:pt x="1320458" y="3392603"/>
                    <a:pt x="1312774" y="3392225"/>
                  </a:cubicBezTo>
                  <a:cubicBezTo>
                    <a:pt x="1306724" y="3392225"/>
                    <a:pt x="1301155" y="3395680"/>
                    <a:pt x="1298268" y="3401283"/>
                  </a:cubicBezTo>
                  <a:lnTo>
                    <a:pt x="1292200" y="3412696"/>
                  </a:lnTo>
                  <a:cubicBezTo>
                    <a:pt x="1289536" y="3417697"/>
                    <a:pt x="1287044" y="3422355"/>
                    <a:pt x="1284913" y="3427168"/>
                  </a:cubicBezTo>
                  <a:cubicBezTo>
                    <a:pt x="1207258" y="3602382"/>
                    <a:pt x="1181029" y="3781997"/>
                    <a:pt x="1207000" y="3961026"/>
                  </a:cubicBezTo>
                  <a:cubicBezTo>
                    <a:pt x="1225563" y="4089042"/>
                    <a:pt x="1257017" y="4180706"/>
                    <a:pt x="1308993" y="4258258"/>
                  </a:cubicBezTo>
                  <a:cubicBezTo>
                    <a:pt x="1335892" y="4298341"/>
                    <a:pt x="1361451" y="4342995"/>
                    <a:pt x="1366092" y="4397910"/>
                  </a:cubicBezTo>
                  <a:cubicBezTo>
                    <a:pt x="1367192" y="4410904"/>
                    <a:pt x="1366676" y="4419860"/>
                    <a:pt x="1360884" y="4430052"/>
                  </a:cubicBezTo>
                  <a:cubicBezTo>
                    <a:pt x="1295329" y="4544851"/>
                    <a:pt x="1221833" y="4653186"/>
                    <a:pt x="1141341" y="4753839"/>
                  </a:cubicBezTo>
                  <a:cubicBezTo>
                    <a:pt x="1141651" y="4753289"/>
                    <a:pt x="1141943" y="4752739"/>
                    <a:pt x="1142253" y="4752189"/>
                  </a:cubicBezTo>
                  <a:cubicBezTo>
                    <a:pt x="1200159" y="4646362"/>
                    <a:pt x="1201912" y="4531942"/>
                    <a:pt x="1196000" y="4433953"/>
                  </a:cubicBezTo>
                  <a:cubicBezTo>
                    <a:pt x="1190895" y="4349956"/>
                    <a:pt x="1181270" y="4266078"/>
                    <a:pt x="1172005" y="4184986"/>
                  </a:cubicBezTo>
                  <a:lnTo>
                    <a:pt x="1171472" y="4180293"/>
                  </a:lnTo>
                  <a:cubicBezTo>
                    <a:pt x="1167742" y="4147808"/>
                    <a:pt x="1164030" y="4115340"/>
                    <a:pt x="1160644" y="4082803"/>
                  </a:cubicBezTo>
                  <a:cubicBezTo>
                    <a:pt x="1158684" y="4064360"/>
                    <a:pt x="1156502" y="4045918"/>
                    <a:pt x="1154250" y="4027200"/>
                  </a:cubicBezTo>
                  <a:lnTo>
                    <a:pt x="1151276" y="4001865"/>
                  </a:lnTo>
                  <a:cubicBezTo>
                    <a:pt x="1150623" y="3996262"/>
                    <a:pt x="1147203" y="3991415"/>
                    <a:pt x="1142287" y="3988974"/>
                  </a:cubicBezTo>
                  <a:cubicBezTo>
                    <a:pt x="1133143" y="3984196"/>
                    <a:pt x="1118344" y="3991570"/>
                    <a:pt x="1102360" y="4010476"/>
                  </a:cubicBezTo>
                  <a:cubicBezTo>
                    <a:pt x="992511" y="4140400"/>
                    <a:pt x="924343" y="4287220"/>
                    <a:pt x="899731" y="4446879"/>
                  </a:cubicBezTo>
                  <a:cubicBezTo>
                    <a:pt x="874206" y="4612416"/>
                    <a:pt x="888042" y="4754079"/>
                    <a:pt x="942081" y="4879964"/>
                  </a:cubicBezTo>
                  <a:cubicBezTo>
                    <a:pt x="943526" y="4883316"/>
                    <a:pt x="943491" y="4890157"/>
                    <a:pt x="943474" y="4892443"/>
                  </a:cubicBezTo>
                  <a:lnTo>
                    <a:pt x="940569" y="4964873"/>
                  </a:lnTo>
                  <a:cubicBezTo>
                    <a:pt x="940139" y="4970081"/>
                    <a:pt x="937389" y="4975959"/>
                    <a:pt x="935120" y="4978142"/>
                  </a:cubicBezTo>
                  <a:cubicBezTo>
                    <a:pt x="825427" y="5083779"/>
                    <a:pt x="704664" y="5175615"/>
                    <a:pt x="575067" y="5252049"/>
                  </a:cubicBezTo>
                  <a:cubicBezTo>
                    <a:pt x="636411" y="5196601"/>
                    <a:pt x="680515" y="5124257"/>
                    <a:pt x="709099" y="5032576"/>
                  </a:cubicBezTo>
                  <a:cubicBezTo>
                    <a:pt x="740776" y="4930961"/>
                    <a:pt x="757036" y="4825203"/>
                    <a:pt x="772797" y="4722660"/>
                  </a:cubicBezTo>
                  <a:lnTo>
                    <a:pt x="774172" y="4713533"/>
                  </a:lnTo>
                  <a:cubicBezTo>
                    <a:pt x="779758" y="4677507"/>
                    <a:pt x="785585" y="4641550"/>
                    <a:pt x="791532" y="4604802"/>
                  </a:cubicBezTo>
                  <a:lnTo>
                    <a:pt x="798252" y="4563259"/>
                  </a:lnTo>
                  <a:cubicBezTo>
                    <a:pt x="799215" y="4557209"/>
                    <a:pt x="796826" y="4551158"/>
                    <a:pt x="792134" y="4547531"/>
                  </a:cubicBezTo>
                  <a:cubicBezTo>
                    <a:pt x="787476" y="4543819"/>
                    <a:pt x="780738" y="4542925"/>
                    <a:pt x="775375" y="4545228"/>
                  </a:cubicBezTo>
                  <a:lnTo>
                    <a:pt x="769514" y="4547652"/>
                  </a:lnTo>
                  <a:cubicBezTo>
                    <a:pt x="763258" y="4550213"/>
                    <a:pt x="757809" y="4552499"/>
                    <a:pt x="752670" y="4555129"/>
                  </a:cubicBezTo>
                  <a:cubicBezTo>
                    <a:pt x="507673" y="4677490"/>
                    <a:pt x="346398" y="4962879"/>
                    <a:pt x="369189" y="5233693"/>
                  </a:cubicBezTo>
                  <a:cubicBezTo>
                    <a:pt x="372765" y="5276112"/>
                    <a:pt x="368880" y="5315954"/>
                    <a:pt x="357295" y="5355418"/>
                  </a:cubicBezTo>
                  <a:cubicBezTo>
                    <a:pt x="356212" y="5359010"/>
                    <a:pt x="352740" y="5362912"/>
                    <a:pt x="351331" y="5363565"/>
                  </a:cubicBezTo>
                  <a:cubicBezTo>
                    <a:pt x="234969" y="5412636"/>
                    <a:pt x="124329" y="5448439"/>
                    <a:pt x="13003" y="5473018"/>
                  </a:cubicBezTo>
                  <a:cubicBezTo>
                    <a:pt x="7279" y="5474341"/>
                    <a:pt x="2742" y="5478432"/>
                    <a:pt x="885" y="5483950"/>
                  </a:cubicBezTo>
                  <a:cubicBezTo>
                    <a:pt x="-988" y="5489501"/>
                    <a:pt x="146" y="5495534"/>
                    <a:pt x="3962" y="5500072"/>
                  </a:cubicBezTo>
                  <a:cubicBezTo>
                    <a:pt x="16062" y="5514407"/>
                    <a:pt x="26599" y="5529824"/>
                    <a:pt x="35261" y="5545964"/>
                  </a:cubicBezTo>
                  <a:cubicBezTo>
                    <a:pt x="38819" y="5552564"/>
                    <a:pt x="47293" y="5555950"/>
                    <a:pt x="53635" y="5554300"/>
                  </a:cubicBezTo>
                  <a:cubicBezTo>
                    <a:pt x="144336" y="5533605"/>
                    <a:pt x="232665" y="5506809"/>
                    <a:pt x="316250" y="5474599"/>
                  </a:cubicBezTo>
                  <a:cubicBezTo>
                    <a:pt x="323005" y="5471884"/>
                    <a:pt x="328162" y="5470594"/>
                    <a:pt x="332991" y="5471385"/>
                  </a:cubicBezTo>
                  <a:cubicBezTo>
                    <a:pt x="351589" y="5473860"/>
                    <a:pt x="371235" y="5477676"/>
                    <a:pt x="393046" y="5483090"/>
                  </a:cubicBezTo>
                  <a:cubicBezTo>
                    <a:pt x="397549" y="5484190"/>
                    <a:pt x="401279" y="5486270"/>
                    <a:pt x="401348" y="5486081"/>
                  </a:cubicBezTo>
                  <a:cubicBezTo>
                    <a:pt x="448993" y="5581062"/>
                    <a:pt x="530876" y="5641563"/>
                    <a:pt x="651760" y="5671006"/>
                  </a:cubicBezTo>
                  <a:cubicBezTo>
                    <a:pt x="678057" y="5677314"/>
                    <a:pt x="705180" y="5681972"/>
                    <a:pt x="732371" y="5684825"/>
                  </a:cubicBezTo>
                  <a:cubicBezTo>
                    <a:pt x="760834" y="5687833"/>
                    <a:pt x="792581" y="5689363"/>
                    <a:pt x="826698" y="5689363"/>
                  </a:cubicBezTo>
                  <a:cubicBezTo>
                    <a:pt x="873965" y="5689363"/>
                    <a:pt x="907671" y="5686441"/>
                    <a:pt x="908084" y="5686407"/>
                  </a:cubicBezTo>
                  <a:cubicBezTo>
                    <a:pt x="1012862" y="5674684"/>
                    <a:pt x="1102342" y="5651103"/>
                    <a:pt x="1181596" y="5614303"/>
                  </a:cubicBezTo>
                  <a:cubicBezTo>
                    <a:pt x="1214115" y="5599229"/>
                    <a:pt x="1251173" y="5578930"/>
                    <a:pt x="1279654" y="5542681"/>
                  </a:cubicBezTo>
                  <a:cubicBezTo>
                    <a:pt x="1285102" y="5535737"/>
                    <a:pt x="1284191" y="5525716"/>
                    <a:pt x="1277574" y="5519890"/>
                  </a:cubicBezTo>
                  <a:cubicBezTo>
                    <a:pt x="1197065" y="5448851"/>
                    <a:pt x="1115096" y="5397236"/>
                    <a:pt x="1026939" y="5362104"/>
                  </a:cubicBezTo>
                  <a:cubicBezTo>
                    <a:pt x="896327" y="5310196"/>
                    <a:pt x="777352" y="5296137"/>
                    <a:pt x="660732" y="5318567"/>
                  </a:cubicBezTo>
                  <a:cubicBezTo>
                    <a:pt x="643303" y="5321953"/>
                    <a:pt x="626287" y="5326216"/>
                    <a:pt x="609752" y="5331114"/>
                  </a:cubicBezTo>
                  <a:cubicBezTo>
                    <a:pt x="718844" y="5265903"/>
                    <a:pt x="823295" y="5189261"/>
                    <a:pt x="921937" y="5101947"/>
                  </a:cubicBezTo>
                  <a:cubicBezTo>
                    <a:pt x="923828" y="5100228"/>
                    <a:pt x="926939" y="5098716"/>
                    <a:pt x="929363" y="5098286"/>
                  </a:cubicBezTo>
                  <a:cubicBezTo>
                    <a:pt x="945502" y="5095605"/>
                    <a:pt x="966936" y="5092304"/>
                    <a:pt x="988867" y="5090723"/>
                  </a:cubicBezTo>
                  <a:cubicBezTo>
                    <a:pt x="990895" y="5090723"/>
                    <a:pt x="993473" y="5091703"/>
                    <a:pt x="993766" y="5091806"/>
                  </a:cubicBezTo>
                  <a:cubicBezTo>
                    <a:pt x="1053202" y="5158323"/>
                    <a:pt x="1129774" y="5190654"/>
                    <a:pt x="1227866" y="5190654"/>
                  </a:cubicBezTo>
                  <a:cubicBezTo>
                    <a:pt x="1232868" y="5190654"/>
                    <a:pt x="1237886" y="5190551"/>
                    <a:pt x="1242888" y="5190379"/>
                  </a:cubicBezTo>
                  <a:cubicBezTo>
                    <a:pt x="1349539" y="5186941"/>
                    <a:pt x="1456758" y="5157636"/>
                    <a:pt x="1561622" y="5103236"/>
                  </a:cubicBezTo>
                  <a:cubicBezTo>
                    <a:pt x="1637833" y="5063480"/>
                    <a:pt x="1717276" y="5017193"/>
                    <a:pt x="1781697" y="4948166"/>
                  </a:cubicBezTo>
                  <a:cubicBezTo>
                    <a:pt x="1795980" y="4932817"/>
                    <a:pt x="1808733" y="4915457"/>
                    <a:pt x="1819991" y="4900143"/>
                  </a:cubicBezTo>
                  <a:lnTo>
                    <a:pt x="1821091" y="4898647"/>
                  </a:lnTo>
                  <a:cubicBezTo>
                    <a:pt x="1826076" y="4891893"/>
                    <a:pt x="1831112" y="4885086"/>
                    <a:pt x="1836286" y="4878366"/>
                  </a:cubicBezTo>
                  <a:cubicBezTo>
                    <a:pt x="1839104" y="4874739"/>
                    <a:pt x="1840290" y="4870064"/>
                    <a:pt x="1839551" y="4865354"/>
                  </a:cubicBezTo>
                  <a:cubicBezTo>
                    <a:pt x="1838761" y="4860817"/>
                    <a:pt x="1836131" y="4856778"/>
                    <a:pt x="1831645" y="4853856"/>
                  </a:cubicBezTo>
                  <a:cubicBezTo>
                    <a:pt x="1830510" y="4853237"/>
                    <a:pt x="1803233" y="4838610"/>
                    <a:pt x="1778328" y="4828968"/>
                  </a:cubicBezTo>
                  <a:cubicBezTo>
                    <a:pt x="1611570" y="4764530"/>
                    <a:pt x="1443214" y="4757929"/>
                    <a:pt x="1282610" y="4809683"/>
                  </a:cubicBezTo>
                  <a:cubicBezTo>
                    <a:pt x="1230031" y="4826578"/>
                    <a:pt x="1180547" y="4851948"/>
                    <a:pt x="1132370" y="4887011"/>
                  </a:cubicBezTo>
                  <a:cubicBezTo>
                    <a:pt x="1221472" y="4783436"/>
                    <a:pt x="1303974" y="4669893"/>
                    <a:pt x="1378879" y="4547721"/>
                  </a:cubicBezTo>
                  <a:cubicBezTo>
                    <a:pt x="1379687" y="4546432"/>
                    <a:pt x="1381819" y="4542942"/>
                    <a:pt x="1382506" y="4542307"/>
                  </a:cubicBezTo>
                  <a:cubicBezTo>
                    <a:pt x="1389055" y="4538130"/>
                    <a:pt x="1395758" y="4534177"/>
                    <a:pt x="1402444" y="4530275"/>
                  </a:cubicBezTo>
                  <a:cubicBezTo>
                    <a:pt x="1414424" y="4523245"/>
                    <a:pt x="1426834" y="4515974"/>
                    <a:pt x="1438487" y="4507312"/>
                  </a:cubicBezTo>
                  <a:cubicBezTo>
                    <a:pt x="1448319" y="4499972"/>
                    <a:pt x="1451086" y="4499784"/>
                    <a:pt x="1461020" y="4506178"/>
                  </a:cubicBezTo>
                  <a:cubicBezTo>
                    <a:pt x="1475081" y="4515304"/>
                    <a:pt x="1491426" y="4520048"/>
                    <a:pt x="1505675" y="4523778"/>
                  </a:cubicBezTo>
                  <a:cubicBezTo>
                    <a:pt x="1589037" y="4545125"/>
                    <a:pt x="1673069" y="4534486"/>
                    <a:pt x="1766021" y="4490845"/>
                  </a:cubicBezTo>
                  <a:cubicBezTo>
                    <a:pt x="1850930" y="4451039"/>
                    <a:pt x="1916210" y="4388113"/>
                    <a:pt x="1974133" y="4326065"/>
                  </a:cubicBezTo>
                  <a:cubicBezTo>
                    <a:pt x="2058388" y="4235553"/>
                    <a:pt x="2113442" y="4153893"/>
                    <a:pt x="2147405" y="4069053"/>
                  </a:cubicBezTo>
                  <a:cubicBezTo>
                    <a:pt x="2154538" y="4051246"/>
                    <a:pt x="2159626" y="4032838"/>
                    <a:pt x="2164920" y="4013587"/>
                  </a:cubicBezTo>
                  <a:cubicBezTo>
                    <a:pt x="2167103" y="4005509"/>
                    <a:pt x="2169337" y="3997430"/>
                    <a:pt x="2171709" y="3989490"/>
                  </a:cubicBezTo>
                  <a:cubicBezTo>
                    <a:pt x="2174304" y="3980965"/>
                    <a:pt x="2169767" y="3971941"/>
                    <a:pt x="2161345" y="3968967"/>
                  </a:cubicBezTo>
                  <a:lnTo>
                    <a:pt x="2154366" y="3968435"/>
                  </a:lnTo>
                  <a:cubicBezTo>
                    <a:pt x="2120008" y="3968435"/>
                    <a:pt x="1813512" y="3973471"/>
                    <a:pt x="1634241" y="4147413"/>
                  </a:cubicBezTo>
                  <a:cubicBezTo>
                    <a:pt x="1595242" y="4185261"/>
                    <a:pt x="1560281" y="4225480"/>
                    <a:pt x="1528363" y="4269516"/>
                  </a:cubicBezTo>
                  <a:cubicBezTo>
                    <a:pt x="1599281" y="4119328"/>
                    <a:pt x="1659422" y="3961044"/>
                    <a:pt x="1707891" y="3796744"/>
                  </a:cubicBezTo>
                  <a:lnTo>
                    <a:pt x="1708596" y="3794338"/>
                  </a:lnTo>
                  <a:cubicBezTo>
                    <a:pt x="1709181" y="3792327"/>
                    <a:pt x="1710057" y="3789284"/>
                    <a:pt x="1710642" y="3788459"/>
                  </a:cubicBezTo>
                  <a:lnTo>
                    <a:pt x="1757530" y="3724073"/>
                  </a:lnTo>
                  <a:cubicBezTo>
                    <a:pt x="1759284" y="3721495"/>
                    <a:pt x="1759490" y="3721495"/>
                    <a:pt x="1762240" y="3721495"/>
                  </a:cubicBezTo>
                  <a:cubicBezTo>
                    <a:pt x="1763460" y="3721495"/>
                    <a:pt x="1764801" y="3721581"/>
                    <a:pt x="1766330" y="3721667"/>
                  </a:cubicBezTo>
                  <a:lnTo>
                    <a:pt x="1776351" y="3722268"/>
                  </a:lnTo>
                  <a:cubicBezTo>
                    <a:pt x="1811243" y="3724434"/>
                    <a:pt x="1831782" y="3724125"/>
                    <a:pt x="1848678" y="3721478"/>
                  </a:cubicBezTo>
                  <a:cubicBezTo>
                    <a:pt x="1915436" y="3710941"/>
                    <a:pt x="1975697" y="3677322"/>
                    <a:pt x="2032882" y="3618677"/>
                  </a:cubicBezTo>
                  <a:cubicBezTo>
                    <a:pt x="2166621" y="3481516"/>
                    <a:pt x="2258680" y="3310393"/>
                    <a:pt x="2314300" y="3095578"/>
                  </a:cubicBezTo>
                  <a:cubicBezTo>
                    <a:pt x="2320265" y="3072563"/>
                    <a:pt x="2321932" y="3049325"/>
                    <a:pt x="2323719" y="3024677"/>
                  </a:cubicBezTo>
                  <a:cubicBezTo>
                    <a:pt x="2324510" y="3013505"/>
                    <a:pt x="2325386" y="3001989"/>
                    <a:pt x="2326658" y="2990095"/>
                  </a:cubicBezTo>
                  <a:cubicBezTo>
                    <a:pt x="2327191" y="2984389"/>
                    <a:pt x="2324957" y="2978940"/>
                    <a:pt x="2320660" y="2975382"/>
                  </a:cubicBezTo>
                  <a:close/>
                </a:path>
              </a:pathLst>
            </a:custGeom>
            <a:grpFill/>
            <a:ln w="17188"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8" name="Freeform 14">
              <a:extLst>
                <a:ext uri="{FF2B5EF4-FFF2-40B4-BE49-F238E27FC236}">
                  <a16:creationId xmlns:a16="http://schemas.microsoft.com/office/drawing/2014/main" id="{8AC7A714-6665-8258-BCA1-CA1DB3F142C5}"/>
                </a:ext>
              </a:extLst>
            </p:cNvPr>
            <p:cNvSpPr/>
            <p:nvPr/>
          </p:nvSpPr>
          <p:spPr>
            <a:xfrm>
              <a:off x="-4653512" y="542621"/>
              <a:ext cx="2326729" cy="5689259"/>
            </a:xfrm>
            <a:custGeom>
              <a:avLst/>
              <a:gdLst>
                <a:gd name="connsiteX0" fmla="*/ 2313708 w 2326728"/>
                <a:gd name="connsiteY0" fmla="*/ 5472982 h 5689258"/>
                <a:gd name="connsiteX1" fmla="*/ 1975465 w 2326728"/>
                <a:gd name="connsiteY1" fmla="*/ 5363546 h 5689258"/>
                <a:gd name="connsiteX2" fmla="*/ 1969536 w 2326728"/>
                <a:gd name="connsiteY2" fmla="*/ 5355485 h 5689258"/>
                <a:gd name="connsiteX3" fmla="*/ 1957624 w 2326728"/>
                <a:gd name="connsiteY3" fmla="*/ 5233674 h 5689258"/>
                <a:gd name="connsiteX4" fmla="*/ 1574195 w 2326728"/>
                <a:gd name="connsiteY4" fmla="*/ 4555127 h 5689258"/>
                <a:gd name="connsiteX5" fmla="*/ 1557299 w 2326728"/>
                <a:gd name="connsiteY5" fmla="*/ 4547633 h 5689258"/>
                <a:gd name="connsiteX6" fmla="*/ 1551490 w 2326728"/>
                <a:gd name="connsiteY6" fmla="*/ 4545227 h 5689258"/>
                <a:gd name="connsiteX7" fmla="*/ 1534800 w 2326728"/>
                <a:gd name="connsiteY7" fmla="*/ 4547427 h 5689258"/>
                <a:gd name="connsiteX8" fmla="*/ 1528578 w 2326728"/>
                <a:gd name="connsiteY8" fmla="*/ 4563257 h 5689258"/>
                <a:gd name="connsiteX9" fmla="*/ 1535282 w 2326728"/>
                <a:gd name="connsiteY9" fmla="*/ 4604784 h 5689258"/>
                <a:gd name="connsiteX10" fmla="*/ 1552641 w 2326728"/>
                <a:gd name="connsiteY10" fmla="*/ 4713480 h 5689258"/>
                <a:gd name="connsiteX11" fmla="*/ 1554051 w 2326728"/>
                <a:gd name="connsiteY11" fmla="*/ 4722900 h 5689258"/>
                <a:gd name="connsiteX12" fmla="*/ 1617715 w 2326728"/>
                <a:gd name="connsiteY12" fmla="*/ 5032575 h 5689258"/>
                <a:gd name="connsiteX13" fmla="*/ 1751747 w 2326728"/>
                <a:gd name="connsiteY13" fmla="*/ 5252031 h 5689258"/>
                <a:gd name="connsiteX14" fmla="*/ 1391711 w 2326728"/>
                <a:gd name="connsiteY14" fmla="*/ 4978158 h 5689258"/>
                <a:gd name="connsiteX15" fmla="*/ 1386279 w 2326728"/>
                <a:gd name="connsiteY15" fmla="*/ 4965215 h 5689258"/>
                <a:gd name="connsiteX16" fmla="*/ 1383340 w 2326728"/>
                <a:gd name="connsiteY16" fmla="*/ 4892734 h 5689258"/>
                <a:gd name="connsiteX17" fmla="*/ 1384749 w 2326728"/>
                <a:gd name="connsiteY17" fmla="*/ 4879929 h 5689258"/>
                <a:gd name="connsiteX18" fmla="*/ 1427083 w 2326728"/>
                <a:gd name="connsiteY18" fmla="*/ 4446878 h 5689258"/>
                <a:gd name="connsiteX19" fmla="*/ 1224454 w 2326728"/>
                <a:gd name="connsiteY19" fmla="*/ 4010475 h 5689258"/>
                <a:gd name="connsiteX20" fmla="*/ 1190732 w 2326728"/>
                <a:gd name="connsiteY20" fmla="*/ 3987563 h 5689258"/>
                <a:gd name="connsiteX21" fmla="*/ 1184664 w 2326728"/>
                <a:gd name="connsiteY21" fmla="*/ 3988887 h 5689258"/>
                <a:gd name="connsiteX22" fmla="*/ 1175520 w 2326728"/>
                <a:gd name="connsiteY22" fmla="*/ 4001881 h 5689258"/>
                <a:gd name="connsiteX23" fmla="*/ 1172581 w 2326728"/>
                <a:gd name="connsiteY23" fmla="*/ 4027165 h 5689258"/>
                <a:gd name="connsiteX24" fmla="*/ 1166170 w 2326728"/>
                <a:gd name="connsiteY24" fmla="*/ 4082819 h 5689258"/>
                <a:gd name="connsiteX25" fmla="*/ 1155341 w 2326728"/>
                <a:gd name="connsiteY25" fmla="*/ 4180292 h 5689258"/>
                <a:gd name="connsiteX26" fmla="*/ 1154809 w 2326728"/>
                <a:gd name="connsiteY26" fmla="*/ 4184984 h 5689258"/>
                <a:gd name="connsiteX27" fmla="*/ 1130814 w 2326728"/>
                <a:gd name="connsiteY27" fmla="*/ 4433953 h 5689258"/>
                <a:gd name="connsiteX28" fmla="*/ 1184561 w 2326728"/>
                <a:gd name="connsiteY28" fmla="*/ 4752188 h 5689258"/>
                <a:gd name="connsiteX29" fmla="*/ 1185455 w 2326728"/>
                <a:gd name="connsiteY29" fmla="*/ 4753820 h 5689258"/>
                <a:gd name="connsiteX30" fmla="*/ 965930 w 2326728"/>
                <a:gd name="connsiteY30" fmla="*/ 4430068 h 5689258"/>
                <a:gd name="connsiteX31" fmla="*/ 960722 w 2326728"/>
                <a:gd name="connsiteY31" fmla="*/ 4397909 h 5689258"/>
                <a:gd name="connsiteX32" fmla="*/ 1017821 w 2326728"/>
                <a:gd name="connsiteY32" fmla="*/ 4258257 h 5689258"/>
                <a:gd name="connsiteX33" fmla="*/ 1119814 w 2326728"/>
                <a:gd name="connsiteY33" fmla="*/ 3961025 h 5689258"/>
                <a:gd name="connsiteX34" fmla="*/ 1041901 w 2326728"/>
                <a:gd name="connsiteY34" fmla="*/ 3427184 h 5689258"/>
                <a:gd name="connsiteX35" fmla="*/ 1034613 w 2326728"/>
                <a:gd name="connsiteY35" fmla="*/ 3412695 h 5689258"/>
                <a:gd name="connsiteX36" fmla="*/ 1028546 w 2326728"/>
                <a:gd name="connsiteY36" fmla="*/ 3401247 h 5689258"/>
                <a:gd name="connsiteX37" fmla="*/ 1012888 w 2326728"/>
                <a:gd name="connsiteY37" fmla="*/ 3392275 h 5689258"/>
                <a:gd name="connsiteX38" fmla="*/ 998226 w 2326728"/>
                <a:gd name="connsiteY38" fmla="*/ 3402777 h 5689258"/>
                <a:gd name="connsiteX39" fmla="*/ 943070 w 2326728"/>
                <a:gd name="connsiteY39" fmla="*/ 3541484 h 5689258"/>
                <a:gd name="connsiteX40" fmla="*/ 931503 w 2326728"/>
                <a:gd name="connsiteY40" fmla="*/ 3570515 h 5689258"/>
                <a:gd name="connsiteX41" fmla="*/ 824439 w 2326728"/>
                <a:gd name="connsiteY41" fmla="*/ 3897464 h 5689258"/>
                <a:gd name="connsiteX42" fmla="*/ 821173 w 2326728"/>
                <a:gd name="connsiteY42" fmla="*/ 4135157 h 5689258"/>
                <a:gd name="connsiteX43" fmla="*/ 673185 w 2326728"/>
                <a:gd name="connsiteY43" fmla="*/ 3682237 h 5689258"/>
                <a:gd name="connsiteX44" fmla="*/ 676381 w 2326728"/>
                <a:gd name="connsiteY44" fmla="*/ 3665478 h 5689258"/>
                <a:gd name="connsiteX45" fmla="*/ 767529 w 2326728"/>
                <a:gd name="connsiteY45" fmla="*/ 3541295 h 5689258"/>
                <a:gd name="connsiteX46" fmla="*/ 946198 w 2326728"/>
                <a:gd name="connsiteY46" fmla="*/ 3292207 h 5689258"/>
                <a:gd name="connsiteX47" fmla="*/ 1010653 w 2326728"/>
                <a:gd name="connsiteY47" fmla="*/ 2730710 h 5689258"/>
                <a:gd name="connsiteX48" fmla="*/ 1008866 w 2326728"/>
                <a:gd name="connsiteY48" fmla="*/ 2724110 h 5689258"/>
                <a:gd name="connsiteX49" fmla="*/ 1008247 w 2326728"/>
                <a:gd name="connsiteY49" fmla="*/ 2722254 h 5689258"/>
                <a:gd name="connsiteX50" fmla="*/ 998845 w 2326728"/>
                <a:gd name="connsiteY50" fmla="*/ 2712010 h 5689258"/>
                <a:gd name="connsiteX51" fmla="*/ 985490 w 2326728"/>
                <a:gd name="connsiteY51" fmla="*/ 2712199 h 5689258"/>
                <a:gd name="connsiteX52" fmla="*/ 973458 w 2326728"/>
                <a:gd name="connsiteY52" fmla="*/ 2720329 h 5689258"/>
                <a:gd name="connsiteX53" fmla="*/ 914486 w 2326728"/>
                <a:gd name="connsiteY53" fmla="*/ 2798758 h 5689258"/>
                <a:gd name="connsiteX54" fmla="*/ 911169 w 2326728"/>
                <a:gd name="connsiteY54" fmla="*/ 2803175 h 5689258"/>
                <a:gd name="connsiteX55" fmla="*/ 760242 w 2326728"/>
                <a:gd name="connsiteY55" fmla="*/ 3005924 h 5689258"/>
                <a:gd name="connsiteX56" fmla="*/ 636316 w 2326728"/>
                <a:gd name="connsiteY56" fmla="*/ 3239921 h 5689258"/>
                <a:gd name="connsiteX57" fmla="*/ 611703 w 2326728"/>
                <a:gd name="connsiteY57" fmla="*/ 3350079 h 5689258"/>
                <a:gd name="connsiteX58" fmla="*/ 583773 w 2326728"/>
                <a:gd name="connsiteY58" fmla="*/ 2960462 h 5689258"/>
                <a:gd name="connsiteX59" fmla="*/ 608712 w 2326728"/>
                <a:gd name="connsiteY59" fmla="*/ 2876825 h 5689258"/>
                <a:gd name="connsiteX60" fmla="*/ 681813 w 2326728"/>
                <a:gd name="connsiteY60" fmla="*/ 2820724 h 5689258"/>
                <a:gd name="connsiteX61" fmla="*/ 932568 w 2326728"/>
                <a:gd name="connsiteY61" fmla="*/ 2608315 h 5689258"/>
                <a:gd name="connsiteX62" fmla="*/ 1088051 w 2326728"/>
                <a:gd name="connsiteY62" fmla="*/ 2171809 h 5689258"/>
                <a:gd name="connsiteX63" fmla="*/ 1092158 w 2326728"/>
                <a:gd name="connsiteY63" fmla="*/ 2117564 h 5689258"/>
                <a:gd name="connsiteX64" fmla="*/ 1092434 w 2326728"/>
                <a:gd name="connsiteY64" fmla="*/ 2113284 h 5689258"/>
                <a:gd name="connsiteX65" fmla="*/ 1094255 w 2326728"/>
                <a:gd name="connsiteY65" fmla="*/ 2084477 h 5689258"/>
                <a:gd name="connsiteX66" fmla="*/ 1085111 w 2326728"/>
                <a:gd name="connsiteY66" fmla="*/ 2068441 h 5689258"/>
                <a:gd name="connsiteX67" fmla="*/ 1066806 w 2326728"/>
                <a:gd name="connsiteY67" fmla="*/ 2070658 h 5689258"/>
                <a:gd name="connsiteX68" fmla="*/ 1052557 w 2326728"/>
                <a:gd name="connsiteY68" fmla="*/ 2082861 h 5689258"/>
                <a:gd name="connsiteX69" fmla="*/ 1037844 w 2326728"/>
                <a:gd name="connsiteY69" fmla="*/ 2095168 h 5689258"/>
                <a:gd name="connsiteX70" fmla="*/ 968990 w 2326728"/>
                <a:gd name="connsiteY70" fmla="*/ 2149963 h 5689258"/>
                <a:gd name="connsiteX71" fmla="*/ 966583 w 2326728"/>
                <a:gd name="connsiteY71" fmla="*/ 2151854 h 5689258"/>
                <a:gd name="connsiteX72" fmla="*/ 813920 w 2326728"/>
                <a:gd name="connsiteY72" fmla="*/ 2275968 h 5689258"/>
                <a:gd name="connsiteX73" fmla="*/ 617719 w 2326728"/>
                <a:gd name="connsiteY73" fmla="*/ 2534664 h 5689258"/>
                <a:gd name="connsiteX74" fmla="*/ 601631 w 2326728"/>
                <a:gd name="connsiteY74" fmla="*/ 2580625 h 5689258"/>
                <a:gd name="connsiteX75" fmla="*/ 675556 w 2326728"/>
                <a:gd name="connsiteY75" fmla="*/ 2141765 h 5689258"/>
                <a:gd name="connsiteX76" fmla="*/ 690458 w 2326728"/>
                <a:gd name="connsiteY76" fmla="*/ 2116412 h 5689258"/>
                <a:gd name="connsiteX77" fmla="*/ 704381 w 2326728"/>
                <a:gd name="connsiteY77" fmla="*/ 2106839 h 5689258"/>
                <a:gd name="connsiteX78" fmla="*/ 792864 w 2326728"/>
                <a:gd name="connsiteY78" fmla="*/ 2073769 h 5689258"/>
                <a:gd name="connsiteX79" fmla="*/ 1048364 w 2326728"/>
                <a:gd name="connsiteY79" fmla="*/ 1968166 h 5689258"/>
                <a:gd name="connsiteX80" fmla="*/ 1327823 w 2326728"/>
                <a:gd name="connsiteY80" fmla="*/ 1516535 h 5689258"/>
                <a:gd name="connsiteX81" fmla="*/ 1320312 w 2326728"/>
                <a:gd name="connsiteY81" fmla="*/ 1502596 h 5689258"/>
                <a:gd name="connsiteX82" fmla="*/ 1304619 w 2326728"/>
                <a:gd name="connsiteY82" fmla="*/ 1501203 h 5689258"/>
                <a:gd name="connsiteX83" fmla="*/ 1199961 w 2326728"/>
                <a:gd name="connsiteY83" fmla="*/ 1544844 h 5689258"/>
                <a:gd name="connsiteX84" fmla="*/ 962200 w 2326728"/>
                <a:gd name="connsiteY84" fmla="*/ 1647868 h 5689258"/>
                <a:gd name="connsiteX85" fmla="*/ 777326 w 2326728"/>
                <a:gd name="connsiteY85" fmla="*/ 1795805 h 5689258"/>
                <a:gd name="connsiteX86" fmla="*/ 923459 w 2326728"/>
                <a:gd name="connsiteY86" fmla="*/ 1444827 h 5689258"/>
                <a:gd name="connsiteX87" fmla="*/ 1001887 w 2326728"/>
                <a:gd name="connsiteY87" fmla="*/ 1419664 h 5689258"/>
                <a:gd name="connsiteX88" fmla="*/ 1040663 w 2326728"/>
                <a:gd name="connsiteY88" fmla="*/ 1423926 h 5689258"/>
                <a:gd name="connsiteX89" fmla="*/ 1349033 w 2326728"/>
                <a:gd name="connsiteY89" fmla="*/ 1378601 h 5689258"/>
                <a:gd name="connsiteX90" fmla="*/ 1633305 w 2326728"/>
                <a:gd name="connsiteY90" fmla="*/ 1098455 h 5689258"/>
                <a:gd name="connsiteX91" fmla="*/ 1639389 w 2326728"/>
                <a:gd name="connsiteY91" fmla="*/ 1083690 h 5689258"/>
                <a:gd name="connsiteX92" fmla="*/ 1637258 w 2326728"/>
                <a:gd name="connsiteY92" fmla="*/ 1067929 h 5689258"/>
                <a:gd name="connsiteX93" fmla="*/ 1622906 w 2326728"/>
                <a:gd name="connsiteY93" fmla="*/ 1061122 h 5689258"/>
                <a:gd name="connsiteX94" fmla="*/ 1622768 w 2326728"/>
                <a:gd name="connsiteY94" fmla="*/ 1061122 h 5689258"/>
                <a:gd name="connsiteX95" fmla="*/ 1583202 w 2326728"/>
                <a:gd name="connsiteY95" fmla="*/ 1063615 h 5689258"/>
                <a:gd name="connsiteX96" fmla="*/ 1511854 w 2326728"/>
                <a:gd name="connsiteY96" fmla="*/ 1067843 h 5689258"/>
                <a:gd name="connsiteX97" fmla="*/ 1486708 w 2326728"/>
                <a:gd name="connsiteY97" fmla="*/ 1069115 h 5689258"/>
                <a:gd name="connsiteX98" fmla="*/ 1258005 w 2326728"/>
                <a:gd name="connsiteY98" fmla="*/ 1094880 h 5689258"/>
                <a:gd name="connsiteX99" fmla="*/ 1058969 w 2326728"/>
                <a:gd name="connsiteY99" fmla="*/ 1195137 h 5689258"/>
                <a:gd name="connsiteX100" fmla="*/ 1243653 w 2326728"/>
                <a:gd name="connsiteY100" fmla="*/ 921951 h 5689258"/>
                <a:gd name="connsiteX101" fmla="*/ 1260704 w 2326728"/>
                <a:gd name="connsiteY101" fmla="*/ 915059 h 5689258"/>
                <a:gd name="connsiteX102" fmla="*/ 1293292 w 2326728"/>
                <a:gd name="connsiteY102" fmla="*/ 911621 h 5689258"/>
                <a:gd name="connsiteX103" fmla="*/ 1351061 w 2326728"/>
                <a:gd name="connsiteY103" fmla="*/ 925114 h 5689258"/>
                <a:gd name="connsiteX104" fmla="*/ 1698911 w 2326728"/>
                <a:gd name="connsiteY104" fmla="*/ 936200 h 5689258"/>
                <a:gd name="connsiteX105" fmla="*/ 1968436 w 2326728"/>
                <a:gd name="connsiteY105" fmla="*/ 734328 h 5689258"/>
                <a:gd name="connsiteX106" fmla="*/ 1975276 w 2326728"/>
                <a:gd name="connsiteY106" fmla="*/ 723860 h 5689258"/>
                <a:gd name="connsiteX107" fmla="*/ 1975723 w 2326728"/>
                <a:gd name="connsiteY107" fmla="*/ 710574 h 5689258"/>
                <a:gd name="connsiteX108" fmla="*/ 1932960 w 2326728"/>
                <a:gd name="connsiteY108" fmla="*/ 690172 h 5689258"/>
                <a:gd name="connsiteX109" fmla="*/ 1845868 w 2326728"/>
                <a:gd name="connsiteY109" fmla="*/ 676095 h 5689258"/>
                <a:gd name="connsiteX110" fmla="*/ 1804497 w 2326728"/>
                <a:gd name="connsiteY110" fmla="*/ 670113 h 5689258"/>
                <a:gd name="connsiteX111" fmla="*/ 1802726 w 2326728"/>
                <a:gd name="connsiteY111" fmla="*/ 669838 h 5689258"/>
                <a:gd name="connsiteX112" fmla="*/ 1658743 w 2326728"/>
                <a:gd name="connsiteY112" fmla="*/ 653321 h 5689258"/>
                <a:gd name="connsiteX113" fmla="*/ 1425777 w 2326728"/>
                <a:gd name="connsiteY113" fmla="*/ 707205 h 5689258"/>
                <a:gd name="connsiteX114" fmla="*/ 1558967 w 2326728"/>
                <a:gd name="connsiteY114" fmla="*/ 575597 h 5689258"/>
                <a:gd name="connsiteX115" fmla="*/ 1611424 w 2326728"/>
                <a:gd name="connsiteY115" fmla="*/ 532953 h 5689258"/>
                <a:gd name="connsiteX116" fmla="*/ 1622768 w 2326728"/>
                <a:gd name="connsiteY116" fmla="*/ 529808 h 5689258"/>
                <a:gd name="connsiteX117" fmla="*/ 2019707 w 2326728"/>
                <a:gd name="connsiteY117" fmla="*/ 319238 h 5689258"/>
                <a:gd name="connsiteX118" fmla="*/ 2161508 w 2326728"/>
                <a:gd name="connsiteY118" fmla="*/ 34640 h 5689258"/>
                <a:gd name="connsiteX119" fmla="*/ 2162711 w 2326728"/>
                <a:gd name="connsiteY119" fmla="*/ 30601 h 5689258"/>
                <a:gd name="connsiteX120" fmla="*/ 2159927 w 2326728"/>
                <a:gd name="connsiteY120" fmla="*/ 3443 h 5689258"/>
                <a:gd name="connsiteX121" fmla="*/ 2111371 w 2326728"/>
                <a:gd name="connsiteY121" fmla="*/ 11109 h 5689258"/>
                <a:gd name="connsiteX122" fmla="*/ 2027786 w 2326728"/>
                <a:gd name="connsiteY122" fmla="*/ 42477 h 5689258"/>
                <a:gd name="connsiteX123" fmla="*/ 1854686 w 2326728"/>
                <a:gd name="connsiteY123" fmla="*/ 110232 h 5689258"/>
                <a:gd name="connsiteX124" fmla="*/ 1628715 w 2326728"/>
                <a:gd name="connsiteY124" fmla="*/ 296670 h 5689258"/>
                <a:gd name="connsiteX125" fmla="*/ 1578337 w 2326728"/>
                <a:gd name="connsiteY125" fmla="*/ 488711 h 5689258"/>
                <a:gd name="connsiteX126" fmla="*/ 1577530 w 2326728"/>
                <a:gd name="connsiteY126" fmla="*/ 491427 h 5689258"/>
                <a:gd name="connsiteX127" fmla="*/ 1285558 w 2326728"/>
                <a:gd name="connsiteY127" fmla="*/ 788848 h 5689258"/>
                <a:gd name="connsiteX128" fmla="*/ 1414295 w 2326728"/>
                <a:gd name="connsiteY128" fmla="*/ 442098 h 5689258"/>
                <a:gd name="connsiteX129" fmla="*/ 1418472 w 2326728"/>
                <a:gd name="connsiteY129" fmla="*/ 77919 h 5689258"/>
                <a:gd name="connsiteX130" fmla="*/ 1413642 w 2326728"/>
                <a:gd name="connsiteY130" fmla="*/ 55282 h 5689258"/>
                <a:gd name="connsiteX131" fmla="*/ 1410600 w 2326728"/>
                <a:gd name="connsiteY131" fmla="*/ 41859 h 5689258"/>
                <a:gd name="connsiteX132" fmla="*/ 1399204 w 2326728"/>
                <a:gd name="connsiteY132" fmla="*/ 29655 h 5689258"/>
                <a:gd name="connsiteX133" fmla="*/ 1382893 w 2326728"/>
                <a:gd name="connsiteY133" fmla="*/ 33505 h 5689258"/>
                <a:gd name="connsiteX134" fmla="*/ 1362903 w 2326728"/>
                <a:gd name="connsiteY134" fmla="*/ 51845 h 5689258"/>
                <a:gd name="connsiteX135" fmla="*/ 1358314 w 2326728"/>
                <a:gd name="connsiteY135" fmla="*/ 55987 h 5689258"/>
                <a:gd name="connsiteX136" fmla="*/ 1311649 w 2326728"/>
                <a:gd name="connsiteY136" fmla="*/ 101226 h 5689258"/>
                <a:gd name="connsiteX137" fmla="*/ 1064795 w 2326728"/>
                <a:gd name="connsiteY137" fmla="*/ 605572 h 5689258"/>
                <a:gd name="connsiteX138" fmla="*/ 1080780 w 2326728"/>
                <a:gd name="connsiteY138" fmla="*/ 821006 h 5689258"/>
                <a:gd name="connsiteX139" fmla="*/ 1112595 w 2326728"/>
                <a:gd name="connsiteY139" fmla="*/ 878242 h 5689258"/>
                <a:gd name="connsiteX140" fmla="*/ 1128631 w 2326728"/>
                <a:gd name="connsiteY140" fmla="*/ 903543 h 5689258"/>
                <a:gd name="connsiteX141" fmla="*/ 1132636 w 2326728"/>
                <a:gd name="connsiteY141" fmla="*/ 911020 h 5689258"/>
                <a:gd name="connsiteX142" fmla="*/ 1122633 w 2326728"/>
                <a:gd name="connsiteY142" fmla="*/ 995568 h 5689258"/>
                <a:gd name="connsiteX143" fmla="*/ 1119848 w 2326728"/>
                <a:gd name="connsiteY143" fmla="*/ 999555 h 5689258"/>
                <a:gd name="connsiteX144" fmla="*/ 1118250 w 2326728"/>
                <a:gd name="connsiteY144" fmla="*/ 1001772 h 5689258"/>
                <a:gd name="connsiteX145" fmla="*/ 909829 w 2326728"/>
                <a:gd name="connsiteY145" fmla="*/ 1332795 h 5689258"/>
                <a:gd name="connsiteX146" fmla="*/ 952833 w 2326728"/>
                <a:gd name="connsiteY146" fmla="*/ 1012326 h 5689258"/>
                <a:gd name="connsiteX147" fmla="*/ 846285 w 2326728"/>
                <a:gd name="connsiteY147" fmla="*/ 599729 h 5689258"/>
                <a:gd name="connsiteX148" fmla="*/ 831469 w 2326728"/>
                <a:gd name="connsiteY148" fmla="*/ 591135 h 5689258"/>
                <a:gd name="connsiteX149" fmla="*/ 818234 w 2326728"/>
                <a:gd name="connsiteY149" fmla="*/ 597975 h 5689258"/>
                <a:gd name="connsiteX150" fmla="*/ 811977 w 2326728"/>
                <a:gd name="connsiteY150" fmla="*/ 606260 h 5689258"/>
                <a:gd name="connsiteX151" fmla="*/ 799447 w 2326728"/>
                <a:gd name="connsiteY151" fmla="*/ 623551 h 5689258"/>
                <a:gd name="connsiteX152" fmla="*/ 693930 w 2326728"/>
                <a:gd name="connsiteY152" fmla="*/ 881628 h 5689258"/>
                <a:gd name="connsiteX153" fmla="*/ 641456 w 2326728"/>
                <a:gd name="connsiteY153" fmla="*/ 1239413 h 5689258"/>
                <a:gd name="connsiteX154" fmla="*/ 694102 w 2326728"/>
                <a:gd name="connsiteY154" fmla="*/ 1461413 h 5689258"/>
                <a:gd name="connsiteX155" fmla="*/ 733171 w 2326728"/>
                <a:gd name="connsiteY155" fmla="*/ 1512616 h 5689258"/>
                <a:gd name="connsiteX156" fmla="*/ 755188 w 2326728"/>
                <a:gd name="connsiteY156" fmla="*/ 1539361 h 5689258"/>
                <a:gd name="connsiteX157" fmla="*/ 762510 w 2326728"/>
                <a:gd name="connsiteY157" fmla="*/ 1555810 h 5689258"/>
                <a:gd name="connsiteX158" fmla="*/ 762476 w 2326728"/>
                <a:gd name="connsiteY158" fmla="*/ 1621072 h 5689258"/>
                <a:gd name="connsiteX159" fmla="*/ 762149 w 2326728"/>
                <a:gd name="connsiteY159" fmla="*/ 1635854 h 5689258"/>
                <a:gd name="connsiteX160" fmla="*/ 760637 w 2326728"/>
                <a:gd name="connsiteY160" fmla="*/ 1643554 h 5689258"/>
                <a:gd name="connsiteX161" fmla="*/ 642985 w 2326728"/>
                <a:gd name="connsiteY161" fmla="*/ 1980438 h 5689258"/>
                <a:gd name="connsiteX162" fmla="*/ 651407 w 2326728"/>
                <a:gd name="connsiteY162" fmla="*/ 1865640 h 5689258"/>
                <a:gd name="connsiteX163" fmla="*/ 458713 w 2326728"/>
                <a:gd name="connsiteY163" fmla="*/ 1304693 h 5689258"/>
                <a:gd name="connsiteX164" fmla="*/ 431212 w 2326728"/>
                <a:gd name="connsiteY164" fmla="*/ 1271194 h 5689258"/>
                <a:gd name="connsiteX165" fmla="*/ 418304 w 2326728"/>
                <a:gd name="connsiteY165" fmla="*/ 1265023 h 5689258"/>
                <a:gd name="connsiteX166" fmla="*/ 415554 w 2326728"/>
                <a:gd name="connsiteY166" fmla="*/ 1265264 h 5689258"/>
                <a:gd name="connsiteX167" fmla="*/ 402680 w 2326728"/>
                <a:gd name="connsiteY167" fmla="*/ 1275869 h 5689258"/>
                <a:gd name="connsiteX168" fmla="*/ 395324 w 2326728"/>
                <a:gd name="connsiteY168" fmla="*/ 1294965 h 5689258"/>
                <a:gd name="connsiteX169" fmla="*/ 382691 w 2326728"/>
                <a:gd name="connsiteY169" fmla="*/ 1329289 h 5689258"/>
                <a:gd name="connsiteX170" fmla="*/ 337675 w 2326728"/>
                <a:gd name="connsiteY170" fmla="*/ 1643331 h 5689258"/>
                <a:gd name="connsiteX171" fmla="*/ 337624 w 2326728"/>
                <a:gd name="connsiteY171" fmla="*/ 1645840 h 5689258"/>
                <a:gd name="connsiteX172" fmla="*/ 371003 w 2326728"/>
                <a:gd name="connsiteY172" fmla="*/ 1989943 h 5689258"/>
                <a:gd name="connsiteX173" fmla="*/ 488379 w 2326728"/>
                <a:gd name="connsiteY173" fmla="*/ 2182500 h 5689258"/>
                <a:gd name="connsiteX174" fmla="*/ 489754 w 2326728"/>
                <a:gd name="connsiteY174" fmla="*/ 2183737 h 5689258"/>
                <a:gd name="connsiteX175" fmla="*/ 552594 w 2326728"/>
                <a:gd name="connsiteY175" fmla="*/ 2262510 h 5689258"/>
                <a:gd name="connsiteX176" fmla="*/ 558713 w 2326728"/>
                <a:gd name="connsiteY176" fmla="*/ 2285044 h 5689258"/>
                <a:gd name="connsiteX177" fmla="*/ 555705 w 2326728"/>
                <a:gd name="connsiteY177" fmla="*/ 2384012 h 5689258"/>
                <a:gd name="connsiteX178" fmla="*/ 547609 w 2326728"/>
                <a:gd name="connsiteY178" fmla="*/ 2437329 h 5689258"/>
                <a:gd name="connsiteX179" fmla="*/ 531057 w 2326728"/>
                <a:gd name="connsiteY179" fmla="*/ 2656699 h 5689258"/>
                <a:gd name="connsiteX180" fmla="*/ 530542 w 2326728"/>
                <a:gd name="connsiteY180" fmla="*/ 2663351 h 5689258"/>
                <a:gd name="connsiteX181" fmla="*/ 526124 w 2326728"/>
                <a:gd name="connsiteY181" fmla="*/ 2718369 h 5689258"/>
                <a:gd name="connsiteX182" fmla="*/ 363217 w 2326728"/>
                <a:gd name="connsiteY182" fmla="*/ 2272032 h 5689258"/>
                <a:gd name="connsiteX183" fmla="*/ 159745 w 2326728"/>
                <a:gd name="connsiteY183" fmla="*/ 2066206 h 5689258"/>
                <a:gd name="connsiteX184" fmla="*/ 148161 w 2326728"/>
                <a:gd name="connsiteY184" fmla="*/ 2058850 h 5689258"/>
                <a:gd name="connsiteX185" fmla="*/ 140014 w 2326728"/>
                <a:gd name="connsiteY185" fmla="*/ 2053934 h 5689258"/>
                <a:gd name="connsiteX186" fmla="*/ 123943 w 2326728"/>
                <a:gd name="connsiteY186" fmla="*/ 2053212 h 5689258"/>
                <a:gd name="connsiteX187" fmla="*/ 114713 w 2326728"/>
                <a:gd name="connsiteY187" fmla="*/ 2066516 h 5689258"/>
                <a:gd name="connsiteX188" fmla="*/ 111155 w 2326728"/>
                <a:gd name="connsiteY188" fmla="*/ 2097437 h 5689258"/>
                <a:gd name="connsiteX189" fmla="*/ 105999 w 2326728"/>
                <a:gd name="connsiteY189" fmla="*/ 2159812 h 5689258"/>
                <a:gd name="connsiteX190" fmla="*/ 241371 w 2326728"/>
                <a:gd name="connsiteY190" fmla="*/ 2759191 h 5689258"/>
                <a:gd name="connsiteX191" fmla="*/ 340975 w 2326728"/>
                <a:gd name="connsiteY191" fmla="*/ 2890129 h 5689258"/>
                <a:gd name="connsiteX192" fmla="*/ 474199 w 2326728"/>
                <a:gd name="connsiteY192" fmla="*/ 2954085 h 5689258"/>
                <a:gd name="connsiteX193" fmla="*/ 478256 w 2326728"/>
                <a:gd name="connsiteY193" fmla="*/ 2956148 h 5689258"/>
                <a:gd name="connsiteX194" fmla="*/ 486454 w 2326728"/>
                <a:gd name="connsiteY194" fmla="*/ 2972236 h 5689258"/>
                <a:gd name="connsiteX195" fmla="*/ 511497 w 2326728"/>
                <a:gd name="connsiteY195" fmla="*/ 3030572 h 5689258"/>
                <a:gd name="connsiteX196" fmla="*/ 515708 w 2326728"/>
                <a:gd name="connsiteY196" fmla="*/ 3084714 h 5689258"/>
                <a:gd name="connsiteX197" fmla="*/ 515932 w 2326728"/>
                <a:gd name="connsiteY197" fmla="*/ 3105872 h 5689258"/>
                <a:gd name="connsiteX198" fmla="*/ 553539 w 2326728"/>
                <a:gd name="connsiteY198" fmla="*/ 3479625 h 5689258"/>
                <a:gd name="connsiteX199" fmla="*/ 490442 w 2326728"/>
                <a:gd name="connsiteY199" fmla="*/ 3348188 h 5689258"/>
                <a:gd name="connsiteX200" fmla="*/ 75490 w 2326728"/>
                <a:gd name="connsiteY200" fmla="*/ 2989389 h 5689258"/>
                <a:gd name="connsiteX201" fmla="*/ 40770 w 2326728"/>
                <a:gd name="connsiteY201" fmla="*/ 2978080 h 5689258"/>
                <a:gd name="connsiteX202" fmla="*/ 38227 w 2326728"/>
                <a:gd name="connsiteY202" fmla="*/ 2977323 h 5689258"/>
                <a:gd name="connsiteX203" fmla="*/ 21709 w 2326728"/>
                <a:gd name="connsiteY203" fmla="*/ 2972408 h 5689258"/>
                <a:gd name="connsiteX204" fmla="*/ 6068 w 2326728"/>
                <a:gd name="connsiteY204" fmla="*/ 2975433 h 5689258"/>
                <a:gd name="connsiteX205" fmla="*/ 86 w 2326728"/>
                <a:gd name="connsiteY205" fmla="*/ 2990111 h 5689258"/>
                <a:gd name="connsiteX206" fmla="*/ 3043 w 2326728"/>
                <a:gd name="connsiteY206" fmla="*/ 3024659 h 5689258"/>
                <a:gd name="connsiteX207" fmla="*/ 12445 w 2326728"/>
                <a:gd name="connsiteY207" fmla="*/ 3095508 h 5689258"/>
                <a:gd name="connsiteX208" fmla="*/ 293863 w 2326728"/>
                <a:gd name="connsiteY208" fmla="*/ 3618624 h 5689258"/>
                <a:gd name="connsiteX209" fmla="*/ 478084 w 2326728"/>
                <a:gd name="connsiteY209" fmla="*/ 3721425 h 5689258"/>
                <a:gd name="connsiteX210" fmla="*/ 550376 w 2326728"/>
                <a:gd name="connsiteY210" fmla="*/ 3722216 h 5689258"/>
                <a:gd name="connsiteX211" fmla="*/ 560414 w 2326728"/>
                <a:gd name="connsiteY211" fmla="*/ 3721614 h 5689258"/>
                <a:gd name="connsiteX212" fmla="*/ 564505 w 2326728"/>
                <a:gd name="connsiteY212" fmla="*/ 3721442 h 5689258"/>
                <a:gd name="connsiteX213" fmla="*/ 569386 w 2326728"/>
                <a:gd name="connsiteY213" fmla="*/ 3724261 h 5689258"/>
                <a:gd name="connsiteX214" fmla="*/ 616086 w 2326728"/>
                <a:gd name="connsiteY214" fmla="*/ 3788389 h 5689258"/>
                <a:gd name="connsiteX215" fmla="*/ 618166 w 2326728"/>
                <a:gd name="connsiteY215" fmla="*/ 3794371 h 5689258"/>
                <a:gd name="connsiteX216" fmla="*/ 618853 w 2326728"/>
                <a:gd name="connsiteY216" fmla="*/ 3796674 h 5689258"/>
                <a:gd name="connsiteX217" fmla="*/ 798382 w 2326728"/>
                <a:gd name="connsiteY217" fmla="*/ 4269464 h 5689258"/>
                <a:gd name="connsiteX218" fmla="*/ 692504 w 2326728"/>
                <a:gd name="connsiteY218" fmla="*/ 4147360 h 5689258"/>
                <a:gd name="connsiteX219" fmla="*/ 172379 w 2326728"/>
                <a:gd name="connsiteY219" fmla="*/ 3968382 h 5689258"/>
                <a:gd name="connsiteX220" fmla="*/ 168099 w 2326728"/>
                <a:gd name="connsiteY220" fmla="*/ 3968416 h 5689258"/>
                <a:gd name="connsiteX221" fmla="*/ 165400 w 2326728"/>
                <a:gd name="connsiteY221" fmla="*/ 3968915 h 5689258"/>
                <a:gd name="connsiteX222" fmla="*/ 155019 w 2326728"/>
                <a:gd name="connsiteY222" fmla="*/ 3989385 h 5689258"/>
                <a:gd name="connsiteX223" fmla="*/ 162203 w 2326728"/>
                <a:gd name="connsiteY223" fmla="*/ 4014944 h 5689258"/>
                <a:gd name="connsiteX224" fmla="*/ 179323 w 2326728"/>
                <a:gd name="connsiteY224" fmla="*/ 4068983 h 5689258"/>
                <a:gd name="connsiteX225" fmla="*/ 352612 w 2326728"/>
                <a:gd name="connsiteY225" fmla="*/ 4326012 h 5689258"/>
                <a:gd name="connsiteX226" fmla="*/ 560689 w 2326728"/>
                <a:gd name="connsiteY226" fmla="*/ 4490776 h 5689258"/>
                <a:gd name="connsiteX227" fmla="*/ 821087 w 2326728"/>
                <a:gd name="connsiteY227" fmla="*/ 4523708 h 5689258"/>
                <a:gd name="connsiteX228" fmla="*/ 865655 w 2326728"/>
                <a:gd name="connsiteY228" fmla="*/ 4506142 h 5689258"/>
                <a:gd name="connsiteX229" fmla="*/ 888223 w 2326728"/>
                <a:gd name="connsiteY229" fmla="*/ 4507259 h 5689258"/>
                <a:gd name="connsiteX230" fmla="*/ 924301 w 2326728"/>
                <a:gd name="connsiteY230" fmla="*/ 4530239 h 5689258"/>
                <a:gd name="connsiteX231" fmla="*/ 943912 w 2326728"/>
                <a:gd name="connsiteY231" fmla="*/ 4542030 h 5689258"/>
                <a:gd name="connsiteX232" fmla="*/ 947831 w 2326728"/>
                <a:gd name="connsiteY232" fmla="*/ 4547651 h 5689258"/>
                <a:gd name="connsiteX233" fmla="*/ 1194358 w 2326728"/>
                <a:gd name="connsiteY233" fmla="*/ 4886941 h 5689258"/>
                <a:gd name="connsiteX234" fmla="*/ 1044118 w 2326728"/>
                <a:gd name="connsiteY234" fmla="*/ 4809613 h 5689258"/>
                <a:gd name="connsiteX235" fmla="*/ 548400 w 2326728"/>
                <a:gd name="connsiteY235" fmla="*/ 4828915 h 5689258"/>
                <a:gd name="connsiteX236" fmla="*/ 494412 w 2326728"/>
                <a:gd name="connsiteY236" fmla="*/ 4854198 h 5689258"/>
                <a:gd name="connsiteX237" fmla="*/ 487142 w 2326728"/>
                <a:gd name="connsiteY237" fmla="*/ 4865422 h 5689258"/>
                <a:gd name="connsiteX238" fmla="*/ 490390 w 2326728"/>
                <a:gd name="connsiteY238" fmla="*/ 4878244 h 5689258"/>
                <a:gd name="connsiteX239" fmla="*/ 505619 w 2326728"/>
                <a:gd name="connsiteY239" fmla="*/ 4898577 h 5689258"/>
                <a:gd name="connsiteX240" fmla="*/ 506719 w 2326728"/>
                <a:gd name="connsiteY240" fmla="*/ 4900056 h 5689258"/>
                <a:gd name="connsiteX241" fmla="*/ 545031 w 2326728"/>
                <a:gd name="connsiteY241" fmla="*/ 4948096 h 5689258"/>
                <a:gd name="connsiteX242" fmla="*/ 765106 w 2326728"/>
                <a:gd name="connsiteY242" fmla="*/ 5103166 h 5689258"/>
                <a:gd name="connsiteX243" fmla="*/ 1083805 w 2326728"/>
                <a:gd name="connsiteY243" fmla="*/ 5190309 h 5689258"/>
                <a:gd name="connsiteX244" fmla="*/ 1098845 w 2326728"/>
                <a:gd name="connsiteY244" fmla="*/ 5190584 h 5689258"/>
                <a:gd name="connsiteX245" fmla="*/ 1332532 w 2326728"/>
                <a:gd name="connsiteY245" fmla="*/ 5092131 h 5689258"/>
                <a:gd name="connsiteX246" fmla="*/ 1337225 w 2326728"/>
                <a:gd name="connsiteY246" fmla="*/ 5090619 h 5689258"/>
                <a:gd name="connsiteX247" fmla="*/ 1397228 w 2326728"/>
                <a:gd name="connsiteY247" fmla="*/ 5098181 h 5689258"/>
                <a:gd name="connsiteX248" fmla="*/ 1404808 w 2326728"/>
                <a:gd name="connsiteY248" fmla="*/ 5101894 h 5689258"/>
                <a:gd name="connsiteX249" fmla="*/ 1716941 w 2326728"/>
                <a:gd name="connsiteY249" fmla="*/ 5331027 h 5689258"/>
                <a:gd name="connsiteX250" fmla="*/ 1665944 w 2326728"/>
                <a:gd name="connsiteY250" fmla="*/ 5318445 h 5689258"/>
                <a:gd name="connsiteX251" fmla="*/ 1299738 w 2326728"/>
                <a:gd name="connsiteY251" fmla="*/ 5362000 h 5689258"/>
                <a:gd name="connsiteX252" fmla="*/ 1049137 w 2326728"/>
                <a:gd name="connsiteY252" fmla="*/ 5519785 h 5689258"/>
                <a:gd name="connsiteX253" fmla="*/ 1047040 w 2326728"/>
                <a:gd name="connsiteY253" fmla="*/ 5542577 h 5689258"/>
                <a:gd name="connsiteX254" fmla="*/ 1145080 w 2326728"/>
                <a:gd name="connsiteY254" fmla="*/ 5614181 h 5689258"/>
                <a:gd name="connsiteX255" fmla="*/ 1418730 w 2326728"/>
                <a:gd name="connsiteY255" fmla="*/ 5686320 h 5689258"/>
                <a:gd name="connsiteX256" fmla="*/ 1500012 w 2326728"/>
                <a:gd name="connsiteY256" fmla="*/ 5689259 h 5689258"/>
                <a:gd name="connsiteX257" fmla="*/ 1594322 w 2326728"/>
                <a:gd name="connsiteY257" fmla="*/ 5684721 h 5689258"/>
                <a:gd name="connsiteX258" fmla="*/ 1674951 w 2326728"/>
                <a:gd name="connsiteY258" fmla="*/ 5670885 h 5689258"/>
                <a:gd name="connsiteX259" fmla="*/ 1924641 w 2326728"/>
                <a:gd name="connsiteY259" fmla="*/ 5487025 h 5689258"/>
                <a:gd name="connsiteX260" fmla="*/ 1933664 w 2326728"/>
                <a:gd name="connsiteY260" fmla="*/ 5483003 h 5689258"/>
                <a:gd name="connsiteX261" fmla="*/ 1993771 w 2326728"/>
                <a:gd name="connsiteY261" fmla="*/ 5471281 h 5689258"/>
                <a:gd name="connsiteX262" fmla="*/ 2010563 w 2326728"/>
                <a:gd name="connsiteY262" fmla="*/ 5474546 h 5689258"/>
                <a:gd name="connsiteX263" fmla="*/ 2272921 w 2326728"/>
                <a:gd name="connsiteY263" fmla="*/ 5554161 h 5689258"/>
                <a:gd name="connsiteX264" fmla="*/ 2276839 w 2326728"/>
                <a:gd name="connsiteY264" fmla="*/ 5554625 h 5689258"/>
                <a:gd name="connsiteX265" fmla="*/ 2291484 w 2326728"/>
                <a:gd name="connsiteY265" fmla="*/ 5545808 h 5689258"/>
                <a:gd name="connsiteX266" fmla="*/ 2322783 w 2326728"/>
                <a:gd name="connsiteY266" fmla="*/ 5499933 h 5689258"/>
                <a:gd name="connsiteX267" fmla="*/ 2325842 w 2326728"/>
                <a:gd name="connsiteY267" fmla="*/ 5483828 h 5689258"/>
                <a:gd name="connsiteX268" fmla="*/ 2313708 w 2326728"/>
                <a:gd name="connsiteY268" fmla="*/ 5472982 h 568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2326728" h="5689258">
                  <a:moveTo>
                    <a:pt x="2313708" y="5472982"/>
                  </a:moveTo>
                  <a:cubicBezTo>
                    <a:pt x="2202484" y="5448421"/>
                    <a:pt x="2091862" y="5412618"/>
                    <a:pt x="1975465" y="5363546"/>
                  </a:cubicBezTo>
                  <a:cubicBezTo>
                    <a:pt x="1974073" y="5362893"/>
                    <a:pt x="1970619" y="5358992"/>
                    <a:pt x="1969536" y="5355485"/>
                  </a:cubicBezTo>
                  <a:cubicBezTo>
                    <a:pt x="1957934" y="5315936"/>
                    <a:pt x="1954049" y="5276094"/>
                    <a:pt x="1957624" y="5233674"/>
                  </a:cubicBezTo>
                  <a:cubicBezTo>
                    <a:pt x="1980416" y="4962843"/>
                    <a:pt x="1819141" y="4677472"/>
                    <a:pt x="1574195" y="4555127"/>
                  </a:cubicBezTo>
                  <a:cubicBezTo>
                    <a:pt x="1568987" y="4552481"/>
                    <a:pt x="1563556" y="4550195"/>
                    <a:pt x="1557299" y="4547633"/>
                  </a:cubicBezTo>
                  <a:lnTo>
                    <a:pt x="1551490" y="4545227"/>
                  </a:lnTo>
                  <a:cubicBezTo>
                    <a:pt x="1545973" y="4542873"/>
                    <a:pt x="1539252" y="4543852"/>
                    <a:pt x="1534800" y="4547427"/>
                  </a:cubicBezTo>
                  <a:cubicBezTo>
                    <a:pt x="1529988" y="4551140"/>
                    <a:pt x="1527599" y="4557190"/>
                    <a:pt x="1528578" y="4563257"/>
                  </a:cubicBezTo>
                  <a:lnTo>
                    <a:pt x="1535282" y="4604784"/>
                  </a:lnTo>
                  <a:cubicBezTo>
                    <a:pt x="1541229" y="4641532"/>
                    <a:pt x="1547055" y="4677489"/>
                    <a:pt x="1552641" y="4713480"/>
                  </a:cubicBezTo>
                  <a:lnTo>
                    <a:pt x="1554051" y="4722900"/>
                  </a:lnTo>
                  <a:cubicBezTo>
                    <a:pt x="1569778" y="4825185"/>
                    <a:pt x="1586038" y="4930960"/>
                    <a:pt x="1617715" y="5032575"/>
                  </a:cubicBezTo>
                  <a:cubicBezTo>
                    <a:pt x="1646299" y="5124256"/>
                    <a:pt x="1690403" y="5196600"/>
                    <a:pt x="1751747" y="5252031"/>
                  </a:cubicBezTo>
                  <a:cubicBezTo>
                    <a:pt x="1622150" y="5175613"/>
                    <a:pt x="1501387" y="5083778"/>
                    <a:pt x="1391711" y="4978158"/>
                  </a:cubicBezTo>
                  <a:cubicBezTo>
                    <a:pt x="1389407" y="4975941"/>
                    <a:pt x="1386674" y="4970062"/>
                    <a:pt x="1386279" y="4965215"/>
                  </a:cubicBezTo>
                  <a:lnTo>
                    <a:pt x="1383340" y="4892734"/>
                  </a:lnTo>
                  <a:cubicBezTo>
                    <a:pt x="1383323" y="4890155"/>
                    <a:pt x="1383288" y="4883314"/>
                    <a:pt x="1384749" y="4879929"/>
                  </a:cubicBezTo>
                  <a:cubicBezTo>
                    <a:pt x="1438771" y="4754078"/>
                    <a:pt x="1452607" y="4612415"/>
                    <a:pt x="1427083" y="4446878"/>
                  </a:cubicBezTo>
                  <a:cubicBezTo>
                    <a:pt x="1402470" y="4287219"/>
                    <a:pt x="1334303" y="4140399"/>
                    <a:pt x="1224454" y="4010475"/>
                  </a:cubicBezTo>
                  <a:cubicBezTo>
                    <a:pt x="1211598" y="3995264"/>
                    <a:pt x="1200254" y="3987563"/>
                    <a:pt x="1190732" y="3987563"/>
                  </a:cubicBezTo>
                  <a:cubicBezTo>
                    <a:pt x="1188411" y="3987563"/>
                    <a:pt x="1186314" y="3988028"/>
                    <a:pt x="1184664" y="3988887"/>
                  </a:cubicBezTo>
                  <a:cubicBezTo>
                    <a:pt x="1179611" y="3991396"/>
                    <a:pt x="1176191" y="3996261"/>
                    <a:pt x="1175520" y="4001881"/>
                  </a:cubicBezTo>
                  <a:lnTo>
                    <a:pt x="1172581" y="4027165"/>
                  </a:lnTo>
                  <a:cubicBezTo>
                    <a:pt x="1170312" y="4045934"/>
                    <a:pt x="1168129" y="4064359"/>
                    <a:pt x="1166170" y="4082819"/>
                  </a:cubicBezTo>
                  <a:cubicBezTo>
                    <a:pt x="1162784" y="4115339"/>
                    <a:pt x="1159071" y="4147807"/>
                    <a:pt x="1155341" y="4180292"/>
                  </a:cubicBezTo>
                  <a:lnTo>
                    <a:pt x="1154809" y="4184984"/>
                  </a:lnTo>
                  <a:cubicBezTo>
                    <a:pt x="1145527" y="4266094"/>
                    <a:pt x="1135902" y="4349972"/>
                    <a:pt x="1130814" y="4433953"/>
                  </a:cubicBezTo>
                  <a:cubicBezTo>
                    <a:pt x="1124902" y="4531924"/>
                    <a:pt x="1126655" y="4646344"/>
                    <a:pt x="1184561" y="4752188"/>
                  </a:cubicBezTo>
                  <a:cubicBezTo>
                    <a:pt x="1184870" y="4752720"/>
                    <a:pt x="1185145" y="4753287"/>
                    <a:pt x="1185455" y="4753820"/>
                  </a:cubicBezTo>
                  <a:cubicBezTo>
                    <a:pt x="1104963" y="4653168"/>
                    <a:pt x="1031485" y="4544849"/>
                    <a:pt x="965930" y="4430068"/>
                  </a:cubicBezTo>
                  <a:cubicBezTo>
                    <a:pt x="960138" y="4419858"/>
                    <a:pt x="959639" y="4410903"/>
                    <a:pt x="960722" y="4397909"/>
                  </a:cubicBezTo>
                  <a:cubicBezTo>
                    <a:pt x="965380" y="4342959"/>
                    <a:pt x="990921" y="4298305"/>
                    <a:pt x="1017821" y="4258257"/>
                  </a:cubicBezTo>
                  <a:cubicBezTo>
                    <a:pt x="1069780" y="4180705"/>
                    <a:pt x="1101234" y="4089041"/>
                    <a:pt x="1119814" y="3961025"/>
                  </a:cubicBezTo>
                  <a:cubicBezTo>
                    <a:pt x="1145785" y="3781996"/>
                    <a:pt x="1119556" y="3602398"/>
                    <a:pt x="1041901" y="3427184"/>
                  </a:cubicBezTo>
                  <a:cubicBezTo>
                    <a:pt x="1039770" y="3422354"/>
                    <a:pt x="1037277" y="3417696"/>
                    <a:pt x="1034613" y="3412695"/>
                  </a:cubicBezTo>
                  <a:lnTo>
                    <a:pt x="1028546" y="3401247"/>
                  </a:lnTo>
                  <a:cubicBezTo>
                    <a:pt x="1025641" y="3395661"/>
                    <a:pt x="1019436" y="3391983"/>
                    <a:pt x="1012888" y="3392275"/>
                  </a:cubicBezTo>
                  <a:cubicBezTo>
                    <a:pt x="1006356" y="3392619"/>
                    <a:pt x="1000598" y="3396761"/>
                    <a:pt x="998226" y="3402777"/>
                  </a:cubicBezTo>
                  <a:cubicBezTo>
                    <a:pt x="979388" y="3450285"/>
                    <a:pt x="961169" y="3496056"/>
                    <a:pt x="943070" y="3541484"/>
                  </a:cubicBezTo>
                  <a:lnTo>
                    <a:pt x="931503" y="3570515"/>
                  </a:lnTo>
                  <a:cubicBezTo>
                    <a:pt x="892898" y="3667472"/>
                    <a:pt x="849602" y="3780672"/>
                    <a:pt x="824439" y="3897464"/>
                  </a:cubicBezTo>
                  <a:cubicBezTo>
                    <a:pt x="806701" y="3979881"/>
                    <a:pt x="805618" y="4059426"/>
                    <a:pt x="821173" y="4135157"/>
                  </a:cubicBezTo>
                  <a:cubicBezTo>
                    <a:pt x="760809" y="3991482"/>
                    <a:pt x="711187" y="3839661"/>
                    <a:pt x="673185" y="3682237"/>
                  </a:cubicBezTo>
                  <a:cubicBezTo>
                    <a:pt x="672755" y="3680483"/>
                    <a:pt x="672617" y="3675946"/>
                    <a:pt x="676381" y="3665478"/>
                  </a:cubicBezTo>
                  <a:cubicBezTo>
                    <a:pt x="694154" y="3616836"/>
                    <a:pt x="726519" y="3572732"/>
                    <a:pt x="767529" y="3541295"/>
                  </a:cubicBezTo>
                  <a:cubicBezTo>
                    <a:pt x="857302" y="3472440"/>
                    <a:pt x="908230" y="3376738"/>
                    <a:pt x="946198" y="3292207"/>
                  </a:cubicBezTo>
                  <a:cubicBezTo>
                    <a:pt x="1023939" y="3119331"/>
                    <a:pt x="1045029" y="2935677"/>
                    <a:pt x="1010653" y="2730710"/>
                  </a:cubicBezTo>
                  <a:cubicBezTo>
                    <a:pt x="1010292" y="2728562"/>
                    <a:pt x="1009639" y="2726431"/>
                    <a:pt x="1008866" y="2724110"/>
                  </a:cubicBezTo>
                  <a:lnTo>
                    <a:pt x="1008247" y="2722254"/>
                  </a:lnTo>
                  <a:cubicBezTo>
                    <a:pt x="1006751" y="2717665"/>
                    <a:pt x="1003348" y="2713952"/>
                    <a:pt x="998845" y="2712010"/>
                  </a:cubicBezTo>
                  <a:cubicBezTo>
                    <a:pt x="994445" y="2710171"/>
                    <a:pt x="988910" y="2710515"/>
                    <a:pt x="985490" y="2712199"/>
                  </a:cubicBezTo>
                  <a:cubicBezTo>
                    <a:pt x="982052" y="2713454"/>
                    <a:pt x="976844" y="2715362"/>
                    <a:pt x="973458" y="2720329"/>
                  </a:cubicBezTo>
                  <a:cubicBezTo>
                    <a:pt x="954002" y="2746317"/>
                    <a:pt x="934253" y="2772546"/>
                    <a:pt x="914486" y="2798758"/>
                  </a:cubicBezTo>
                  <a:lnTo>
                    <a:pt x="911169" y="2803175"/>
                  </a:lnTo>
                  <a:cubicBezTo>
                    <a:pt x="861324" y="2869366"/>
                    <a:pt x="809777" y="2937774"/>
                    <a:pt x="760242" y="3005924"/>
                  </a:cubicBezTo>
                  <a:cubicBezTo>
                    <a:pt x="702851" y="3084662"/>
                    <a:pt x="662322" y="3161200"/>
                    <a:pt x="636316" y="3239921"/>
                  </a:cubicBezTo>
                  <a:cubicBezTo>
                    <a:pt x="623769" y="3277941"/>
                    <a:pt x="615570" y="3314534"/>
                    <a:pt x="611703" y="3350079"/>
                  </a:cubicBezTo>
                  <a:cubicBezTo>
                    <a:pt x="595186" y="3222355"/>
                    <a:pt x="585818" y="3091950"/>
                    <a:pt x="583773" y="2960462"/>
                  </a:cubicBezTo>
                  <a:cubicBezTo>
                    <a:pt x="583291" y="2929077"/>
                    <a:pt x="587279" y="2904137"/>
                    <a:pt x="608712" y="2876825"/>
                  </a:cubicBezTo>
                  <a:cubicBezTo>
                    <a:pt x="631401" y="2847709"/>
                    <a:pt x="652593" y="2831449"/>
                    <a:pt x="681813" y="2820724"/>
                  </a:cubicBezTo>
                  <a:cubicBezTo>
                    <a:pt x="801871" y="2776860"/>
                    <a:pt x="878890" y="2684165"/>
                    <a:pt x="932568" y="2608315"/>
                  </a:cubicBezTo>
                  <a:cubicBezTo>
                    <a:pt x="1019281" y="2485610"/>
                    <a:pt x="1070141" y="2342830"/>
                    <a:pt x="1088051" y="2171809"/>
                  </a:cubicBezTo>
                  <a:cubicBezTo>
                    <a:pt x="1089958" y="2154209"/>
                    <a:pt x="1091041" y="2136402"/>
                    <a:pt x="1092158" y="2117564"/>
                  </a:cubicBezTo>
                  <a:lnTo>
                    <a:pt x="1092434" y="2113284"/>
                  </a:lnTo>
                  <a:cubicBezTo>
                    <a:pt x="1092966" y="2104123"/>
                    <a:pt x="1093534" y="2094583"/>
                    <a:pt x="1094255" y="2084477"/>
                  </a:cubicBezTo>
                  <a:cubicBezTo>
                    <a:pt x="1094702" y="2077774"/>
                    <a:pt x="1091110" y="2071483"/>
                    <a:pt x="1085111" y="2068441"/>
                  </a:cubicBezTo>
                  <a:cubicBezTo>
                    <a:pt x="1079302" y="2065519"/>
                    <a:pt x="1071859" y="2066378"/>
                    <a:pt x="1066806" y="2070658"/>
                  </a:cubicBezTo>
                  <a:lnTo>
                    <a:pt x="1052557" y="2082861"/>
                  </a:lnTo>
                  <a:cubicBezTo>
                    <a:pt x="1047195" y="2087433"/>
                    <a:pt x="1042606" y="2091352"/>
                    <a:pt x="1037844" y="2095168"/>
                  </a:cubicBezTo>
                  <a:cubicBezTo>
                    <a:pt x="1014967" y="2113542"/>
                    <a:pt x="992004" y="2131727"/>
                    <a:pt x="968990" y="2149963"/>
                  </a:cubicBezTo>
                  <a:lnTo>
                    <a:pt x="966583" y="2151854"/>
                  </a:lnTo>
                  <a:cubicBezTo>
                    <a:pt x="916068" y="2191868"/>
                    <a:pt x="863816" y="2233239"/>
                    <a:pt x="813920" y="2275968"/>
                  </a:cubicBezTo>
                  <a:cubicBezTo>
                    <a:pt x="717100" y="2358539"/>
                    <a:pt x="654759" y="2440732"/>
                    <a:pt x="617719" y="2534664"/>
                  </a:cubicBezTo>
                  <a:cubicBezTo>
                    <a:pt x="611600" y="2550151"/>
                    <a:pt x="606237" y="2565465"/>
                    <a:pt x="601631" y="2580625"/>
                  </a:cubicBezTo>
                  <a:cubicBezTo>
                    <a:pt x="616860" y="2431365"/>
                    <a:pt x="641593" y="2284373"/>
                    <a:pt x="675556" y="2141765"/>
                  </a:cubicBezTo>
                  <a:cubicBezTo>
                    <a:pt x="679682" y="2124319"/>
                    <a:pt x="681985" y="2119197"/>
                    <a:pt x="690458" y="2116412"/>
                  </a:cubicBezTo>
                  <a:cubicBezTo>
                    <a:pt x="695787" y="2114608"/>
                    <a:pt x="700754" y="2111136"/>
                    <a:pt x="704381" y="2106839"/>
                  </a:cubicBezTo>
                  <a:cubicBezTo>
                    <a:pt x="729011" y="2078839"/>
                    <a:pt x="761445" y="2074405"/>
                    <a:pt x="792864" y="2073769"/>
                  </a:cubicBezTo>
                  <a:cubicBezTo>
                    <a:pt x="897711" y="2071311"/>
                    <a:pt x="980866" y="2019008"/>
                    <a:pt x="1048364" y="1968166"/>
                  </a:cubicBezTo>
                  <a:cubicBezTo>
                    <a:pt x="1213867" y="1843519"/>
                    <a:pt x="1327823" y="1527260"/>
                    <a:pt x="1327823" y="1516535"/>
                  </a:cubicBezTo>
                  <a:cubicBezTo>
                    <a:pt x="1327823" y="1510949"/>
                    <a:pt x="1325038" y="1505741"/>
                    <a:pt x="1320312" y="1502596"/>
                  </a:cubicBezTo>
                  <a:cubicBezTo>
                    <a:pt x="1315654" y="1499519"/>
                    <a:pt x="1309363" y="1499089"/>
                    <a:pt x="1304619" y="1501203"/>
                  </a:cubicBezTo>
                  <a:cubicBezTo>
                    <a:pt x="1270140" y="1515830"/>
                    <a:pt x="1235661" y="1530079"/>
                    <a:pt x="1199961" y="1544844"/>
                  </a:cubicBezTo>
                  <a:cubicBezTo>
                    <a:pt x="1121412" y="1577415"/>
                    <a:pt x="1040199" y="1611069"/>
                    <a:pt x="962200" y="1647868"/>
                  </a:cubicBezTo>
                  <a:cubicBezTo>
                    <a:pt x="883703" y="1685011"/>
                    <a:pt x="821671" y="1734685"/>
                    <a:pt x="777326" y="1795805"/>
                  </a:cubicBezTo>
                  <a:cubicBezTo>
                    <a:pt x="819592" y="1675713"/>
                    <a:pt x="868595" y="1557975"/>
                    <a:pt x="923459" y="1444827"/>
                  </a:cubicBezTo>
                  <a:cubicBezTo>
                    <a:pt x="929767" y="1432623"/>
                    <a:pt x="959399" y="1419664"/>
                    <a:pt x="1001887" y="1419664"/>
                  </a:cubicBezTo>
                  <a:cubicBezTo>
                    <a:pt x="1015706" y="1419664"/>
                    <a:pt x="1029096" y="1421142"/>
                    <a:pt x="1040663" y="1423926"/>
                  </a:cubicBezTo>
                  <a:cubicBezTo>
                    <a:pt x="1140491" y="1447852"/>
                    <a:pt x="1239477" y="1433345"/>
                    <a:pt x="1349033" y="1378601"/>
                  </a:cubicBezTo>
                  <a:cubicBezTo>
                    <a:pt x="1461115" y="1322569"/>
                    <a:pt x="1554102" y="1230957"/>
                    <a:pt x="1633305" y="1098455"/>
                  </a:cubicBezTo>
                  <a:cubicBezTo>
                    <a:pt x="1634817" y="1095894"/>
                    <a:pt x="1637791" y="1088073"/>
                    <a:pt x="1639389" y="1083690"/>
                  </a:cubicBezTo>
                  <a:cubicBezTo>
                    <a:pt x="1641400" y="1078328"/>
                    <a:pt x="1640592" y="1072415"/>
                    <a:pt x="1637258" y="1067929"/>
                  </a:cubicBezTo>
                  <a:cubicBezTo>
                    <a:pt x="1634164" y="1063666"/>
                    <a:pt x="1629214" y="1061122"/>
                    <a:pt x="1622906" y="1061122"/>
                  </a:cubicBezTo>
                  <a:cubicBezTo>
                    <a:pt x="1622854" y="1061122"/>
                    <a:pt x="1622820" y="1061122"/>
                    <a:pt x="1622768" y="1061122"/>
                  </a:cubicBezTo>
                  <a:lnTo>
                    <a:pt x="1583202" y="1063615"/>
                  </a:lnTo>
                  <a:cubicBezTo>
                    <a:pt x="1558949" y="1065144"/>
                    <a:pt x="1535402" y="1066640"/>
                    <a:pt x="1511854" y="1067843"/>
                  </a:cubicBezTo>
                  <a:lnTo>
                    <a:pt x="1486708" y="1069115"/>
                  </a:lnTo>
                  <a:cubicBezTo>
                    <a:pt x="1411631" y="1072896"/>
                    <a:pt x="1333976" y="1076781"/>
                    <a:pt x="1258005" y="1094880"/>
                  </a:cubicBezTo>
                  <a:cubicBezTo>
                    <a:pt x="1171361" y="1115711"/>
                    <a:pt x="1107748" y="1147698"/>
                    <a:pt x="1058969" y="1195137"/>
                  </a:cubicBezTo>
                  <a:cubicBezTo>
                    <a:pt x="1116703" y="1099039"/>
                    <a:pt x="1178528" y="1007599"/>
                    <a:pt x="1243653" y="921951"/>
                  </a:cubicBezTo>
                  <a:cubicBezTo>
                    <a:pt x="1245406" y="919683"/>
                    <a:pt x="1253811" y="916211"/>
                    <a:pt x="1260704" y="915059"/>
                  </a:cubicBezTo>
                  <a:cubicBezTo>
                    <a:pt x="1264141" y="914251"/>
                    <a:pt x="1276654" y="911621"/>
                    <a:pt x="1293292" y="911621"/>
                  </a:cubicBezTo>
                  <a:cubicBezTo>
                    <a:pt x="1315362" y="911621"/>
                    <a:pt x="1334681" y="916108"/>
                    <a:pt x="1351061" y="925114"/>
                  </a:cubicBezTo>
                  <a:cubicBezTo>
                    <a:pt x="1455134" y="976008"/>
                    <a:pt x="1572012" y="979789"/>
                    <a:pt x="1698911" y="936200"/>
                  </a:cubicBezTo>
                  <a:cubicBezTo>
                    <a:pt x="1803001" y="900638"/>
                    <a:pt x="1891159" y="834585"/>
                    <a:pt x="1968436" y="734328"/>
                  </a:cubicBezTo>
                  <a:cubicBezTo>
                    <a:pt x="1970945" y="731096"/>
                    <a:pt x="1973214" y="727573"/>
                    <a:pt x="1975276" y="723860"/>
                  </a:cubicBezTo>
                  <a:cubicBezTo>
                    <a:pt x="1977631" y="719580"/>
                    <a:pt x="1977786" y="714871"/>
                    <a:pt x="1975723" y="710574"/>
                  </a:cubicBezTo>
                  <a:cubicBezTo>
                    <a:pt x="1969742" y="698027"/>
                    <a:pt x="1943857" y="692131"/>
                    <a:pt x="1932960" y="690172"/>
                  </a:cubicBezTo>
                  <a:cubicBezTo>
                    <a:pt x="1906215" y="685497"/>
                    <a:pt x="1875913" y="680168"/>
                    <a:pt x="1845868" y="676095"/>
                  </a:cubicBezTo>
                  <a:cubicBezTo>
                    <a:pt x="1832101" y="674170"/>
                    <a:pt x="1818316" y="672159"/>
                    <a:pt x="1804497" y="670113"/>
                  </a:cubicBezTo>
                  <a:lnTo>
                    <a:pt x="1802726" y="669838"/>
                  </a:lnTo>
                  <a:cubicBezTo>
                    <a:pt x="1755906" y="662929"/>
                    <a:pt x="1707505" y="655779"/>
                    <a:pt x="1658743" y="653321"/>
                  </a:cubicBezTo>
                  <a:cubicBezTo>
                    <a:pt x="1569640" y="648766"/>
                    <a:pt x="1490524" y="666951"/>
                    <a:pt x="1425777" y="707205"/>
                  </a:cubicBezTo>
                  <a:cubicBezTo>
                    <a:pt x="1469314" y="660866"/>
                    <a:pt x="1513797" y="616899"/>
                    <a:pt x="1558967" y="575597"/>
                  </a:cubicBezTo>
                  <a:cubicBezTo>
                    <a:pt x="1573250" y="562568"/>
                    <a:pt x="1589407" y="549437"/>
                    <a:pt x="1611424" y="532953"/>
                  </a:cubicBezTo>
                  <a:cubicBezTo>
                    <a:pt x="1613126" y="531647"/>
                    <a:pt x="1617457" y="530117"/>
                    <a:pt x="1622768" y="529808"/>
                  </a:cubicBezTo>
                  <a:cubicBezTo>
                    <a:pt x="1778818" y="523706"/>
                    <a:pt x="1908673" y="454817"/>
                    <a:pt x="2019707" y="319238"/>
                  </a:cubicBezTo>
                  <a:cubicBezTo>
                    <a:pt x="2080192" y="245433"/>
                    <a:pt x="2126565" y="152343"/>
                    <a:pt x="2161508" y="34640"/>
                  </a:cubicBezTo>
                  <a:lnTo>
                    <a:pt x="2162711" y="30601"/>
                  </a:lnTo>
                  <a:cubicBezTo>
                    <a:pt x="2166441" y="18225"/>
                    <a:pt x="2168504" y="11419"/>
                    <a:pt x="2159927" y="3443"/>
                  </a:cubicBezTo>
                  <a:cubicBezTo>
                    <a:pt x="2153309" y="-2710"/>
                    <a:pt x="2141656" y="-888"/>
                    <a:pt x="2111371" y="11109"/>
                  </a:cubicBezTo>
                  <a:cubicBezTo>
                    <a:pt x="2083870" y="21680"/>
                    <a:pt x="2056197" y="31941"/>
                    <a:pt x="2027786" y="42477"/>
                  </a:cubicBezTo>
                  <a:cubicBezTo>
                    <a:pt x="1970704" y="63636"/>
                    <a:pt x="1911664" y="85516"/>
                    <a:pt x="1854686" y="110232"/>
                  </a:cubicBezTo>
                  <a:cubicBezTo>
                    <a:pt x="1759464" y="151621"/>
                    <a:pt x="1683425" y="214357"/>
                    <a:pt x="1628715" y="296670"/>
                  </a:cubicBezTo>
                  <a:cubicBezTo>
                    <a:pt x="1587052" y="359303"/>
                    <a:pt x="1570586" y="422228"/>
                    <a:pt x="1578337" y="488711"/>
                  </a:cubicBezTo>
                  <a:cubicBezTo>
                    <a:pt x="1578286" y="489451"/>
                    <a:pt x="1577633" y="491221"/>
                    <a:pt x="1577530" y="491427"/>
                  </a:cubicBezTo>
                  <a:cubicBezTo>
                    <a:pt x="1478132" y="577247"/>
                    <a:pt x="1383117" y="673860"/>
                    <a:pt x="1285558" y="788848"/>
                  </a:cubicBezTo>
                  <a:cubicBezTo>
                    <a:pt x="1350614" y="689381"/>
                    <a:pt x="1393017" y="574858"/>
                    <a:pt x="1414295" y="442098"/>
                  </a:cubicBezTo>
                  <a:cubicBezTo>
                    <a:pt x="1435746" y="308255"/>
                    <a:pt x="1437104" y="189125"/>
                    <a:pt x="1418472" y="77919"/>
                  </a:cubicBezTo>
                  <a:cubicBezTo>
                    <a:pt x="1417286" y="70958"/>
                    <a:pt x="1415688" y="63997"/>
                    <a:pt x="1413642" y="55282"/>
                  </a:cubicBezTo>
                  <a:lnTo>
                    <a:pt x="1410600" y="41859"/>
                  </a:lnTo>
                  <a:cubicBezTo>
                    <a:pt x="1409225" y="36101"/>
                    <a:pt x="1404894" y="31443"/>
                    <a:pt x="1399204" y="29655"/>
                  </a:cubicBezTo>
                  <a:cubicBezTo>
                    <a:pt x="1393515" y="27971"/>
                    <a:pt x="1387138" y="29466"/>
                    <a:pt x="1382893" y="33505"/>
                  </a:cubicBezTo>
                  <a:cubicBezTo>
                    <a:pt x="1376087" y="39916"/>
                    <a:pt x="1369418" y="45967"/>
                    <a:pt x="1362903" y="51845"/>
                  </a:cubicBezTo>
                  <a:lnTo>
                    <a:pt x="1358314" y="55987"/>
                  </a:lnTo>
                  <a:cubicBezTo>
                    <a:pt x="1341642" y="71009"/>
                    <a:pt x="1325898" y="85189"/>
                    <a:pt x="1311649" y="101226"/>
                  </a:cubicBezTo>
                  <a:cubicBezTo>
                    <a:pt x="1173200" y="257413"/>
                    <a:pt x="1092451" y="422383"/>
                    <a:pt x="1064795" y="605572"/>
                  </a:cubicBezTo>
                  <a:cubicBezTo>
                    <a:pt x="1052197" y="688367"/>
                    <a:pt x="1057422" y="758855"/>
                    <a:pt x="1080780" y="821006"/>
                  </a:cubicBezTo>
                  <a:cubicBezTo>
                    <a:pt x="1088515" y="841598"/>
                    <a:pt x="1100581" y="859989"/>
                    <a:pt x="1112595" y="878242"/>
                  </a:cubicBezTo>
                  <a:cubicBezTo>
                    <a:pt x="1118095" y="886579"/>
                    <a:pt x="1123595" y="894949"/>
                    <a:pt x="1128631" y="903543"/>
                  </a:cubicBezTo>
                  <a:cubicBezTo>
                    <a:pt x="1132344" y="909714"/>
                    <a:pt x="1132653" y="911312"/>
                    <a:pt x="1132636" y="911020"/>
                  </a:cubicBezTo>
                  <a:cubicBezTo>
                    <a:pt x="1130350" y="935513"/>
                    <a:pt x="1127067" y="962807"/>
                    <a:pt x="1122633" y="995568"/>
                  </a:cubicBezTo>
                  <a:cubicBezTo>
                    <a:pt x="1122444" y="995980"/>
                    <a:pt x="1121825" y="996943"/>
                    <a:pt x="1119848" y="999555"/>
                  </a:cubicBezTo>
                  <a:lnTo>
                    <a:pt x="1118250" y="1001772"/>
                  </a:lnTo>
                  <a:cubicBezTo>
                    <a:pt x="1042537" y="1107014"/>
                    <a:pt x="972685" y="1217963"/>
                    <a:pt x="909829" y="1332795"/>
                  </a:cubicBezTo>
                  <a:cubicBezTo>
                    <a:pt x="934545" y="1247028"/>
                    <a:pt x="954225" y="1138468"/>
                    <a:pt x="952833" y="1012326"/>
                  </a:cubicBezTo>
                  <a:cubicBezTo>
                    <a:pt x="951148" y="861020"/>
                    <a:pt x="916308" y="726077"/>
                    <a:pt x="846285" y="599729"/>
                  </a:cubicBezTo>
                  <a:cubicBezTo>
                    <a:pt x="843517" y="594813"/>
                    <a:pt x="838498" y="591616"/>
                    <a:pt x="831469" y="591135"/>
                  </a:cubicBezTo>
                  <a:cubicBezTo>
                    <a:pt x="826364" y="591135"/>
                    <a:pt x="821448" y="593661"/>
                    <a:pt x="818234" y="597975"/>
                  </a:cubicBezTo>
                  <a:cubicBezTo>
                    <a:pt x="816137" y="600897"/>
                    <a:pt x="814006" y="603647"/>
                    <a:pt x="811977" y="606260"/>
                  </a:cubicBezTo>
                  <a:cubicBezTo>
                    <a:pt x="807457" y="612104"/>
                    <a:pt x="803229" y="617639"/>
                    <a:pt x="799447" y="623551"/>
                  </a:cubicBezTo>
                  <a:cubicBezTo>
                    <a:pt x="743690" y="710986"/>
                    <a:pt x="713782" y="807394"/>
                    <a:pt x="693930" y="881628"/>
                  </a:cubicBezTo>
                  <a:cubicBezTo>
                    <a:pt x="657647" y="1017774"/>
                    <a:pt x="640974" y="1131456"/>
                    <a:pt x="641456" y="1239413"/>
                  </a:cubicBezTo>
                  <a:cubicBezTo>
                    <a:pt x="641731" y="1331180"/>
                    <a:pt x="658454" y="1401719"/>
                    <a:pt x="694102" y="1461413"/>
                  </a:cubicBezTo>
                  <a:cubicBezTo>
                    <a:pt x="705188" y="1479993"/>
                    <a:pt x="719145" y="1496253"/>
                    <a:pt x="733171" y="1512616"/>
                  </a:cubicBezTo>
                  <a:cubicBezTo>
                    <a:pt x="740613" y="1521296"/>
                    <a:pt x="748262" y="1530217"/>
                    <a:pt x="755188" y="1539361"/>
                  </a:cubicBezTo>
                  <a:cubicBezTo>
                    <a:pt x="760035" y="1545720"/>
                    <a:pt x="762373" y="1552200"/>
                    <a:pt x="762510" y="1555810"/>
                  </a:cubicBezTo>
                  <a:cubicBezTo>
                    <a:pt x="763421" y="1577569"/>
                    <a:pt x="762940" y="1599690"/>
                    <a:pt x="762476" y="1621072"/>
                  </a:cubicBezTo>
                  <a:lnTo>
                    <a:pt x="762149" y="1635854"/>
                  </a:lnTo>
                  <a:cubicBezTo>
                    <a:pt x="762098" y="1638398"/>
                    <a:pt x="761513" y="1641320"/>
                    <a:pt x="760637" y="1643554"/>
                  </a:cubicBezTo>
                  <a:cubicBezTo>
                    <a:pt x="715879" y="1751993"/>
                    <a:pt x="676536" y="1864694"/>
                    <a:pt x="642985" y="1980438"/>
                  </a:cubicBezTo>
                  <a:cubicBezTo>
                    <a:pt x="647918" y="1941026"/>
                    <a:pt x="650703" y="1902869"/>
                    <a:pt x="651407" y="1865640"/>
                  </a:cubicBezTo>
                  <a:cubicBezTo>
                    <a:pt x="655464" y="1654331"/>
                    <a:pt x="590648" y="1465624"/>
                    <a:pt x="458713" y="1304693"/>
                  </a:cubicBezTo>
                  <a:lnTo>
                    <a:pt x="431212" y="1271194"/>
                  </a:lnTo>
                  <a:cubicBezTo>
                    <a:pt x="428032" y="1267258"/>
                    <a:pt x="423323" y="1265023"/>
                    <a:pt x="418304" y="1265023"/>
                  </a:cubicBezTo>
                  <a:lnTo>
                    <a:pt x="415554" y="1265264"/>
                  </a:lnTo>
                  <a:cubicBezTo>
                    <a:pt x="409676" y="1266244"/>
                    <a:pt x="404726" y="1270317"/>
                    <a:pt x="402680" y="1275869"/>
                  </a:cubicBezTo>
                  <a:cubicBezTo>
                    <a:pt x="400171" y="1282555"/>
                    <a:pt x="397713" y="1288863"/>
                    <a:pt x="395324" y="1294965"/>
                  </a:cubicBezTo>
                  <a:cubicBezTo>
                    <a:pt x="390717" y="1306756"/>
                    <a:pt x="386369" y="1317928"/>
                    <a:pt x="382691" y="1329289"/>
                  </a:cubicBezTo>
                  <a:cubicBezTo>
                    <a:pt x="354382" y="1417962"/>
                    <a:pt x="340494" y="1514833"/>
                    <a:pt x="337675" y="1643331"/>
                  </a:cubicBezTo>
                  <a:lnTo>
                    <a:pt x="337624" y="1645840"/>
                  </a:lnTo>
                  <a:cubicBezTo>
                    <a:pt x="335510" y="1739325"/>
                    <a:pt x="332605" y="1867393"/>
                    <a:pt x="371003" y="1989943"/>
                  </a:cubicBezTo>
                  <a:cubicBezTo>
                    <a:pt x="408799" y="2110586"/>
                    <a:pt x="475454" y="2171551"/>
                    <a:pt x="488379" y="2182500"/>
                  </a:cubicBezTo>
                  <a:lnTo>
                    <a:pt x="489754" y="2183737"/>
                  </a:lnTo>
                  <a:cubicBezTo>
                    <a:pt x="524938" y="2215140"/>
                    <a:pt x="547850" y="2243861"/>
                    <a:pt x="552594" y="2262510"/>
                  </a:cubicBezTo>
                  <a:cubicBezTo>
                    <a:pt x="554502" y="2270038"/>
                    <a:pt x="556444" y="2277584"/>
                    <a:pt x="558713" y="2285044"/>
                  </a:cubicBezTo>
                  <a:cubicBezTo>
                    <a:pt x="568750" y="2318234"/>
                    <a:pt x="562477" y="2349859"/>
                    <a:pt x="555705" y="2384012"/>
                  </a:cubicBezTo>
                  <a:cubicBezTo>
                    <a:pt x="552336" y="2401251"/>
                    <a:pt x="548830" y="2419058"/>
                    <a:pt x="547609" y="2437329"/>
                  </a:cubicBezTo>
                  <a:cubicBezTo>
                    <a:pt x="542762" y="2510447"/>
                    <a:pt x="536815" y="2584802"/>
                    <a:pt x="531057" y="2656699"/>
                  </a:cubicBezTo>
                  <a:lnTo>
                    <a:pt x="530542" y="2663351"/>
                  </a:lnTo>
                  <a:cubicBezTo>
                    <a:pt x="529063" y="2681690"/>
                    <a:pt x="527585" y="2700030"/>
                    <a:pt x="526124" y="2718369"/>
                  </a:cubicBezTo>
                  <a:cubicBezTo>
                    <a:pt x="511446" y="2553846"/>
                    <a:pt x="456960" y="2404294"/>
                    <a:pt x="363217" y="2272032"/>
                  </a:cubicBezTo>
                  <a:cubicBezTo>
                    <a:pt x="305809" y="2191111"/>
                    <a:pt x="237366" y="2121878"/>
                    <a:pt x="159745" y="2066206"/>
                  </a:cubicBezTo>
                  <a:cubicBezTo>
                    <a:pt x="156394" y="2063800"/>
                    <a:pt x="152870" y="2061651"/>
                    <a:pt x="148161" y="2058850"/>
                  </a:cubicBezTo>
                  <a:cubicBezTo>
                    <a:pt x="145875" y="2057526"/>
                    <a:pt x="143228" y="2055945"/>
                    <a:pt x="140014" y="2053934"/>
                  </a:cubicBezTo>
                  <a:cubicBezTo>
                    <a:pt x="135167" y="2051029"/>
                    <a:pt x="128945" y="2050771"/>
                    <a:pt x="123943" y="2053212"/>
                  </a:cubicBezTo>
                  <a:cubicBezTo>
                    <a:pt x="118821" y="2055704"/>
                    <a:pt x="115297" y="2060775"/>
                    <a:pt x="114713" y="2066516"/>
                  </a:cubicBezTo>
                  <a:cubicBezTo>
                    <a:pt x="113665" y="2076914"/>
                    <a:pt x="112444" y="2086986"/>
                    <a:pt x="111155" y="2097437"/>
                  </a:cubicBezTo>
                  <a:cubicBezTo>
                    <a:pt x="108560" y="2118836"/>
                    <a:pt x="106102" y="2139049"/>
                    <a:pt x="105999" y="2159812"/>
                  </a:cubicBezTo>
                  <a:cubicBezTo>
                    <a:pt x="104847" y="2375040"/>
                    <a:pt x="150378" y="2576723"/>
                    <a:pt x="241371" y="2759191"/>
                  </a:cubicBezTo>
                  <a:cubicBezTo>
                    <a:pt x="266723" y="2810102"/>
                    <a:pt x="300223" y="2854137"/>
                    <a:pt x="340975" y="2890129"/>
                  </a:cubicBezTo>
                  <a:cubicBezTo>
                    <a:pt x="381384" y="2925622"/>
                    <a:pt x="424990" y="2946557"/>
                    <a:pt x="474199" y="2954085"/>
                  </a:cubicBezTo>
                  <a:cubicBezTo>
                    <a:pt x="475282" y="2954274"/>
                    <a:pt x="477860" y="2955838"/>
                    <a:pt x="478256" y="2956148"/>
                  </a:cubicBezTo>
                  <a:cubicBezTo>
                    <a:pt x="480920" y="2961493"/>
                    <a:pt x="483687" y="2966856"/>
                    <a:pt x="486454" y="2972236"/>
                  </a:cubicBezTo>
                  <a:cubicBezTo>
                    <a:pt x="496286" y="2991229"/>
                    <a:pt x="506444" y="3010874"/>
                    <a:pt x="511497" y="3030572"/>
                  </a:cubicBezTo>
                  <a:cubicBezTo>
                    <a:pt x="515708" y="3047227"/>
                    <a:pt x="515708" y="3065429"/>
                    <a:pt x="515708" y="3084714"/>
                  </a:cubicBezTo>
                  <a:cubicBezTo>
                    <a:pt x="515708" y="3091778"/>
                    <a:pt x="515708" y="3098894"/>
                    <a:pt x="515932" y="3105872"/>
                  </a:cubicBezTo>
                  <a:cubicBezTo>
                    <a:pt x="520658" y="3272595"/>
                    <a:pt x="526863" y="3330657"/>
                    <a:pt x="553539" y="3479625"/>
                  </a:cubicBezTo>
                  <a:cubicBezTo>
                    <a:pt x="537262" y="3435331"/>
                    <a:pt x="516826" y="3390918"/>
                    <a:pt x="490442" y="3348188"/>
                  </a:cubicBezTo>
                  <a:cubicBezTo>
                    <a:pt x="383602" y="3175260"/>
                    <a:pt x="247868" y="3057883"/>
                    <a:pt x="75490" y="2989389"/>
                  </a:cubicBezTo>
                  <a:cubicBezTo>
                    <a:pt x="64524" y="2984972"/>
                    <a:pt x="53524" y="2981792"/>
                    <a:pt x="40770" y="2978080"/>
                  </a:cubicBezTo>
                  <a:lnTo>
                    <a:pt x="38227" y="2977323"/>
                  </a:lnTo>
                  <a:cubicBezTo>
                    <a:pt x="33053" y="2975811"/>
                    <a:pt x="27570" y="2974195"/>
                    <a:pt x="21709" y="2972408"/>
                  </a:cubicBezTo>
                  <a:cubicBezTo>
                    <a:pt x="16415" y="2970672"/>
                    <a:pt x="10382" y="2971858"/>
                    <a:pt x="6068" y="2975433"/>
                  </a:cubicBezTo>
                  <a:cubicBezTo>
                    <a:pt x="1771" y="2978991"/>
                    <a:pt x="-481" y="2984439"/>
                    <a:pt x="86" y="2990111"/>
                  </a:cubicBezTo>
                  <a:cubicBezTo>
                    <a:pt x="1358" y="3001937"/>
                    <a:pt x="2235" y="3013435"/>
                    <a:pt x="3043" y="3024659"/>
                  </a:cubicBezTo>
                  <a:cubicBezTo>
                    <a:pt x="4813" y="3049272"/>
                    <a:pt x="6480" y="3072510"/>
                    <a:pt x="12445" y="3095508"/>
                  </a:cubicBezTo>
                  <a:cubicBezTo>
                    <a:pt x="68065" y="3310340"/>
                    <a:pt x="160124" y="3481447"/>
                    <a:pt x="293863" y="3618624"/>
                  </a:cubicBezTo>
                  <a:cubicBezTo>
                    <a:pt x="351048" y="3677269"/>
                    <a:pt x="411309" y="3710889"/>
                    <a:pt x="478084" y="3721425"/>
                  </a:cubicBezTo>
                  <a:cubicBezTo>
                    <a:pt x="494928" y="3724055"/>
                    <a:pt x="515519" y="3724381"/>
                    <a:pt x="550376" y="3722216"/>
                  </a:cubicBezTo>
                  <a:lnTo>
                    <a:pt x="560414" y="3721614"/>
                  </a:lnTo>
                  <a:cubicBezTo>
                    <a:pt x="561944" y="3721528"/>
                    <a:pt x="563285" y="3721442"/>
                    <a:pt x="564505" y="3721442"/>
                  </a:cubicBezTo>
                  <a:cubicBezTo>
                    <a:pt x="567255" y="3721442"/>
                    <a:pt x="567479" y="3721442"/>
                    <a:pt x="569386" y="3724261"/>
                  </a:cubicBezTo>
                  <a:lnTo>
                    <a:pt x="616086" y="3788389"/>
                  </a:lnTo>
                  <a:cubicBezTo>
                    <a:pt x="616688" y="3789231"/>
                    <a:pt x="617564" y="3792274"/>
                    <a:pt x="618166" y="3794371"/>
                  </a:cubicBezTo>
                  <a:lnTo>
                    <a:pt x="618853" y="3796674"/>
                  </a:lnTo>
                  <a:cubicBezTo>
                    <a:pt x="667323" y="3960991"/>
                    <a:pt x="727464" y="4119257"/>
                    <a:pt x="798382" y="4269464"/>
                  </a:cubicBezTo>
                  <a:cubicBezTo>
                    <a:pt x="766464" y="4225411"/>
                    <a:pt x="731486" y="4185191"/>
                    <a:pt x="692504" y="4147360"/>
                  </a:cubicBezTo>
                  <a:cubicBezTo>
                    <a:pt x="513233" y="3973418"/>
                    <a:pt x="206737" y="3968382"/>
                    <a:pt x="172379" y="3968382"/>
                  </a:cubicBezTo>
                  <a:lnTo>
                    <a:pt x="168099" y="3968416"/>
                  </a:lnTo>
                  <a:lnTo>
                    <a:pt x="165400" y="3968915"/>
                  </a:lnTo>
                  <a:cubicBezTo>
                    <a:pt x="156978" y="3971905"/>
                    <a:pt x="152423" y="3980912"/>
                    <a:pt x="155019" y="3989385"/>
                  </a:cubicBezTo>
                  <a:cubicBezTo>
                    <a:pt x="157408" y="3997378"/>
                    <a:pt x="159642" y="4005456"/>
                    <a:pt x="162203" y="4014944"/>
                  </a:cubicBezTo>
                  <a:cubicBezTo>
                    <a:pt x="167102" y="4032768"/>
                    <a:pt x="172190" y="4051176"/>
                    <a:pt x="179323" y="4068983"/>
                  </a:cubicBezTo>
                  <a:cubicBezTo>
                    <a:pt x="213286" y="4153857"/>
                    <a:pt x="268339" y="4235500"/>
                    <a:pt x="352612" y="4326012"/>
                  </a:cubicBezTo>
                  <a:cubicBezTo>
                    <a:pt x="410518" y="4388060"/>
                    <a:pt x="475798" y="4450986"/>
                    <a:pt x="560689" y="4490776"/>
                  </a:cubicBezTo>
                  <a:cubicBezTo>
                    <a:pt x="653659" y="4534433"/>
                    <a:pt x="737605" y="4545090"/>
                    <a:pt x="821087" y="4523708"/>
                  </a:cubicBezTo>
                  <a:cubicBezTo>
                    <a:pt x="835284" y="4519978"/>
                    <a:pt x="851613" y="4515251"/>
                    <a:pt x="865655" y="4506142"/>
                  </a:cubicBezTo>
                  <a:cubicBezTo>
                    <a:pt x="875659" y="4499731"/>
                    <a:pt x="878392" y="4499937"/>
                    <a:pt x="888223" y="4507259"/>
                  </a:cubicBezTo>
                  <a:cubicBezTo>
                    <a:pt x="899877" y="4515922"/>
                    <a:pt x="912269" y="4523192"/>
                    <a:pt x="924301" y="4530239"/>
                  </a:cubicBezTo>
                  <a:cubicBezTo>
                    <a:pt x="930953" y="4534141"/>
                    <a:pt x="937656" y="4538077"/>
                    <a:pt x="943912" y="4542030"/>
                  </a:cubicBezTo>
                  <a:cubicBezTo>
                    <a:pt x="944909" y="4542873"/>
                    <a:pt x="947040" y="4546361"/>
                    <a:pt x="947831" y="4547651"/>
                  </a:cubicBezTo>
                  <a:cubicBezTo>
                    <a:pt x="1022736" y="4669823"/>
                    <a:pt x="1105256" y="4783366"/>
                    <a:pt x="1194358" y="4886941"/>
                  </a:cubicBezTo>
                  <a:cubicBezTo>
                    <a:pt x="1146163" y="4851878"/>
                    <a:pt x="1096679" y="4826508"/>
                    <a:pt x="1044118" y="4809613"/>
                  </a:cubicBezTo>
                  <a:cubicBezTo>
                    <a:pt x="883497" y="4757860"/>
                    <a:pt x="715140" y="4764443"/>
                    <a:pt x="548400" y="4828915"/>
                  </a:cubicBezTo>
                  <a:cubicBezTo>
                    <a:pt x="523512" y="4838557"/>
                    <a:pt x="496234" y="4853167"/>
                    <a:pt x="494412" y="4854198"/>
                  </a:cubicBezTo>
                  <a:cubicBezTo>
                    <a:pt x="490597" y="4856707"/>
                    <a:pt x="487967" y="4860764"/>
                    <a:pt x="487142" y="4865422"/>
                  </a:cubicBezTo>
                  <a:cubicBezTo>
                    <a:pt x="486420" y="4869994"/>
                    <a:pt x="487606" y="4874669"/>
                    <a:pt x="490390" y="4878244"/>
                  </a:cubicBezTo>
                  <a:cubicBezTo>
                    <a:pt x="495598" y="4885016"/>
                    <a:pt x="500634" y="4891823"/>
                    <a:pt x="505619" y="4898577"/>
                  </a:cubicBezTo>
                  <a:lnTo>
                    <a:pt x="506719" y="4900056"/>
                  </a:lnTo>
                  <a:cubicBezTo>
                    <a:pt x="517977" y="4915387"/>
                    <a:pt x="530731" y="4932730"/>
                    <a:pt x="545031" y="4948096"/>
                  </a:cubicBezTo>
                  <a:cubicBezTo>
                    <a:pt x="609434" y="5017140"/>
                    <a:pt x="688860" y="5063427"/>
                    <a:pt x="765106" y="5103166"/>
                  </a:cubicBezTo>
                  <a:cubicBezTo>
                    <a:pt x="869952" y="5157566"/>
                    <a:pt x="977171" y="5186871"/>
                    <a:pt x="1083805" y="5190309"/>
                  </a:cubicBezTo>
                  <a:cubicBezTo>
                    <a:pt x="1088824" y="5190481"/>
                    <a:pt x="1093843" y="5190584"/>
                    <a:pt x="1098845" y="5190584"/>
                  </a:cubicBezTo>
                  <a:cubicBezTo>
                    <a:pt x="1196936" y="5190584"/>
                    <a:pt x="1273509" y="5158253"/>
                    <a:pt x="1332532" y="5092131"/>
                  </a:cubicBezTo>
                  <a:cubicBezTo>
                    <a:pt x="1333254" y="5091616"/>
                    <a:pt x="1335815" y="5090636"/>
                    <a:pt x="1337225" y="5090619"/>
                  </a:cubicBezTo>
                  <a:cubicBezTo>
                    <a:pt x="1359775" y="5092234"/>
                    <a:pt x="1381209" y="5095517"/>
                    <a:pt x="1397228" y="5098181"/>
                  </a:cubicBezTo>
                  <a:cubicBezTo>
                    <a:pt x="1399754" y="5098628"/>
                    <a:pt x="1402865" y="5100141"/>
                    <a:pt x="1404808" y="5101894"/>
                  </a:cubicBezTo>
                  <a:cubicBezTo>
                    <a:pt x="1503415" y="5189192"/>
                    <a:pt x="1607849" y="5265816"/>
                    <a:pt x="1716941" y="5331027"/>
                  </a:cubicBezTo>
                  <a:cubicBezTo>
                    <a:pt x="1700406" y="5326128"/>
                    <a:pt x="1683373" y="5321866"/>
                    <a:pt x="1665944" y="5318445"/>
                  </a:cubicBezTo>
                  <a:cubicBezTo>
                    <a:pt x="1549359" y="5296032"/>
                    <a:pt x="1430383" y="5310092"/>
                    <a:pt x="1299738" y="5362000"/>
                  </a:cubicBezTo>
                  <a:cubicBezTo>
                    <a:pt x="1211598" y="5397132"/>
                    <a:pt x="1129628" y="5448747"/>
                    <a:pt x="1049137" y="5519785"/>
                  </a:cubicBezTo>
                  <a:cubicBezTo>
                    <a:pt x="1042502" y="5525612"/>
                    <a:pt x="1041574" y="5535632"/>
                    <a:pt x="1047040" y="5542577"/>
                  </a:cubicBezTo>
                  <a:cubicBezTo>
                    <a:pt x="1075521" y="5578826"/>
                    <a:pt x="1112578" y="5599125"/>
                    <a:pt x="1145080" y="5614181"/>
                  </a:cubicBezTo>
                  <a:cubicBezTo>
                    <a:pt x="1224351" y="5651015"/>
                    <a:pt x="1313832" y="5674597"/>
                    <a:pt x="1418730" y="5686320"/>
                  </a:cubicBezTo>
                  <a:cubicBezTo>
                    <a:pt x="1419039" y="5686336"/>
                    <a:pt x="1452745" y="5689259"/>
                    <a:pt x="1500012" y="5689259"/>
                  </a:cubicBezTo>
                  <a:cubicBezTo>
                    <a:pt x="1534130" y="5689259"/>
                    <a:pt x="1565876" y="5687729"/>
                    <a:pt x="1594322" y="5684721"/>
                  </a:cubicBezTo>
                  <a:cubicBezTo>
                    <a:pt x="1621514" y="5681868"/>
                    <a:pt x="1648636" y="5677210"/>
                    <a:pt x="1674951" y="5670885"/>
                  </a:cubicBezTo>
                  <a:cubicBezTo>
                    <a:pt x="1795817" y="5641459"/>
                    <a:pt x="1877717" y="5580957"/>
                    <a:pt x="1924641" y="5487025"/>
                  </a:cubicBezTo>
                  <a:cubicBezTo>
                    <a:pt x="1925483" y="5486217"/>
                    <a:pt x="1929092" y="5484120"/>
                    <a:pt x="1933664" y="5483003"/>
                  </a:cubicBezTo>
                  <a:cubicBezTo>
                    <a:pt x="1955476" y="5477589"/>
                    <a:pt x="1975104" y="5473773"/>
                    <a:pt x="1993771" y="5471281"/>
                  </a:cubicBezTo>
                  <a:cubicBezTo>
                    <a:pt x="1998171" y="5470576"/>
                    <a:pt x="2003654" y="5471762"/>
                    <a:pt x="2010563" y="5474546"/>
                  </a:cubicBezTo>
                  <a:cubicBezTo>
                    <a:pt x="2094028" y="5506705"/>
                    <a:pt x="2182357" y="5533501"/>
                    <a:pt x="2272921" y="5554161"/>
                  </a:cubicBezTo>
                  <a:cubicBezTo>
                    <a:pt x="2274193" y="5554470"/>
                    <a:pt x="2275516" y="5554625"/>
                    <a:pt x="2276839" y="5554625"/>
                  </a:cubicBezTo>
                  <a:cubicBezTo>
                    <a:pt x="2282924" y="5554625"/>
                    <a:pt x="2288527" y="5551273"/>
                    <a:pt x="2291484" y="5545808"/>
                  </a:cubicBezTo>
                  <a:cubicBezTo>
                    <a:pt x="2300129" y="5529720"/>
                    <a:pt x="2310665" y="5514285"/>
                    <a:pt x="2322783" y="5499933"/>
                  </a:cubicBezTo>
                  <a:cubicBezTo>
                    <a:pt x="2326581" y="5495412"/>
                    <a:pt x="2327716" y="5489397"/>
                    <a:pt x="2325842" y="5483828"/>
                  </a:cubicBezTo>
                  <a:cubicBezTo>
                    <a:pt x="2324055" y="5478431"/>
                    <a:pt x="2319517" y="5474340"/>
                    <a:pt x="2313708" y="5472982"/>
                  </a:cubicBezTo>
                  <a:close/>
                </a:path>
              </a:pathLst>
            </a:custGeom>
            <a:grpFill/>
            <a:ln w="17188"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grpSp>
        <p:nvGrpSpPr>
          <p:cNvPr id="26" name="Graphic 10">
            <a:extLst>
              <a:ext uri="{FF2B5EF4-FFF2-40B4-BE49-F238E27FC236}">
                <a16:creationId xmlns:a16="http://schemas.microsoft.com/office/drawing/2014/main" id="{A58F275C-CBD6-6924-1F24-7D02205724F6}"/>
              </a:ext>
            </a:extLst>
          </p:cNvPr>
          <p:cNvGrpSpPr/>
          <p:nvPr userDrawn="1"/>
        </p:nvGrpSpPr>
        <p:grpSpPr>
          <a:xfrm>
            <a:off x="8543644" y="4350871"/>
            <a:ext cx="3253482" cy="1553208"/>
            <a:chOff x="-4653512" y="542621"/>
            <a:chExt cx="12250752" cy="5689460"/>
          </a:xfrm>
          <a:solidFill>
            <a:srgbClr val="E5DFD3"/>
          </a:solidFill>
        </p:grpSpPr>
        <p:sp>
          <p:nvSpPr>
            <p:cNvPr id="27" name="Freeform 13">
              <a:extLst>
                <a:ext uri="{FF2B5EF4-FFF2-40B4-BE49-F238E27FC236}">
                  <a16:creationId xmlns:a16="http://schemas.microsoft.com/office/drawing/2014/main" id="{F34C11AA-4CE3-FDC9-F82F-35608DFFF31C}"/>
                </a:ext>
              </a:extLst>
            </p:cNvPr>
            <p:cNvSpPr/>
            <p:nvPr/>
          </p:nvSpPr>
          <p:spPr>
            <a:xfrm>
              <a:off x="5270511" y="542720"/>
              <a:ext cx="2326729" cy="5689361"/>
            </a:xfrm>
            <a:custGeom>
              <a:avLst/>
              <a:gdLst>
                <a:gd name="connsiteX0" fmla="*/ 2320660 w 2326735"/>
                <a:gd name="connsiteY0" fmla="*/ 2975382 h 5689362"/>
                <a:gd name="connsiteX1" fmla="*/ 2305139 w 2326735"/>
                <a:gd name="connsiteY1" fmla="*/ 2972323 h 5689362"/>
                <a:gd name="connsiteX2" fmla="*/ 2288501 w 2326735"/>
                <a:gd name="connsiteY2" fmla="*/ 2977273 h 5689362"/>
                <a:gd name="connsiteX3" fmla="*/ 2285974 w 2326735"/>
                <a:gd name="connsiteY3" fmla="*/ 2978012 h 5689362"/>
                <a:gd name="connsiteX4" fmla="*/ 2251289 w 2326735"/>
                <a:gd name="connsiteY4" fmla="*/ 2989322 h 5689362"/>
                <a:gd name="connsiteX5" fmla="*/ 1836268 w 2326735"/>
                <a:gd name="connsiteY5" fmla="*/ 3348138 h 5689362"/>
                <a:gd name="connsiteX6" fmla="*/ 1773171 w 2326735"/>
                <a:gd name="connsiteY6" fmla="*/ 3479574 h 5689362"/>
                <a:gd name="connsiteX7" fmla="*/ 1810779 w 2326735"/>
                <a:gd name="connsiteY7" fmla="*/ 3105839 h 5689362"/>
                <a:gd name="connsiteX8" fmla="*/ 1811002 w 2326735"/>
                <a:gd name="connsiteY8" fmla="*/ 3084663 h 5689362"/>
                <a:gd name="connsiteX9" fmla="*/ 1815213 w 2326735"/>
                <a:gd name="connsiteY9" fmla="*/ 3030539 h 5689362"/>
                <a:gd name="connsiteX10" fmla="*/ 1840256 w 2326735"/>
                <a:gd name="connsiteY10" fmla="*/ 2972185 h 5689362"/>
                <a:gd name="connsiteX11" fmla="*/ 1848077 w 2326735"/>
                <a:gd name="connsiteY11" fmla="*/ 2956699 h 5689362"/>
                <a:gd name="connsiteX12" fmla="*/ 1852425 w 2326735"/>
                <a:gd name="connsiteY12" fmla="*/ 2954052 h 5689362"/>
                <a:gd name="connsiteX13" fmla="*/ 1985770 w 2326735"/>
                <a:gd name="connsiteY13" fmla="*/ 2890061 h 5689362"/>
                <a:gd name="connsiteX14" fmla="*/ 2085356 w 2326735"/>
                <a:gd name="connsiteY14" fmla="*/ 2759140 h 5689362"/>
                <a:gd name="connsiteX15" fmla="*/ 2220729 w 2326735"/>
                <a:gd name="connsiteY15" fmla="*/ 2159762 h 5689362"/>
                <a:gd name="connsiteX16" fmla="*/ 2215504 w 2326735"/>
                <a:gd name="connsiteY16" fmla="*/ 2096802 h 5689362"/>
                <a:gd name="connsiteX17" fmla="*/ 2212015 w 2326735"/>
                <a:gd name="connsiteY17" fmla="*/ 2066448 h 5689362"/>
                <a:gd name="connsiteX18" fmla="*/ 2202802 w 2326735"/>
                <a:gd name="connsiteY18" fmla="*/ 2053162 h 5689362"/>
                <a:gd name="connsiteX19" fmla="*/ 2186594 w 2326735"/>
                <a:gd name="connsiteY19" fmla="*/ 2053970 h 5689362"/>
                <a:gd name="connsiteX20" fmla="*/ 2178498 w 2326735"/>
                <a:gd name="connsiteY20" fmla="*/ 2058851 h 5689362"/>
                <a:gd name="connsiteX21" fmla="*/ 2167017 w 2326735"/>
                <a:gd name="connsiteY21" fmla="*/ 2066156 h 5689362"/>
                <a:gd name="connsiteX22" fmla="*/ 1963511 w 2326735"/>
                <a:gd name="connsiteY22" fmla="*/ 2271982 h 5689362"/>
                <a:gd name="connsiteX23" fmla="*/ 1800621 w 2326735"/>
                <a:gd name="connsiteY23" fmla="*/ 2718319 h 5689362"/>
                <a:gd name="connsiteX24" fmla="*/ 1796203 w 2326735"/>
                <a:gd name="connsiteY24" fmla="*/ 2663300 h 5689362"/>
                <a:gd name="connsiteX25" fmla="*/ 1795688 w 2326735"/>
                <a:gd name="connsiteY25" fmla="*/ 2656649 h 5689362"/>
                <a:gd name="connsiteX26" fmla="*/ 1779136 w 2326735"/>
                <a:gd name="connsiteY26" fmla="*/ 2437278 h 5689362"/>
                <a:gd name="connsiteX27" fmla="*/ 1770920 w 2326735"/>
                <a:gd name="connsiteY27" fmla="*/ 2383326 h 5689362"/>
                <a:gd name="connsiteX28" fmla="*/ 1768049 w 2326735"/>
                <a:gd name="connsiteY28" fmla="*/ 2285027 h 5689362"/>
                <a:gd name="connsiteX29" fmla="*/ 1774185 w 2326735"/>
                <a:gd name="connsiteY29" fmla="*/ 2262460 h 5689362"/>
                <a:gd name="connsiteX30" fmla="*/ 1837025 w 2326735"/>
                <a:gd name="connsiteY30" fmla="*/ 2183687 h 5689362"/>
                <a:gd name="connsiteX31" fmla="*/ 1838348 w 2326735"/>
                <a:gd name="connsiteY31" fmla="*/ 2182501 h 5689362"/>
                <a:gd name="connsiteX32" fmla="*/ 1955794 w 2326735"/>
                <a:gd name="connsiteY32" fmla="*/ 1989893 h 5689362"/>
                <a:gd name="connsiteX33" fmla="*/ 1989156 w 2326735"/>
                <a:gd name="connsiteY33" fmla="*/ 1645790 h 5689362"/>
                <a:gd name="connsiteX34" fmla="*/ 1989104 w 2326735"/>
                <a:gd name="connsiteY34" fmla="*/ 1643297 h 5689362"/>
                <a:gd name="connsiteX35" fmla="*/ 1944071 w 2326735"/>
                <a:gd name="connsiteY35" fmla="*/ 1329204 h 5689362"/>
                <a:gd name="connsiteX36" fmla="*/ 1931456 w 2326735"/>
                <a:gd name="connsiteY36" fmla="*/ 1294914 h 5689362"/>
                <a:gd name="connsiteX37" fmla="*/ 1924116 w 2326735"/>
                <a:gd name="connsiteY37" fmla="*/ 1275853 h 5689362"/>
                <a:gd name="connsiteX38" fmla="*/ 1911311 w 2326735"/>
                <a:gd name="connsiteY38" fmla="*/ 1265214 h 5689362"/>
                <a:gd name="connsiteX39" fmla="*/ 1908475 w 2326735"/>
                <a:gd name="connsiteY39" fmla="*/ 1264956 h 5689362"/>
                <a:gd name="connsiteX40" fmla="*/ 1895584 w 2326735"/>
                <a:gd name="connsiteY40" fmla="*/ 1271092 h 5689362"/>
                <a:gd name="connsiteX41" fmla="*/ 1868066 w 2326735"/>
                <a:gd name="connsiteY41" fmla="*/ 1304626 h 5689362"/>
                <a:gd name="connsiteX42" fmla="*/ 1675372 w 2326735"/>
                <a:gd name="connsiteY42" fmla="*/ 1865572 h 5689362"/>
                <a:gd name="connsiteX43" fmla="*/ 1683794 w 2326735"/>
                <a:gd name="connsiteY43" fmla="*/ 1980371 h 5689362"/>
                <a:gd name="connsiteX44" fmla="*/ 1566211 w 2326735"/>
                <a:gd name="connsiteY44" fmla="*/ 1643624 h 5689362"/>
                <a:gd name="connsiteX45" fmla="*/ 1564613 w 2326735"/>
                <a:gd name="connsiteY45" fmla="*/ 1635821 h 5689362"/>
                <a:gd name="connsiteX46" fmla="*/ 1564303 w 2326735"/>
                <a:gd name="connsiteY46" fmla="*/ 1621005 h 5689362"/>
                <a:gd name="connsiteX47" fmla="*/ 1564269 w 2326735"/>
                <a:gd name="connsiteY47" fmla="*/ 1555742 h 5689362"/>
                <a:gd name="connsiteX48" fmla="*/ 1571608 w 2326735"/>
                <a:gd name="connsiteY48" fmla="*/ 1539276 h 5689362"/>
                <a:gd name="connsiteX49" fmla="*/ 1594124 w 2326735"/>
                <a:gd name="connsiteY49" fmla="*/ 1511947 h 5689362"/>
                <a:gd name="connsiteX50" fmla="*/ 1632694 w 2326735"/>
                <a:gd name="connsiteY50" fmla="*/ 1461380 h 5689362"/>
                <a:gd name="connsiteX51" fmla="*/ 1685358 w 2326735"/>
                <a:gd name="connsiteY51" fmla="*/ 1239363 h 5689362"/>
                <a:gd name="connsiteX52" fmla="*/ 1632883 w 2326735"/>
                <a:gd name="connsiteY52" fmla="*/ 881578 h 5689362"/>
                <a:gd name="connsiteX53" fmla="*/ 1527349 w 2326735"/>
                <a:gd name="connsiteY53" fmla="*/ 623466 h 5689362"/>
                <a:gd name="connsiteX54" fmla="*/ 1514836 w 2326735"/>
                <a:gd name="connsiteY54" fmla="*/ 606192 h 5689362"/>
                <a:gd name="connsiteX55" fmla="*/ 1508511 w 2326735"/>
                <a:gd name="connsiteY55" fmla="*/ 597856 h 5689362"/>
                <a:gd name="connsiteX56" fmla="*/ 1493936 w 2326735"/>
                <a:gd name="connsiteY56" fmla="*/ 591136 h 5689362"/>
                <a:gd name="connsiteX57" fmla="*/ 1480495 w 2326735"/>
                <a:gd name="connsiteY57" fmla="*/ 599713 h 5689362"/>
                <a:gd name="connsiteX58" fmla="*/ 1373998 w 2326735"/>
                <a:gd name="connsiteY58" fmla="*/ 1012258 h 5689362"/>
                <a:gd name="connsiteX59" fmla="*/ 1416985 w 2326735"/>
                <a:gd name="connsiteY59" fmla="*/ 1332728 h 5689362"/>
                <a:gd name="connsiteX60" fmla="*/ 1208564 w 2326735"/>
                <a:gd name="connsiteY60" fmla="*/ 1001705 h 5689362"/>
                <a:gd name="connsiteX61" fmla="*/ 1206828 w 2326735"/>
                <a:gd name="connsiteY61" fmla="*/ 999316 h 5689362"/>
                <a:gd name="connsiteX62" fmla="*/ 1204508 w 2326735"/>
                <a:gd name="connsiteY62" fmla="*/ 996703 h 5689362"/>
                <a:gd name="connsiteX63" fmla="*/ 1194161 w 2326735"/>
                <a:gd name="connsiteY63" fmla="*/ 911691 h 5689362"/>
                <a:gd name="connsiteX64" fmla="*/ 1198199 w 2326735"/>
                <a:gd name="connsiteY64" fmla="*/ 903424 h 5689362"/>
                <a:gd name="connsiteX65" fmla="*/ 1214511 w 2326735"/>
                <a:gd name="connsiteY65" fmla="*/ 877711 h 5689362"/>
                <a:gd name="connsiteX66" fmla="*/ 1245999 w 2326735"/>
                <a:gd name="connsiteY66" fmla="*/ 820956 h 5689362"/>
                <a:gd name="connsiteX67" fmla="*/ 1261984 w 2326735"/>
                <a:gd name="connsiteY67" fmla="*/ 605539 h 5689362"/>
                <a:gd name="connsiteX68" fmla="*/ 1015130 w 2326735"/>
                <a:gd name="connsiteY68" fmla="*/ 101175 h 5689362"/>
                <a:gd name="connsiteX69" fmla="*/ 968482 w 2326735"/>
                <a:gd name="connsiteY69" fmla="*/ 55971 h 5689362"/>
                <a:gd name="connsiteX70" fmla="*/ 963876 w 2326735"/>
                <a:gd name="connsiteY70" fmla="*/ 51794 h 5689362"/>
                <a:gd name="connsiteX71" fmla="*/ 943921 w 2326735"/>
                <a:gd name="connsiteY71" fmla="*/ 33489 h 5689362"/>
                <a:gd name="connsiteX72" fmla="*/ 927506 w 2326735"/>
                <a:gd name="connsiteY72" fmla="*/ 29622 h 5689362"/>
                <a:gd name="connsiteX73" fmla="*/ 916179 w 2326735"/>
                <a:gd name="connsiteY73" fmla="*/ 41894 h 5689362"/>
                <a:gd name="connsiteX74" fmla="*/ 913154 w 2326735"/>
                <a:gd name="connsiteY74" fmla="*/ 55163 h 5689362"/>
                <a:gd name="connsiteX75" fmla="*/ 908307 w 2326735"/>
                <a:gd name="connsiteY75" fmla="*/ 77886 h 5689362"/>
                <a:gd name="connsiteX76" fmla="*/ 912484 w 2326735"/>
                <a:gd name="connsiteY76" fmla="*/ 442064 h 5689362"/>
                <a:gd name="connsiteX77" fmla="*/ 1041222 w 2326735"/>
                <a:gd name="connsiteY77" fmla="*/ 788797 h 5689362"/>
                <a:gd name="connsiteX78" fmla="*/ 749593 w 2326735"/>
                <a:gd name="connsiteY78" fmla="*/ 491772 h 5689362"/>
                <a:gd name="connsiteX79" fmla="*/ 748442 w 2326735"/>
                <a:gd name="connsiteY79" fmla="*/ 488970 h 5689362"/>
                <a:gd name="connsiteX80" fmla="*/ 698064 w 2326735"/>
                <a:gd name="connsiteY80" fmla="*/ 296654 h 5689362"/>
                <a:gd name="connsiteX81" fmla="*/ 472111 w 2326735"/>
                <a:gd name="connsiteY81" fmla="*/ 110216 h 5689362"/>
                <a:gd name="connsiteX82" fmla="*/ 298289 w 2326735"/>
                <a:gd name="connsiteY82" fmla="*/ 42186 h 5689362"/>
                <a:gd name="connsiteX83" fmla="*/ 214394 w 2326735"/>
                <a:gd name="connsiteY83" fmla="*/ 10681 h 5689362"/>
                <a:gd name="connsiteX84" fmla="*/ 166835 w 2326735"/>
                <a:gd name="connsiteY84" fmla="*/ 3410 h 5689362"/>
                <a:gd name="connsiteX85" fmla="*/ 164068 w 2326735"/>
                <a:gd name="connsiteY85" fmla="*/ 30567 h 5689362"/>
                <a:gd name="connsiteX86" fmla="*/ 165271 w 2326735"/>
                <a:gd name="connsiteY86" fmla="*/ 34606 h 5689362"/>
                <a:gd name="connsiteX87" fmla="*/ 307072 w 2326735"/>
                <a:gd name="connsiteY87" fmla="*/ 319188 h 5689362"/>
                <a:gd name="connsiteX88" fmla="*/ 703856 w 2326735"/>
                <a:gd name="connsiteY88" fmla="*/ 529758 h 5689362"/>
                <a:gd name="connsiteX89" fmla="*/ 715424 w 2326735"/>
                <a:gd name="connsiteY89" fmla="*/ 532972 h 5689362"/>
                <a:gd name="connsiteX90" fmla="*/ 767813 w 2326735"/>
                <a:gd name="connsiteY90" fmla="*/ 575581 h 5689362"/>
                <a:gd name="connsiteX91" fmla="*/ 900985 w 2326735"/>
                <a:gd name="connsiteY91" fmla="*/ 707172 h 5689362"/>
                <a:gd name="connsiteX92" fmla="*/ 668036 w 2326735"/>
                <a:gd name="connsiteY92" fmla="*/ 653305 h 5689362"/>
                <a:gd name="connsiteX93" fmla="*/ 524070 w 2326735"/>
                <a:gd name="connsiteY93" fmla="*/ 669822 h 5689362"/>
                <a:gd name="connsiteX94" fmla="*/ 522282 w 2326735"/>
                <a:gd name="connsiteY94" fmla="*/ 670097 h 5689362"/>
                <a:gd name="connsiteX95" fmla="*/ 480945 w 2326735"/>
                <a:gd name="connsiteY95" fmla="*/ 676079 h 5689362"/>
                <a:gd name="connsiteX96" fmla="*/ 393768 w 2326735"/>
                <a:gd name="connsiteY96" fmla="*/ 690156 h 5689362"/>
                <a:gd name="connsiteX97" fmla="*/ 351056 w 2326735"/>
                <a:gd name="connsiteY97" fmla="*/ 710558 h 5689362"/>
                <a:gd name="connsiteX98" fmla="*/ 351503 w 2326735"/>
                <a:gd name="connsiteY98" fmla="*/ 723844 h 5689362"/>
                <a:gd name="connsiteX99" fmla="*/ 358309 w 2326735"/>
                <a:gd name="connsiteY99" fmla="*/ 734277 h 5689362"/>
                <a:gd name="connsiteX100" fmla="*/ 627868 w 2326735"/>
                <a:gd name="connsiteY100" fmla="*/ 936184 h 5689362"/>
                <a:gd name="connsiteX101" fmla="*/ 976097 w 2326735"/>
                <a:gd name="connsiteY101" fmla="*/ 924909 h 5689362"/>
                <a:gd name="connsiteX102" fmla="*/ 1033504 w 2326735"/>
                <a:gd name="connsiteY102" fmla="*/ 911623 h 5689362"/>
                <a:gd name="connsiteX103" fmla="*/ 1066798 w 2326735"/>
                <a:gd name="connsiteY103" fmla="*/ 915198 h 5689362"/>
                <a:gd name="connsiteX104" fmla="*/ 1083143 w 2326735"/>
                <a:gd name="connsiteY104" fmla="*/ 921935 h 5689362"/>
                <a:gd name="connsiteX105" fmla="*/ 1267845 w 2326735"/>
                <a:gd name="connsiteY105" fmla="*/ 1195155 h 5689362"/>
                <a:gd name="connsiteX106" fmla="*/ 1068791 w 2326735"/>
                <a:gd name="connsiteY106" fmla="*/ 1094898 h 5689362"/>
                <a:gd name="connsiteX107" fmla="*/ 840105 w 2326735"/>
                <a:gd name="connsiteY107" fmla="*/ 1069133 h 5689362"/>
                <a:gd name="connsiteX108" fmla="*/ 814959 w 2326735"/>
                <a:gd name="connsiteY108" fmla="*/ 1067861 h 5689362"/>
                <a:gd name="connsiteX109" fmla="*/ 743612 w 2326735"/>
                <a:gd name="connsiteY109" fmla="*/ 1063633 h 5689362"/>
                <a:gd name="connsiteX110" fmla="*/ 702945 w 2326735"/>
                <a:gd name="connsiteY110" fmla="*/ 1061124 h 5689362"/>
                <a:gd name="connsiteX111" fmla="*/ 689625 w 2326735"/>
                <a:gd name="connsiteY111" fmla="*/ 1067896 h 5689362"/>
                <a:gd name="connsiteX112" fmla="*/ 687424 w 2326735"/>
                <a:gd name="connsiteY112" fmla="*/ 1083674 h 5689362"/>
                <a:gd name="connsiteX113" fmla="*/ 693561 w 2326735"/>
                <a:gd name="connsiteY113" fmla="*/ 1098542 h 5689362"/>
                <a:gd name="connsiteX114" fmla="*/ 977798 w 2326735"/>
                <a:gd name="connsiteY114" fmla="*/ 1378637 h 5689362"/>
                <a:gd name="connsiteX115" fmla="*/ 1286184 w 2326735"/>
                <a:gd name="connsiteY115" fmla="*/ 1423962 h 5689362"/>
                <a:gd name="connsiteX116" fmla="*/ 1324961 w 2326735"/>
                <a:gd name="connsiteY116" fmla="*/ 1419699 h 5689362"/>
                <a:gd name="connsiteX117" fmla="*/ 1403269 w 2326735"/>
                <a:gd name="connsiteY117" fmla="*/ 1444656 h 5689362"/>
                <a:gd name="connsiteX118" fmla="*/ 1549504 w 2326735"/>
                <a:gd name="connsiteY118" fmla="*/ 1795841 h 5689362"/>
                <a:gd name="connsiteX119" fmla="*/ 1364631 w 2326735"/>
                <a:gd name="connsiteY119" fmla="*/ 1647904 h 5689362"/>
                <a:gd name="connsiteX120" fmla="*/ 1125511 w 2326735"/>
                <a:gd name="connsiteY120" fmla="*/ 1544312 h 5689362"/>
                <a:gd name="connsiteX121" fmla="*/ 1022366 w 2326735"/>
                <a:gd name="connsiteY121" fmla="*/ 1501290 h 5689362"/>
                <a:gd name="connsiteX122" fmla="*/ 1006468 w 2326735"/>
                <a:gd name="connsiteY122" fmla="*/ 1502665 h 5689362"/>
                <a:gd name="connsiteX123" fmla="*/ 999008 w 2326735"/>
                <a:gd name="connsiteY123" fmla="*/ 1516553 h 5689362"/>
                <a:gd name="connsiteX124" fmla="*/ 1278468 w 2326735"/>
                <a:gd name="connsiteY124" fmla="*/ 1968184 h 5689362"/>
                <a:gd name="connsiteX125" fmla="*/ 1534001 w 2326735"/>
                <a:gd name="connsiteY125" fmla="*/ 2073787 h 5689362"/>
                <a:gd name="connsiteX126" fmla="*/ 1622347 w 2326735"/>
                <a:gd name="connsiteY126" fmla="*/ 2106720 h 5689362"/>
                <a:gd name="connsiteX127" fmla="*/ 1636475 w 2326735"/>
                <a:gd name="connsiteY127" fmla="*/ 2116448 h 5689362"/>
                <a:gd name="connsiteX128" fmla="*/ 1651274 w 2326735"/>
                <a:gd name="connsiteY128" fmla="*/ 2141783 h 5689362"/>
                <a:gd name="connsiteX129" fmla="*/ 1725200 w 2326735"/>
                <a:gd name="connsiteY129" fmla="*/ 2580592 h 5689362"/>
                <a:gd name="connsiteX130" fmla="*/ 1709112 w 2326735"/>
                <a:gd name="connsiteY130" fmla="*/ 2534665 h 5689362"/>
                <a:gd name="connsiteX131" fmla="*/ 1512928 w 2326735"/>
                <a:gd name="connsiteY131" fmla="*/ 2275986 h 5689362"/>
                <a:gd name="connsiteX132" fmla="*/ 1360248 w 2326735"/>
                <a:gd name="connsiteY132" fmla="*/ 2151855 h 5689362"/>
                <a:gd name="connsiteX133" fmla="*/ 1357841 w 2326735"/>
                <a:gd name="connsiteY133" fmla="*/ 2149964 h 5689362"/>
                <a:gd name="connsiteX134" fmla="*/ 1288969 w 2326735"/>
                <a:gd name="connsiteY134" fmla="*/ 2095169 h 5689362"/>
                <a:gd name="connsiteX135" fmla="*/ 1274291 w 2326735"/>
                <a:gd name="connsiteY135" fmla="*/ 2082880 h 5689362"/>
                <a:gd name="connsiteX136" fmla="*/ 1260008 w 2326735"/>
                <a:gd name="connsiteY136" fmla="*/ 2070642 h 5689362"/>
                <a:gd name="connsiteX137" fmla="*/ 1241720 w 2326735"/>
                <a:gd name="connsiteY137" fmla="*/ 2068459 h 5689362"/>
                <a:gd name="connsiteX138" fmla="*/ 1232593 w 2326735"/>
                <a:gd name="connsiteY138" fmla="*/ 2084512 h 5689362"/>
                <a:gd name="connsiteX139" fmla="*/ 1234397 w 2326735"/>
                <a:gd name="connsiteY139" fmla="*/ 2113302 h 5689362"/>
                <a:gd name="connsiteX140" fmla="*/ 1234673 w 2326735"/>
                <a:gd name="connsiteY140" fmla="*/ 2117582 h 5689362"/>
                <a:gd name="connsiteX141" fmla="*/ 1238780 w 2326735"/>
                <a:gd name="connsiteY141" fmla="*/ 2171793 h 5689362"/>
                <a:gd name="connsiteX142" fmla="*/ 1394263 w 2326735"/>
                <a:gd name="connsiteY142" fmla="*/ 2608333 h 5689362"/>
                <a:gd name="connsiteX143" fmla="*/ 1645018 w 2326735"/>
                <a:gd name="connsiteY143" fmla="*/ 2820742 h 5689362"/>
                <a:gd name="connsiteX144" fmla="*/ 1718136 w 2326735"/>
                <a:gd name="connsiteY144" fmla="*/ 2876861 h 5689362"/>
                <a:gd name="connsiteX145" fmla="*/ 1743058 w 2326735"/>
                <a:gd name="connsiteY145" fmla="*/ 2960480 h 5689362"/>
                <a:gd name="connsiteX146" fmla="*/ 1715128 w 2326735"/>
                <a:gd name="connsiteY146" fmla="*/ 3350097 h 5689362"/>
                <a:gd name="connsiteX147" fmla="*/ 1690515 w 2326735"/>
                <a:gd name="connsiteY147" fmla="*/ 3239940 h 5689362"/>
                <a:gd name="connsiteX148" fmla="*/ 1566589 w 2326735"/>
                <a:gd name="connsiteY148" fmla="*/ 3005960 h 5689362"/>
                <a:gd name="connsiteX149" fmla="*/ 1415662 w 2326735"/>
                <a:gd name="connsiteY149" fmla="*/ 2803193 h 5689362"/>
                <a:gd name="connsiteX150" fmla="*/ 1412345 w 2326735"/>
                <a:gd name="connsiteY150" fmla="*/ 2798776 h 5689362"/>
                <a:gd name="connsiteX151" fmla="*/ 1353596 w 2326735"/>
                <a:gd name="connsiteY151" fmla="*/ 2720639 h 5689362"/>
                <a:gd name="connsiteX152" fmla="*/ 1341771 w 2326735"/>
                <a:gd name="connsiteY152" fmla="*/ 2712424 h 5689362"/>
                <a:gd name="connsiteX153" fmla="*/ 1327900 w 2326735"/>
                <a:gd name="connsiteY153" fmla="*/ 2712063 h 5689362"/>
                <a:gd name="connsiteX154" fmla="*/ 1318567 w 2326735"/>
                <a:gd name="connsiteY154" fmla="*/ 2722255 h 5689362"/>
                <a:gd name="connsiteX155" fmla="*/ 1317982 w 2326735"/>
                <a:gd name="connsiteY155" fmla="*/ 2724043 h 5689362"/>
                <a:gd name="connsiteX156" fmla="*/ 1316161 w 2326735"/>
                <a:gd name="connsiteY156" fmla="*/ 2730712 h 5689362"/>
                <a:gd name="connsiteX157" fmla="*/ 1380616 w 2326735"/>
                <a:gd name="connsiteY157" fmla="*/ 3292225 h 5689362"/>
                <a:gd name="connsiteX158" fmla="*/ 1559302 w 2326735"/>
                <a:gd name="connsiteY158" fmla="*/ 3541313 h 5689362"/>
                <a:gd name="connsiteX159" fmla="*/ 1650432 w 2326735"/>
                <a:gd name="connsiteY159" fmla="*/ 3665479 h 5689362"/>
                <a:gd name="connsiteX160" fmla="*/ 1653629 w 2326735"/>
                <a:gd name="connsiteY160" fmla="*/ 3682238 h 5689362"/>
                <a:gd name="connsiteX161" fmla="*/ 1505641 w 2326735"/>
                <a:gd name="connsiteY161" fmla="*/ 4135158 h 5689362"/>
                <a:gd name="connsiteX162" fmla="*/ 1502375 w 2326735"/>
                <a:gd name="connsiteY162" fmla="*/ 3897465 h 5689362"/>
                <a:gd name="connsiteX163" fmla="*/ 1395311 w 2326735"/>
                <a:gd name="connsiteY163" fmla="*/ 3570516 h 5689362"/>
                <a:gd name="connsiteX164" fmla="*/ 1383744 w 2326735"/>
                <a:gd name="connsiteY164" fmla="*/ 3541485 h 5689362"/>
                <a:gd name="connsiteX165" fmla="*/ 1328605 w 2326735"/>
                <a:gd name="connsiteY165" fmla="*/ 3402813 h 5689362"/>
                <a:gd name="connsiteX166" fmla="*/ 1312774 w 2326735"/>
                <a:gd name="connsiteY166" fmla="*/ 3392225 h 5689362"/>
                <a:gd name="connsiteX167" fmla="*/ 1298268 w 2326735"/>
                <a:gd name="connsiteY167" fmla="*/ 3401283 h 5689362"/>
                <a:gd name="connsiteX168" fmla="*/ 1292200 w 2326735"/>
                <a:gd name="connsiteY168" fmla="*/ 3412696 h 5689362"/>
                <a:gd name="connsiteX169" fmla="*/ 1284913 w 2326735"/>
                <a:gd name="connsiteY169" fmla="*/ 3427168 h 5689362"/>
                <a:gd name="connsiteX170" fmla="*/ 1207000 w 2326735"/>
                <a:gd name="connsiteY170" fmla="*/ 3961026 h 5689362"/>
                <a:gd name="connsiteX171" fmla="*/ 1308993 w 2326735"/>
                <a:gd name="connsiteY171" fmla="*/ 4258258 h 5689362"/>
                <a:gd name="connsiteX172" fmla="*/ 1366092 w 2326735"/>
                <a:gd name="connsiteY172" fmla="*/ 4397910 h 5689362"/>
                <a:gd name="connsiteX173" fmla="*/ 1360884 w 2326735"/>
                <a:gd name="connsiteY173" fmla="*/ 4430052 h 5689362"/>
                <a:gd name="connsiteX174" fmla="*/ 1141341 w 2326735"/>
                <a:gd name="connsiteY174" fmla="*/ 4753839 h 5689362"/>
                <a:gd name="connsiteX175" fmla="*/ 1142253 w 2326735"/>
                <a:gd name="connsiteY175" fmla="*/ 4752189 h 5689362"/>
                <a:gd name="connsiteX176" fmla="*/ 1196000 w 2326735"/>
                <a:gd name="connsiteY176" fmla="*/ 4433953 h 5689362"/>
                <a:gd name="connsiteX177" fmla="*/ 1172005 w 2326735"/>
                <a:gd name="connsiteY177" fmla="*/ 4184986 h 5689362"/>
                <a:gd name="connsiteX178" fmla="*/ 1171472 w 2326735"/>
                <a:gd name="connsiteY178" fmla="*/ 4180293 h 5689362"/>
                <a:gd name="connsiteX179" fmla="*/ 1160644 w 2326735"/>
                <a:gd name="connsiteY179" fmla="*/ 4082803 h 5689362"/>
                <a:gd name="connsiteX180" fmla="*/ 1154250 w 2326735"/>
                <a:gd name="connsiteY180" fmla="*/ 4027200 h 5689362"/>
                <a:gd name="connsiteX181" fmla="*/ 1151276 w 2326735"/>
                <a:gd name="connsiteY181" fmla="*/ 4001865 h 5689362"/>
                <a:gd name="connsiteX182" fmla="*/ 1142287 w 2326735"/>
                <a:gd name="connsiteY182" fmla="*/ 3988974 h 5689362"/>
                <a:gd name="connsiteX183" fmla="*/ 1102360 w 2326735"/>
                <a:gd name="connsiteY183" fmla="*/ 4010476 h 5689362"/>
                <a:gd name="connsiteX184" fmla="*/ 899731 w 2326735"/>
                <a:gd name="connsiteY184" fmla="*/ 4446879 h 5689362"/>
                <a:gd name="connsiteX185" fmla="*/ 942081 w 2326735"/>
                <a:gd name="connsiteY185" fmla="*/ 4879964 h 5689362"/>
                <a:gd name="connsiteX186" fmla="*/ 943474 w 2326735"/>
                <a:gd name="connsiteY186" fmla="*/ 4892443 h 5689362"/>
                <a:gd name="connsiteX187" fmla="*/ 940569 w 2326735"/>
                <a:gd name="connsiteY187" fmla="*/ 4964873 h 5689362"/>
                <a:gd name="connsiteX188" fmla="*/ 935120 w 2326735"/>
                <a:gd name="connsiteY188" fmla="*/ 4978142 h 5689362"/>
                <a:gd name="connsiteX189" fmla="*/ 575067 w 2326735"/>
                <a:gd name="connsiteY189" fmla="*/ 5252049 h 5689362"/>
                <a:gd name="connsiteX190" fmla="*/ 709099 w 2326735"/>
                <a:gd name="connsiteY190" fmla="*/ 5032576 h 5689362"/>
                <a:gd name="connsiteX191" fmla="*/ 772797 w 2326735"/>
                <a:gd name="connsiteY191" fmla="*/ 4722660 h 5689362"/>
                <a:gd name="connsiteX192" fmla="*/ 774172 w 2326735"/>
                <a:gd name="connsiteY192" fmla="*/ 4713533 h 5689362"/>
                <a:gd name="connsiteX193" fmla="*/ 791532 w 2326735"/>
                <a:gd name="connsiteY193" fmla="*/ 4604802 h 5689362"/>
                <a:gd name="connsiteX194" fmla="*/ 798252 w 2326735"/>
                <a:gd name="connsiteY194" fmla="*/ 4563259 h 5689362"/>
                <a:gd name="connsiteX195" fmla="*/ 792134 w 2326735"/>
                <a:gd name="connsiteY195" fmla="*/ 4547531 h 5689362"/>
                <a:gd name="connsiteX196" fmla="*/ 775375 w 2326735"/>
                <a:gd name="connsiteY196" fmla="*/ 4545228 h 5689362"/>
                <a:gd name="connsiteX197" fmla="*/ 769514 w 2326735"/>
                <a:gd name="connsiteY197" fmla="*/ 4547652 h 5689362"/>
                <a:gd name="connsiteX198" fmla="*/ 752670 w 2326735"/>
                <a:gd name="connsiteY198" fmla="*/ 4555129 h 5689362"/>
                <a:gd name="connsiteX199" fmla="*/ 369189 w 2326735"/>
                <a:gd name="connsiteY199" fmla="*/ 5233693 h 5689362"/>
                <a:gd name="connsiteX200" fmla="*/ 357295 w 2326735"/>
                <a:gd name="connsiteY200" fmla="*/ 5355418 h 5689362"/>
                <a:gd name="connsiteX201" fmla="*/ 351331 w 2326735"/>
                <a:gd name="connsiteY201" fmla="*/ 5363565 h 5689362"/>
                <a:gd name="connsiteX202" fmla="*/ 13003 w 2326735"/>
                <a:gd name="connsiteY202" fmla="*/ 5473018 h 5689362"/>
                <a:gd name="connsiteX203" fmla="*/ 885 w 2326735"/>
                <a:gd name="connsiteY203" fmla="*/ 5483950 h 5689362"/>
                <a:gd name="connsiteX204" fmla="*/ 3962 w 2326735"/>
                <a:gd name="connsiteY204" fmla="*/ 5500072 h 5689362"/>
                <a:gd name="connsiteX205" fmla="*/ 35261 w 2326735"/>
                <a:gd name="connsiteY205" fmla="*/ 5545964 h 5689362"/>
                <a:gd name="connsiteX206" fmla="*/ 53635 w 2326735"/>
                <a:gd name="connsiteY206" fmla="*/ 5554300 h 5689362"/>
                <a:gd name="connsiteX207" fmla="*/ 316250 w 2326735"/>
                <a:gd name="connsiteY207" fmla="*/ 5474599 h 5689362"/>
                <a:gd name="connsiteX208" fmla="*/ 332991 w 2326735"/>
                <a:gd name="connsiteY208" fmla="*/ 5471385 h 5689362"/>
                <a:gd name="connsiteX209" fmla="*/ 393046 w 2326735"/>
                <a:gd name="connsiteY209" fmla="*/ 5483090 h 5689362"/>
                <a:gd name="connsiteX210" fmla="*/ 401348 w 2326735"/>
                <a:gd name="connsiteY210" fmla="*/ 5486081 h 5689362"/>
                <a:gd name="connsiteX211" fmla="*/ 651760 w 2326735"/>
                <a:gd name="connsiteY211" fmla="*/ 5671006 h 5689362"/>
                <a:gd name="connsiteX212" fmla="*/ 732371 w 2326735"/>
                <a:gd name="connsiteY212" fmla="*/ 5684825 h 5689362"/>
                <a:gd name="connsiteX213" fmla="*/ 826698 w 2326735"/>
                <a:gd name="connsiteY213" fmla="*/ 5689363 h 5689362"/>
                <a:gd name="connsiteX214" fmla="*/ 908084 w 2326735"/>
                <a:gd name="connsiteY214" fmla="*/ 5686407 h 5689362"/>
                <a:gd name="connsiteX215" fmla="*/ 1181596 w 2326735"/>
                <a:gd name="connsiteY215" fmla="*/ 5614303 h 5689362"/>
                <a:gd name="connsiteX216" fmla="*/ 1279654 w 2326735"/>
                <a:gd name="connsiteY216" fmla="*/ 5542681 h 5689362"/>
                <a:gd name="connsiteX217" fmla="*/ 1277574 w 2326735"/>
                <a:gd name="connsiteY217" fmla="*/ 5519890 h 5689362"/>
                <a:gd name="connsiteX218" fmla="*/ 1026939 w 2326735"/>
                <a:gd name="connsiteY218" fmla="*/ 5362104 h 5689362"/>
                <a:gd name="connsiteX219" fmla="*/ 660732 w 2326735"/>
                <a:gd name="connsiteY219" fmla="*/ 5318567 h 5689362"/>
                <a:gd name="connsiteX220" fmla="*/ 609752 w 2326735"/>
                <a:gd name="connsiteY220" fmla="*/ 5331114 h 5689362"/>
                <a:gd name="connsiteX221" fmla="*/ 921937 w 2326735"/>
                <a:gd name="connsiteY221" fmla="*/ 5101947 h 5689362"/>
                <a:gd name="connsiteX222" fmla="*/ 929363 w 2326735"/>
                <a:gd name="connsiteY222" fmla="*/ 5098286 h 5689362"/>
                <a:gd name="connsiteX223" fmla="*/ 988867 w 2326735"/>
                <a:gd name="connsiteY223" fmla="*/ 5090723 h 5689362"/>
                <a:gd name="connsiteX224" fmla="*/ 993766 w 2326735"/>
                <a:gd name="connsiteY224" fmla="*/ 5091806 h 5689362"/>
                <a:gd name="connsiteX225" fmla="*/ 1227866 w 2326735"/>
                <a:gd name="connsiteY225" fmla="*/ 5190654 h 5689362"/>
                <a:gd name="connsiteX226" fmla="*/ 1242888 w 2326735"/>
                <a:gd name="connsiteY226" fmla="*/ 5190379 h 5689362"/>
                <a:gd name="connsiteX227" fmla="*/ 1561622 w 2326735"/>
                <a:gd name="connsiteY227" fmla="*/ 5103236 h 5689362"/>
                <a:gd name="connsiteX228" fmla="*/ 1781697 w 2326735"/>
                <a:gd name="connsiteY228" fmla="*/ 4948166 h 5689362"/>
                <a:gd name="connsiteX229" fmla="*/ 1819991 w 2326735"/>
                <a:gd name="connsiteY229" fmla="*/ 4900143 h 5689362"/>
                <a:gd name="connsiteX230" fmla="*/ 1821091 w 2326735"/>
                <a:gd name="connsiteY230" fmla="*/ 4898647 h 5689362"/>
                <a:gd name="connsiteX231" fmla="*/ 1836286 w 2326735"/>
                <a:gd name="connsiteY231" fmla="*/ 4878366 h 5689362"/>
                <a:gd name="connsiteX232" fmla="*/ 1839551 w 2326735"/>
                <a:gd name="connsiteY232" fmla="*/ 4865354 h 5689362"/>
                <a:gd name="connsiteX233" fmla="*/ 1831645 w 2326735"/>
                <a:gd name="connsiteY233" fmla="*/ 4853856 h 5689362"/>
                <a:gd name="connsiteX234" fmla="*/ 1778328 w 2326735"/>
                <a:gd name="connsiteY234" fmla="*/ 4828968 h 5689362"/>
                <a:gd name="connsiteX235" fmla="*/ 1282610 w 2326735"/>
                <a:gd name="connsiteY235" fmla="*/ 4809683 h 5689362"/>
                <a:gd name="connsiteX236" fmla="*/ 1132370 w 2326735"/>
                <a:gd name="connsiteY236" fmla="*/ 4887011 h 5689362"/>
                <a:gd name="connsiteX237" fmla="*/ 1378879 w 2326735"/>
                <a:gd name="connsiteY237" fmla="*/ 4547721 h 5689362"/>
                <a:gd name="connsiteX238" fmla="*/ 1382506 w 2326735"/>
                <a:gd name="connsiteY238" fmla="*/ 4542307 h 5689362"/>
                <a:gd name="connsiteX239" fmla="*/ 1402444 w 2326735"/>
                <a:gd name="connsiteY239" fmla="*/ 4530275 h 5689362"/>
                <a:gd name="connsiteX240" fmla="*/ 1438487 w 2326735"/>
                <a:gd name="connsiteY240" fmla="*/ 4507312 h 5689362"/>
                <a:gd name="connsiteX241" fmla="*/ 1461020 w 2326735"/>
                <a:gd name="connsiteY241" fmla="*/ 4506178 h 5689362"/>
                <a:gd name="connsiteX242" fmla="*/ 1505675 w 2326735"/>
                <a:gd name="connsiteY242" fmla="*/ 4523778 h 5689362"/>
                <a:gd name="connsiteX243" fmla="*/ 1766021 w 2326735"/>
                <a:gd name="connsiteY243" fmla="*/ 4490845 h 5689362"/>
                <a:gd name="connsiteX244" fmla="*/ 1974133 w 2326735"/>
                <a:gd name="connsiteY244" fmla="*/ 4326065 h 5689362"/>
                <a:gd name="connsiteX245" fmla="*/ 2147405 w 2326735"/>
                <a:gd name="connsiteY245" fmla="*/ 4069053 h 5689362"/>
                <a:gd name="connsiteX246" fmla="*/ 2164920 w 2326735"/>
                <a:gd name="connsiteY246" fmla="*/ 4013587 h 5689362"/>
                <a:gd name="connsiteX247" fmla="*/ 2171709 w 2326735"/>
                <a:gd name="connsiteY247" fmla="*/ 3989490 h 5689362"/>
                <a:gd name="connsiteX248" fmla="*/ 2161345 w 2326735"/>
                <a:gd name="connsiteY248" fmla="*/ 3968967 h 5689362"/>
                <a:gd name="connsiteX249" fmla="*/ 2154366 w 2326735"/>
                <a:gd name="connsiteY249" fmla="*/ 3968435 h 5689362"/>
                <a:gd name="connsiteX250" fmla="*/ 1634241 w 2326735"/>
                <a:gd name="connsiteY250" fmla="*/ 4147413 h 5689362"/>
                <a:gd name="connsiteX251" fmla="*/ 1528363 w 2326735"/>
                <a:gd name="connsiteY251" fmla="*/ 4269516 h 5689362"/>
                <a:gd name="connsiteX252" fmla="*/ 1707891 w 2326735"/>
                <a:gd name="connsiteY252" fmla="*/ 3796744 h 5689362"/>
                <a:gd name="connsiteX253" fmla="*/ 1708596 w 2326735"/>
                <a:gd name="connsiteY253" fmla="*/ 3794338 h 5689362"/>
                <a:gd name="connsiteX254" fmla="*/ 1710642 w 2326735"/>
                <a:gd name="connsiteY254" fmla="*/ 3788459 h 5689362"/>
                <a:gd name="connsiteX255" fmla="*/ 1757530 w 2326735"/>
                <a:gd name="connsiteY255" fmla="*/ 3724073 h 5689362"/>
                <a:gd name="connsiteX256" fmla="*/ 1762240 w 2326735"/>
                <a:gd name="connsiteY256" fmla="*/ 3721495 h 5689362"/>
                <a:gd name="connsiteX257" fmla="*/ 1766330 w 2326735"/>
                <a:gd name="connsiteY257" fmla="*/ 3721667 h 5689362"/>
                <a:gd name="connsiteX258" fmla="*/ 1776351 w 2326735"/>
                <a:gd name="connsiteY258" fmla="*/ 3722268 h 5689362"/>
                <a:gd name="connsiteX259" fmla="*/ 1848678 w 2326735"/>
                <a:gd name="connsiteY259" fmla="*/ 3721478 h 5689362"/>
                <a:gd name="connsiteX260" fmla="*/ 2032882 w 2326735"/>
                <a:gd name="connsiteY260" fmla="*/ 3618677 h 5689362"/>
                <a:gd name="connsiteX261" fmla="*/ 2314300 w 2326735"/>
                <a:gd name="connsiteY261" fmla="*/ 3095578 h 5689362"/>
                <a:gd name="connsiteX262" fmla="*/ 2323719 w 2326735"/>
                <a:gd name="connsiteY262" fmla="*/ 3024677 h 5689362"/>
                <a:gd name="connsiteX263" fmla="*/ 2326658 w 2326735"/>
                <a:gd name="connsiteY263" fmla="*/ 2990095 h 5689362"/>
                <a:gd name="connsiteX264" fmla="*/ 2320660 w 2326735"/>
                <a:gd name="connsiteY264" fmla="*/ 2975382 h 5689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326735" h="5689362">
                  <a:moveTo>
                    <a:pt x="2320660" y="2975382"/>
                  </a:moveTo>
                  <a:cubicBezTo>
                    <a:pt x="2316329" y="2971807"/>
                    <a:pt x="2310038" y="2970673"/>
                    <a:pt x="2305139" y="2972323"/>
                  </a:cubicBezTo>
                  <a:cubicBezTo>
                    <a:pt x="2299158" y="2974162"/>
                    <a:pt x="2293675" y="2975761"/>
                    <a:pt x="2288501" y="2977273"/>
                  </a:cubicBezTo>
                  <a:lnTo>
                    <a:pt x="2285974" y="2978012"/>
                  </a:lnTo>
                  <a:cubicBezTo>
                    <a:pt x="2273221" y="2981742"/>
                    <a:pt x="2262203" y="2984939"/>
                    <a:pt x="2251289" y="2989322"/>
                  </a:cubicBezTo>
                  <a:cubicBezTo>
                    <a:pt x="2078859" y="3057833"/>
                    <a:pt x="1943109" y="3175210"/>
                    <a:pt x="1836268" y="3348138"/>
                  </a:cubicBezTo>
                  <a:cubicBezTo>
                    <a:pt x="1809885" y="3390867"/>
                    <a:pt x="1789448" y="3435281"/>
                    <a:pt x="1773171" y="3479574"/>
                  </a:cubicBezTo>
                  <a:cubicBezTo>
                    <a:pt x="1799864" y="3330589"/>
                    <a:pt x="1806052" y="3272545"/>
                    <a:pt x="1810779" y="3105839"/>
                  </a:cubicBezTo>
                  <a:cubicBezTo>
                    <a:pt x="1811002" y="3098844"/>
                    <a:pt x="1811002" y="3091728"/>
                    <a:pt x="1811002" y="3084663"/>
                  </a:cubicBezTo>
                  <a:cubicBezTo>
                    <a:pt x="1811002" y="3065378"/>
                    <a:pt x="1811002" y="3047159"/>
                    <a:pt x="1815213" y="3030539"/>
                  </a:cubicBezTo>
                  <a:cubicBezTo>
                    <a:pt x="1820266" y="3010841"/>
                    <a:pt x="1830424" y="2991195"/>
                    <a:pt x="1840256" y="2972185"/>
                  </a:cubicBezTo>
                  <a:cubicBezTo>
                    <a:pt x="1843023" y="2966805"/>
                    <a:pt x="1845791" y="2961426"/>
                    <a:pt x="1848077" y="2956699"/>
                  </a:cubicBezTo>
                  <a:cubicBezTo>
                    <a:pt x="1848867" y="2955771"/>
                    <a:pt x="1851428" y="2954207"/>
                    <a:pt x="1852425" y="2954052"/>
                  </a:cubicBezTo>
                  <a:cubicBezTo>
                    <a:pt x="1901738" y="2946524"/>
                    <a:pt x="1945343" y="2925589"/>
                    <a:pt x="1985770" y="2890061"/>
                  </a:cubicBezTo>
                  <a:cubicBezTo>
                    <a:pt x="2026505" y="2854087"/>
                    <a:pt x="2060005" y="2810051"/>
                    <a:pt x="2085356" y="2759140"/>
                  </a:cubicBezTo>
                  <a:cubicBezTo>
                    <a:pt x="2176350" y="2576673"/>
                    <a:pt x="2221881" y="2374989"/>
                    <a:pt x="2220729" y="2159762"/>
                  </a:cubicBezTo>
                  <a:cubicBezTo>
                    <a:pt x="2220626" y="2138998"/>
                    <a:pt x="2218185" y="2118785"/>
                    <a:pt x="2215504" y="2096802"/>
                  </a:cubicBezTo>
                  <a:cubicBezTo>
                    <a:pt x="2214284" y="2086953"/>
                    <a:pt x="2213046" y="2076881"/>
                    <a:pt x="2212015" y="2066448"/>
                  </a:cubicBezTo>
                  <a:cubicBezTo>
                    <a:pt x="2211431" y="2060725"/>
                    <a:pt x="2207907" y="2055637"/>
                    <a:pt x="2202802" y="2053162"/>
                  </a:cubicBezTo>
                  <a:cubicBezTo>
                    <a:pt x="2197766" y="2050721"/>
                    <a:pt x="2191681" y="2050893"/>
                    <a:pt x="2186594" y="2053970"/>
                  </a:cubicBezTo>
                  <a:cubicBezTo>
                    <a:pt x="2183517" y="2055895"/>
                    <a:pt x="2180887" y="2057459"/>
                    <a:pt x="2178498" y="2058851"/>
                  </a:cubicBezTo>
                  <a:cubicBezTo>
                    <a:pt x="2173875" y="2061601"/>
                    <a:pt x="2170351" y="2063750"/>
                    <a:pt x="2167017" y="2066156"/>
                  </a:cubicBezTo>
                  <a:cubicBezTo>
                    <a:pt x="2089396" y="2121793"/>
                    <a:pt x="2020936" y="2191061"/>
                    <a:pt x="1963511" y="2271982"/>
                  </a:cubicBezTo>
                  <a:cubicBezTo>
                    <a:pt x="1869802" y="2404243"/>
                    <a:pt x="1815299" y="2553796"/>
                    <a:pt x="1800621" y="2718319"/>
                  </a:cubicBezTo>
                  <a:cubicBezTo>
                    <a:pt x="1799159" y="2699979"/>
                    <a:pt x="1797681" y="2681640"/>
                    <a:pt x="1796203" y="2663300"/>
                  </a:cubicBezTo>
                  <a:lnTo>
                    <a:pt x="1795688" y="2656649"/>
                  </a:lnTo>
                  <a:cubicBezTo>
                    <a:pt x="1789930" y="2584751"/>
                    <a:pt x="1783983" y="2510396"/>
                    <a:pt x="1779136" y="2437278"/>
                  </a:cubicBezTo>
                  <a:cubicBezTo>
                    <a:pt x="1777915" y="2418767"/>
                    <a:pt x="1774357" y="2400754"/>
                    <a:pt x="1770920" y="2383326"/>
                  </a:cubicBezTo>
                  <a:cubicBezTo>
                    <a:pt x="1764285" y="2349826"/>
                    <a:pt x="1758012" y="2318183"/>
                    <a:pt x="1768049" y="2285027"/>
                  </a:cubicBezTo>
                  <a:cubicBezTo>
                    <a:pt x="1770335" y="2277534"/>
                    <a:pt x="1772260" y="2269988"/>
                    <a:pt x="1774185" y="2262460"/>
                  </a:cubicBezTo>
                  <a:cubicBezTo>
                    <a:pt x="1778929" y="2243811"/>
                    <a:pt x="1801841" y="2215090"/>
                    <a:pt x="1837025" y="2183687"/>
                  </a:cubicBezTo>
                  <a:lnTo>
                    <a:pt x="1838348" y="2182501"/>
                  </a:lnTo>
                  <a:cubicBezTo>
                    <a:pt x="1851325" y="2171501"/>
                    <a:pt x="1917980" y="2110518"/>
                    <a:pt x="1955794" y="1989893"/>
                  </a:cubicBezTo>
                  <a:cubicBezTo>
                    <a:pt x="1994174" y="1867343"/>
                    <a:pt x="1991269" y="1739292"/>
                    <a:pt x="1989156" y="1645790"/>
                  </a:cubicBezTo>
                  <a:lnTo>
                    <a:pt x="1989104" y="1643297"/>
                  </a:lnTo>
                  <a:cubicBezTo>
                    <a:pt x="1986285" y="1514766"/>
                    <a:pt x="1972397" y="1417911"/>
                    <a:pt x="1944071" y="1329204"/>
                  </a:cubicBezTo>
                  <a:cubicBezTo>
                    <a:pt x="1940411" y="1317860"/>
                    <a:pt x="1936062" y="1306671"/>
                    <a:pt x="1931456" y="1294914"/>
                  </a:cubicBezTo>
                  <a:cubicBezTo>
                    <a:pt x="1929066" y="1288795"/>
                    <a:pt x="1926626" y="1282470"/>
                    <a:pt x="1924116" y="1275853"/>
                  </a:cubicBezTo>
                  <a:cubicBezTo>
                    <a:pt x="1922054" y="1270250"/>
                    <a:pt x="1917103" y="1266176"/>
                    <a:pt x="1911311" y="1265214"/>
                  </a:cubicBezTo>
                  <a:lnTo>
                    <a:pt x="1908475" y="1264956"/>
                  </a:lnTo>
                  <a:cubicBezTo>
                    <a:pt x="1903456" y="1264956"/>
                    <a:pt x="1898764" y="1267207"/>
                    <a:pt x="1895584" y="1271092"/>
                  </a:cubicBezTo>
                  <a:lnTo>
                    <a:pt x="1868066" y="1304626"/>
                  </a:lnTo>
                  <a:cubicBezTo>
                    <a:pt x="1736131" y="1465539"/>
                    <a:pt x="1671316" y="1654263"/>
                    <a:pt x="1675372" y="1865572"/>
                  </a:cubicBezTo>
                  <a:cubicBezTo>
                    <a:pt x="1676077" y="1902784"/>
                    <a:pt x="1678861" y="1940959"/>
                    <a:pt x="1683794" y="1980371"/>
                  </a:cubicBezTo>
                  <a:cubicBezTo>
                    <a:pt x="1650260" y="1864644"/>
                    <a:pt x="1610934" y="1751994"/>
                    <a:pt x="1566211" y="1643624"/>
                  </a:cubicBezTo>
                  <a:cubicBezTo>
                    <a:pt x="1565283" y="1641252"/>
                    <a:pt x="1564681" y="1638313"/>
                    <a:pt x="1564613" y="1635821"/>
                  </a:cubicBezTo>
                  <a:lnTo>
                    <a:pt x="1564303" y="1621005"/>
                  </a:lnTo>
                  <a:cubicBezTo>
                    <a:pt x="1563839" y="1599623"/>
                    <a:pt x="1563358" y="1577502"/>
                    <a:pt x="1564269" y="1555742"/>
                  </a:cubicBezTo>
                  <a:cubicBezTo>
                    <a:pt x="1564406" y="1552132"/>
                    <a:pt x="1566744" y="1545652"/>
                    <a:pt x="1571608" y="1539276"/>
                  </a:cubicBezTo>
                  <a:cubicBezTo>
                    <a:pt x="1578518" y="1530149"/>
                    <a:pt x="1586183" y="1521228"/>
                    <a:pt x="1594124" y="1511947"/>
                  </a:cubicBezTo>
                  <a:cubicBezTo>
                    <a:pt x="1607651" y="1496203"/>
                    <a:pt x="1621625" y="1479943"/>
                    <a:pt x="1632694" y="1461380"/>
                  </a:cubicBezTo>
                  <a:cubicBezTo>
                    <a:pt x="1668342" y="1401669"/>
                    <a:pt x="1685083" y="1331129"/>
                    <a:pt x="1685358" y="1239363"/>
                  </a:cubicBezTo>
                  <a:cubicBezTo>
                    <a:pt x="1685839" y="1131337"/>
                    <a:pt x="1669184" y="1017655"/>
                    <a:pt x="1632883" y="881578"/>
                  </a:cubicBezTo>
                  <a:cubicBezTo>
                    <a:pt x="1613048" y="807343"/>
                    <a:pt x="1583107" y="710902"/>
                    <a:pt x="1527349" y="623466"/>
                  </a:cubicBezTo>
                  <a:cubicBezTo>
                    <a:pt x="1523568" y="617588"/>
                    <a:pt x="1519339" y="612054"/>
                    <a:pt x="1514836" y="606192"/>
                  </a:cubicBezTo>
                  <a:cubicBezTo>
                    <a:pt x="1512808" y="603597"/>
                    <a:pt x="1510677" y="600830"/>
                    <a:pt x="1508511" y="597856"/>
                  </a:cubicBezTo>
                  <a:cubicBezTo>
                    <a:pt x="1505348" y="593611"/>
                    <a:pt x="1500983" y="591136"/>
                    <a:pt x="1493936" y="591136"/>
                  </a:cubicBezTo>
                  <a:cubicBezTo>
                    <a:pt x="1488315" y="591548"/>
                    <a:pt x="1483296" y="594745"/>
                    <a:pt x="1480495" y="599713"/>
                  </a:cubicBezTo>
                  <a:cubicBezTo>
                    <a:pt x="1410505" y="726027"/>
                    <a:pt x="1375648" y="860970"/>
                    <a:pt x="1373998" y="1012258"/>
                  </a:cubicBezTo>
                  <a:cubicBezTo>
                    <a:pt x="1372589" y="1138401"/>
                    <a:pt x="1392286" y="1246943"/>
                    <a:pt x="1416985" y="1332728"/>
                  </a:cubicBezTo>
                  <a:cubicBezTo>
                    <a:pt x="1354129" y="1217895"/>
                    <a:pt x="1284277" y="1106947"/>
                    <a:pt x="1208564" y="1001705"/>
                  </a:cubicBezTo>
                  <a:lnTo>
                    <a:pt x="1206828" y="999316"/>
                  </a:lnTo>
                  <a:cubicBezTo>
                    <a:pt x="1205109" y="997030"/>
                    <a:pt x="1204387" y="995912"/>
                    <a:pt x="1204508" y="996703"/>
                  </a:cubicBezTo>
                  <a:cubicBezTo>
                    <a:pt x="1199746" y="962654"/>
                    <a:pt x="1196446" y="935411"/>
                    <a:pt x="1194161" y="911691"/>
                  </a:cubicBezTo>
                  <a:cubicBezTo>
                    <a:pt x="1194212" y="911330"/>
                    <a:pt x="1194659" y="909337"/>
                    <a:pt x="1198199" y="903424"/>
                  </a:cubicBezTo>
                  <a:cubicBezTo>
                    <a:pt x="1203201" y="894899"/>
                    <a:pt x="1208684" y="886545"/>
                    <a:pt x="1214511" y="877711"/>
                  </a:cubicBezTo>
                  <a:cubicBezTo>
                    <a:pt x="1226199" y="859938"/>
                    <a:pt x="1238265" y="841547"/>
                    <a:pt x="1245999" y="820956"/>
                  </a:cubicBezTo>
                  <a:cubicBezTo>
                    <a:pt x="1269341" y="758804"/>
                    <a:pt x="1274583" y="688317"/>
                    <a:pt x="1261984" y="605539"/>
                  </a:cubicBezTo>
                  <a:cubicBezTo>
                    <a:pt x="1234328" y="422333"/>
                    <a:pt x="1153563" y="257363"/>
                    <a:pt x="1015130" y="101175"/>
                  </a:cubicBezTo>
                  <a:cubicBezTo>
                    <a:pt x="1000881" y="85139"/>
                    <a:pt x="985137" y="70959"/>
                    <a:pt x="968482" y="55971"/>
                  </a:cubicBezTo>
                  <a:lnTo>
                    <a:pt x="963876" y="51794"/>
                  </a:lnTo>
                  <a:cubicBezTo>
                    <a:pt x="957362" y="45899"/>
                    <a:pt x="950675" y="39866"/>
                    <a:pt x="943921" y="33489"/>
                  </a:cubicBezTo>
                  <a:cubicBezTo>
                    <a:pt x="939624" y="29399"/>
                    <a:pt x="933470" y="27869"/>
                    <a:pt x="927506" y="29622"/>
                  </a:cubicBezTo>
                  <a:cubicBezTo>
                    <a:pt x="921869" y="31410"/>
                    <a:pt x="917520" y="36085"/>
                    <a:pt x="916179" y="41894"/>
                  </a:cubicBezTo>
                  <a:lnTo>
                    <a:pt x="913154" y="55163"/>
                  </a:lnTo>
                  <a:cubicBezTo>
                    <a:pt x="911091" y="63963"/>
                    <a:pt x="909493" y="70907"/>
                    <a:pt x="908307" y="77886"/>
                  </a:cubicBezTo>
                  <a:cubicBezTo>
                    <a:pt x="889675" y="189092"/>
                    <a:pt x="891033" y="308205"/>
                    <a:pt x="912484" y="442064"/>
                  </a:cubicBezTo>
                  <a:cubicBezTo>
                    <a:pt x="933762" y="574824"/>
                    <a:pt x="976165" y="689331"/>
                    <a:pt x="1041222" y="788797"/>
                  </a:cubicBezTo>
                  <a:cubicBezTo>
                    <a:pt x="943663" y="673844"/>
                    <a:pt x="848768" y="577317"/>
                    <a:pt x="749593" y="491772"/>
                  </a:cubicBezTo>
                  <a:cubicBezTo>
                    <a:pt x="749146" y="491188"/>
                    <a:pt x="748493" y="489417"/>
                    <a:pt x="748442" y="488970"/>
                  </a:cubicBezTo>
                  <a:cubicBezTo>
                    <a:pt x="756194" y="422195"/>
                    <a:pt x="739727" y="359287"/>
                    <a:pt x="698064" y="296654"/>
                  </a:cubicBezTo>
                  <a:cubicBezTo>
                    <a:pt x="643354" y="214341"/>
                    <a:pt x="567332" y="151605"/>
                    <a:pt x="472111" y="110216"/>
                  </a:cubicBezTo>
                  <a:cubicBezTo>
                    <a:pt x="415133" y="85500"/>
                    <a:pt x="356092" y="63620"/>
                    <a:pt x="298289" y="42186"/>
                  </a:cubicBezTo>
                  <a:cubicBezTo>
                    <a:pt x="270599" y="31908"/>
                    <a:pt x="242909" y="21664"/>
                    <a:pt x="214394" y="10681"/>
                  </a:cubicBezTo>
                  <a:cubicBezTo>
                    <a:pt x="185742" y="-715"/>
                    <a:pt x="173487" y="-2743"/>
                    <a:pt x="166835" y="3410"/>
                  </a:cubicBezTo>
                  <a:cubicBezTo>
                    <a:pt x="158276" y="11386"/>
                    <a:pt x="160338" y="18192"/>
                    <a:pt x="164068" y="30567"/>
                  </a:cubicBezTo>
                  <a:lnTo>
                    <a:pt x="165271" y="34606"/>
                  </a:lnTo>
                  <a:cubicBezTo>
                    <a:pt x="200215" y="152310"/>
                    <a:pt x="246588" y="245400"/>
                    <a:pt x="307072" y="319188"/>
                  </a:cubicBezTo>
                  <a:cubicBezTo>
                    <a:pt x="418106" y="454784"/>
                    <a:pt x="547961" y="523673"/>
                    <a:pt x="703856" y="529758"/>
                  </a:cubicBezTo>
                  <a:cubicBezTo>
                    <a:pt x="709322" y="530084"/>
                    <a:pt x="713653" y="531597"/>
                    <a:pt x="715424" y="532972"/>
                  </a:cubicBezTo>
                  <a:cubicBezTo>
                    <a:pt x="737373" y="549403"/>
                    <a:pt x="753529" y="562552"/>
                    <a:pt x="767813" y="575581"/>
                  </a:cubicBezTo>
                  <a:cubicBezTo>
                    <a:pt x="812983" y="616866"/>
                    <a:pt x="857465" y="660850"/>
                    <a:pt x="900985" y="707172"/>
                  </a:cubicBezTo>
                  <a:cubicBezTo>
                    <a:pt x="836255" y="666952"/>
                    <a:pt x="757139" y="648801"/>
                    <a:pt x="668036" y="653305"/>
                  </a:cubicBezTo>
                  <a:cubicBezTo>
                    <a:pt x="619274" y="655763"/>
                    <a:pt x="570873" y="662913"/>
                    <a:pt x="524070" y="669822"/>
                  </a:cubicBezTo>
                  <a:lnTo>
                    <a:pt x="522282" y="670097"/>
                  </a:lnTo>
                  <a:cubicBezTo>
                    <a:pt x="508446" y="672125"/>
                    <a:pt x="494679" y="674137"/>
                    <a:pt x="480945" y="676079"/>
                  </a:cubicBezTo>
                  <a:cubicBezTo>
                    <a:pt x="450866" y="680152"/>
                    <a:pt x="420547" y="685480"/>
                    <a:pt x="393768" y="690156"/>
                  </a:cubicBezTo>
                  <a:cubicBezTo>
                    <a:pt x="382922" y="692098"/>
                    <a:pt x="357020" y="697993"/>
                    <a:pt x="351056" y="710558"/>
                  </a:cubicBezTo>
                  <a:cubicBezTo>
                    <a:pt x="348993" y="714855"/>
                    <a:pt x="349165" y="719564"/>
                    <a:pt x="351503" y="723844"/>
                  </a:cubicBezTo>
                  <a:cubicBezTo>
                    <a:pt x="353566" y="727574"/>
                    <a:pt x="355834" y="731080"/>
                    <a:pt x="358309" y="734277"/>
                  </a:cubicBezTo>
                  <a:cubicBezTo>
                    <a:pt x="435603" y="834569"/>
                    <a:pt x="523778" y="900622"/>
                    <a:pt x="627868" y="936184"/>
                  </a:cubicBezTo>
                  <a:cubicBezTo>
                    <a:pt x="754784" y="979773"/>
                    <a:pt x="871353" y="976181"/>
                    <a:pt x="976097" y="924909"/>
                  </a:cubicBezTo>
                  <a:cubicBezTo>
                    <a:pt x="992116" y="916091"/>
                    <a:pt x="1011435" y="911623"/>
                    <a:pt x="1033504" y="911623"/>
                  </a:cubicBezTo>
                  <a:cubicBezTo>
                    <a:pt x="1050159" y="911623"/>
                    <a:pt x="1062655" y="914252"/>
                    <a:pt x="1066798" y="915198"/>
                  </a:cubicBezTo>
                  <a:cubicBezTo>
                    <a:pt x="1073002" y="916229"/>
                    <a:pt x="1081424" y="919701"/>
                    <a:pt x="1083143" y="921935"/>
                  </a:cubicBezTo>
                  <a:cubicBezTo>
                    <a:pt x="1148286" y="1007583"/>
                    <a:pt x="1210111" y="1099058"/>
                    <a:pt x="1267845" y="1195155"/>
                  </a:cubicBezTo>
                  <a:cubicBezTo>
                    <a:pt x="1219065" y="1147717"/>
                    <a:pt x="1155453" y="1115730"/>
                    <a:pt x="1068791" y="1094898"/>
                  </a:cubicBezTo>
                  <a:cubicBezTo>
                    <a:pt x="992838" y="1076799"/>
                    <a:pt x="915182" y="1072915"/>
                    <a:pt x="840105" y="1069133"/>
                  </a:cubicBezTo>
                  <a:lnTo>
                    <a:pt x="814959" y="1067861"/>
                  </a:lnTo>
                  <a:cubicBezTo>
                    <a:pt x="791412" y="1066658"/>
                    <a:pt x="767864" y="1065163"/>
                    <a:pt x="743612" y="1063633"/>
                  </a:cubicBezTo>
                  <a:lnTo>
                    <a:pt x="702945" y="1061124"/>
                  </a:lnTo>
                  <a:cubicBezTo>
                    <a:pt x="697686" y="1061124"/>
                    <a:pt x="692684" y="1063667"/>
                    <a:pt x="689625" y="1067896"/>
                  </a:cubicBezTo>
                  <a:cubicBezTo>
                    <a:pt x="686238" y="1072450"/>
                    <a:pt x="685431" y="1078363"/>
                    <a:pt x="687424" y="1083674"/>
                  </a:cubicBezTo>
                  <a:cubicBezTo>
                    <a:pt x="689057" y="1088109"/>
                    <a:pt x="692031" y="1095929"/>
                    <a:pt x="693561" y="1098542"/>
                  </a:cubicBezTo>
                  <a:cubicBezTo>
                    <a:pt x="772746" y="1230992"/>
                    <a:pt x="865733" y="1322604"/>
                    <a:pt x="977798" y="1378637"/>
                  </a:cubicBezTo>
                  <a:cubicBezTo>
                    <a:pt x="1087354" y="1433363"/>
                    <a:pt x="1186340" y="1447836"/>
                    <a:pt x="1286184" y="1423962"/>
                  </a:cubicBezTo>
                  <a:cubicBezTo>
                    <a:pt x="1297735" y="1421177"/>
                    <a:pt x="1311125" y="1419699"/>
                    <a:pt x="1324961" y="1419699"/>
                  </a:cubicBezTo>
                  <a:cubicBezTo>
                    <a:pt x="1367432" y="1419699"/>
                    <a:pt x="1397047" y="1432659"/>
                    <a:pt x="1403269" y="1444656"/>
                  </a:cubicBezTo>
                  <a:cubicBezTo>
                    <a:pt x="1458202" y="1557976"/>
                    <a:pt x="1507222" y="1675731"/>
                    <a:pt x="1549504" y="1795841"/>
                  </a:cubicBezTo>
                  <a:cubicBezTo>
                    <a:pt x="1505160" y="1734703"/>
                    <a:pt x="1443145" y="1685047"/>
                    <a:pt x="1364631" y="1647904"/>
                  </a:cubicBezTo>
                  <a:cubicBezTo>
                    <a:pt x="1286631" y="1611087"/>
                    <a:pt x="1205419" y="1577433"/>
                    <a:pt x="1125511" y="1544312"/>
                  </a:cubicBezTo>
                  <a:cubicBezTo>
                    <a:pt x="1091170" y="1530115"/>
                    <a:pt x="1056691" y="1515866"/>
                    <a:pt x="1022366" y="1501290"/>
                  </a:cubicBezTo>
                  <a:cubicBezTo>
                    <a:pt x="1017262" y="1499056"/>
                    <a:pt x="1011229" y="1499520"/>
                    <a:pt x="1006468" y="1502665"/>
                  </a:cubicBezTo>
                  <a:cubicBezTo>
                    <a:pt x="1001792" y="1505776"/>
                    <a:pt x="999008" y="1510967"/>
                    <a:pt x="999008" y="1516553"/>
                  </a:cubicBezTo>
                  <a:cubicBezTo>
                    <a:pt x="999008" y="1527279"/>
                    <a:pt x="1112964" y="1843554"/>
                    <a:pt x="1278468" y="1968184"/>
                  </a:cubicBezTo>
                  <a:cubicBezTo>
                    <a:pt x="1345982" y="2019026"/>
                    <a:pt x="1429137" y="2071329"/>
                    <a:pt x="1534001" y="2073787"/>
                  </a:cubicBezTo>
                  <a:cubicBezTo>
                    <a:pt x="1565386" y="2074423"/>
                    <a:pt x="1597837" y="2078858"/>
                    <a:pt x="1622347" y="2106720"/>
                  </a:cubicBezTo>
                  <a:cubicBezTo>
                    <a:pt x="1626094" y="2111154"/>
                    <a:pt x="1631061" y="2114609"/>
                    <a:pt x="1636475" y="2116448"/>
                  </a:cubicBezTo>
                  <a:cubicBezTo>
                    <a:pt x="1644846" y="2119198"/>
                    <a:pt x="1647149" y="2124320"/>
                    <a:pt x="1651274" y="2141783"/>
                  </a:cubicBezTo>
                  <a:cubicBezTo>
                    <a:pt x="1685238" y="2284374"/>
                    <a:pt x="1709971" y="2431349"/>
                    <a:pt x="1725200" y="2580592"/>
                  </a:cubicBezTo>
                  <a:cubicBezTo>
                    <a:pt x="1720594" y="2565449"/>
                    <a:pt x="1715248" y="2550152"/>
                    <a:pt x="1709112" y="2534665"/>
                  </a:cubicBezTo>
                  <a:cubicBezTo>
                    <a:pt x="1672072" y="2440733"/>
                    <a:pt x="1609731" y="2358540"/>
                    <a:pt x="1512928" y="2275986"/>
                  </a:cubicBezTo>
                  <a:cubicBezTo>
                    <a:pt x="1463032" y="2233257"/>
                    <a:pt x="1410780" y="2191886"/>
                    <a:pt x="1360248" y="2151855"/>
                  </a:cubicBezTo>
                  <a:lnTo>
                    <a:pt x="1357841" y="2149964"/>
                  </a:lnTo>
                  <a:cubicBezTo>
                    <a:pt x="1334827" y="2131728"/>
                    <a:pt x="1311864" y="2113560"/>
                    <a:pt x="1288969" y="2095169"/>
                  </a:cubicBezTo>
                  <a:cubicBezTo>
                    <a:pt x="1284243" y="2091370"/>
                    <a:pt x="1279636" y="2087452"/>
                    <a:pt x="1274291" y="2082880"/>
                  </a:cubicBezTo>
                  <a:lnTo>
                    <a:pt x="1260008" y="2070642"/>
                  </a:lnTo>
                  <a:cubicBezTo>
                    <a:pt x="1255006" y="2066414"/>
                    <a:pt x="1247563" y="2065537"/>
                    <a:pt x="1241720" y="2068459"/>
                  </a:cubicBezTo>
                  <a:cubicBezTo>
                    <a:pt x="1235721" y="2071501"/>
                    <a:pt x="1232129" y="2077792"/>
                    <a:pt x="1232593" y="2084512"/>
                  </a:cubicBezTo>
                  <a:cubicBezTo>
                    <a:pt x="1233297" y="2094602"/>
                    <a:pt x="1233865" y="2104141"/>
                    <a:pt x="1234397" y="2113302"/>
                  </a:cubicBezTo>
                  <a:lnTo>
                    <a:pt x="1234673" y="2117582"/>
                  </a:lnTo>
                  <a:cubicBezTo>
                    <a:pt x="1235807" y="2136438"/>
                    <a:pt x="1236872" y="2154227"/>
                    <a:pt x="1238780" y="2171793"/>
                  </a:cubicBezTo>
                  <a:cubicBezTo>
                    <a:pt x="1256690" y="2342831"/>
                    <a:pt x="1307549" y="2485628"/>
                    <a:pt x="1394263" y="2608333"/>
                  </a:cubicBezTo>
                  <a:cubicBezTo>
                    <a:pt x="1447941" y="2684184"/>
                    <a:pt x="1524943" y="2776896"/>
                    <a:pt x="1645018" y="2820742"/>
                  </a:cubicBezTo>
                  <a:cubicBezTo>
                    <a:pt x="1674238" y="2831467"/>
                    <a:pt x="1695430" y="2847710"/>
                    <a:pt x="1718136" y="2876861"/>
                  </a:cubicBezTo>
                  <a:cubicBezTo>
                    <a:pt x="1739552" y="2904155"/>
                    <a:pt x="1743539" y="2929095"/>
                    <a:pt x="1743058" y="2960480"/>
                  </a:cubicBezTo>
                  <a:cubicBezTo>
                    <a:pt x="1741013" y="3091951"/>
                    <a:pt x="1731645" y="3222373"/>
                    <a:pt x="1715128" y="3350097"/>
                  </a:cubicBezTo>
                  <a:cubicBezTo>
                    <a:pt x="1711260" y="3314553"/>
                    <a:pt x="1703079" y="3277959"/>
                    <a:pt x="1690515" y="3239940"/>
                  </a:cubicBezTo>
                  <a:cubicBezTo>
                    <a:pt x="1664509" y="3161219"/>
                    <a:pt x="1623980" y="3084681"/>
                    <a:pt x="1566589" y="3005960"/>
                  </a:cubicBezTo>
                  <a:cubicBezTo>
                    <a:pt x="1517053" y="2937792"/>
                    <a:pt x="1465507" y="2869384"/>
                    <a:pt x="1415662" y="2803193"/>
                  </a:cubicBezTo>
                  <a:lnTo>
                    <a:pt x="1412345" y="2798776"/>
                  </a:lnTo>
                  <a:cubicBezTo>
                    <a:pt x="1392578" y="2772564"/>
                    <a:pt x="1372829" y="2746318"/>
                    <a:pt x="1353596" y="2720639"/>
                  </a:cubicBezTo>
                  <a:cubicBezTo>
                    <a:pt x="1349986" y="2715363"/>
                    <a:pt x="1344779" y="2713472"/>
                    <a:pt x="1341771" y="2712424"/>
                  </a:cubicBezTo>
                  <a:cubicBezTo>
                    <a:pt x="1337508" y="2710344"/>
                    <a:pt x="1332420" y="2710137"/>
                    <a:pt x="1327900" y="2712063"/>
                  </a:cubicBezTo>
                  <a:cubicBezTo>
                    <a:pt x="1323465" y="2713953"/>
                    <a:pt x="1320062" y="2717683"/>
                    <a:pt x="1318567" y="2722255"/>
                  </a:cubicBezTo>
                  <a:lnTo>
                    <a:pt x="1317982" y="2724043"/>
                  </a:lnTo>
                  <a:cubicBezTo>
                    <a:pt x="1317157" y="2726449"/>
                    <a:pt x="1316504" y="2728580"/>
                    <a:pt x="1316161" y="2730712"/>
                  </a:cubicBezTo>
                  <a:cubicBezTo>
                    <a:pt x="1281785" y="2935695"/>
                    <a:pt x="1302874" y="3119349"/>
                    <a:pt x="1380616" y="3292225"/>
                  </a:cubicBezTo>
                  <a:cubicBezTo>
                    <a:pt x="1418583" y="3376756"/>
                    <a:pt x="1469512" y="3472458"/>
                    <a:pt x="1559302" y="3541313"/>
                  </a:cubicBezTo>
                  <a:cubicBezTo>
                    <a:pt x="1600295" y="3572750"/>
                    <a:pt x="1632660" y="3616855"/>
                    <a:pt x="1650432" y="3665479"/>
                  </a:cubicBezTo>
                  <a:cubicBezTo>
                    <a:pt x="1654196" y="3675947"/>
                    <a:pt x="1654059" y="3680484"/>
                    <a:pt x="1653629" y="3682238"/>
                  </a:cubicBezTo>
                  <a:cubicBezTo>
                    <a:pt x="1615627" y="3839645"/>
                    <a:pt x="1565988" y="3991466"/>
                    <a:pt x="1505641" y="4135158"/>
                  </a:cubicBezTo>
                  <a:cubicBezTo>
                    <a:pt x="1521178" y="4059428"/>
                    <a:pt x="1520113" y="3979881"/>
                    <a:pt x="1502375" y="3897465"/>
                  </a:cubicBezTo>
                  <a:cubicBezTo>
                    <a:pt x="1477195" y="3780656"/>
                    <a:pt x="1433915" y="3667456"/>
                    <a:pt x="1395311" y="3570516"/>
                  </a:cubicBezTo>
                  <a:lnTo>
                    <a:pt x="1383744" y="3541485"/>
                  </a:lnTo>
                  <a:cubicBezTo>
                    <a:pt x="1365645" y="3496058"/>
                    <a:pt x="1347426" y="3450269"/>
                    <a:pt x="1328605" y="3402813"/>
                  </a:cubicBezTo>
                  <a:cubicBezTo>
                    <a:pt x="1326215" y="3396745"/>
                    <a:pt x="1320458" y="3392603"/>
                    <a:pt x="1312774" y="3392225"/>
                  </a:cubicBezTo>
                  <a:cubicBezTo>
                    <a:pt x="1306724" y="3392225"/>
                    <a:pt x="1301155" y="3395680"/>
                    <a:pt x="1298268" y="3401283"/>
                  </a:cubicBezTo>
                  <a:lnTo>
                    <a:pt x="1292200" y="3412696"/>
                  </a:lnTo>
                  <a:cubicBezTo>
                    <a:pt x="1289536" y="3417697"/>
                    <a:pt x="1287044" y="3422355"/>
                    <a:pt x="1284913" y="3427168"/>
                  </a:cubicBezTo>
                  <a:cubicBezTo>
                    <a:pt x="1207258" y="3602382"/>
                    <a:pt x="1181029" y="3781997"/>
                    <a:pt x="1207000" y="3961026"/>
                  </a:cubicBezTo>
                  <a:cubicBezTo>
                    <a:pt x="1225563" y="4089042"/>
                    <a:pt x="1257017" y="4180706"/>
                    <a:pt x="1308993" y="4258258"/>
                  </a:cubicBezTo>
                  <a:cubicBezTo>
                    <a:pt x="1335892" y="4298341"/>
                    <a:pt x="1361451" y="4342995"/>
                    <a:pt x="1366092" y="4397910"/>
                  </a:cubicBezTo>
                  <a:cubicBezTo>
                    <a:pt x="1367192" y="4410904"/>
                    <a:pt x="1366676" y="4419860"/>
                    <a:pt x="1360884" y="4430052"/>
                  </a:cubicBezTo>
                  <a:cubicBezTo>
                    <a:pt x="1295329" y="4544851"/>
                    <a:pt x="1221833" y="4653186"/>
                    <a:pt x="1141341" y="4753839"/>
                  </a:cubicBezTo>
                  <a:cubicBezTo>
                    <a:pt x="1141651" y="4753289"/>
                    <a:pt x="1141943" y="4752739"/>
                    <a:pt x="1142253" y="4752189"/>
                  </a:cubicBezTo>
                  <a:cubicBezTo>
                    <a:pt x="1200159" y="4646362"/>
                    <a:pt x="1201912" y="4531942"/>
                    <a:pt x="1196000" y="4433953"/>
                  </a:cubicBezTo>
                  <a:cubicBezTo>
                    <a:pt x="1190895" y="4349956"/>
                    <a:pt x="1181270" y="4266078"/>
                    <a:pt x="1172005" y="4184986"/>
                  </a:cubicBezTo>
                  <a:lnTo>
                    <a:pt x="1171472" y="4180293"/>
                  </a:lnTo>
                  <a:cubicBezTo>
                    <a:pt x="1167742" y="4147808"/>
                    <a:pt x="1164030" y="4115340"/>
                    <a:pt x="1160644" y="4082803"/>
                  </a:cubicBezTo>
                  <a:cubicBezTo>
                    <a:pt x="1158684" y="4064360"/>
                    <a:pt x="1156502" y="4045918"/>
                    <a:pt x="1154250" y="4027200"/>
                  </a:cubicBezTo>
                  <a:lnTo>
                    <a:pt x="1151276" y="4001865"/>
                  </a:lnTo>
                  <a:cubicBezTo>
                    <a:pt x="1150623" y="3996262"/>
                    <a:pt x="1147203" y="3991415"/>
                    <a:pt x="1142287" y="3988974"/>
                  </a:cubicBezTo>
                  <a:cubicBezTo>
                    <a:pt x="1133143" y="3984196"/>
                    <a:pt x="1118344" y="3991570"/>
                    <a:pt x="1102360" y="4010476"/>
                  </a:cubicBezTo>
                  <a:cubicBezTo>
                    <a:pt x="992511" y="4140400"/>
                    <a:pt x="924343" y="4287220"/>
                    <a:pt x="899731" y="4446879"/>
                  </a:cubicBezTo>
                  <a:cubicBezTo>
                    <a:pt x="874206" y="4612416"/>
                    <a:pt x="888042" y="4754079"/>
                    <a:pt x="942081" y="4879964"/>
                  </a:cubicBezTo>
                  <a:cubicBezTo>
                    <a:pt x="943526" y="4883316"/>
                    <a:pt x="943491" y="4890157"/>
                    <a:pt x="943474" y="4892443"/>
                  </a:cubicBezTo>
                  <a:lnTo>
                    <a:pt x="940569" y="4964873"/>
                  </a:lnTo>
                  <a:cubicBezTo>
                    <a:pt x="940139" y="4970081"/>
                    <a:pt x="937389" y="4975959"/>
                    <a:pt x="935120" y="4978142"/>
                  </a:cubicBezTo>
                  <a:cubicBezTo>
                    <a:pt x="825427" y="5083779"/>
                    <a:pt x="704664" y="5175615"/>
                    <a:pt x="575067" y="5252049"/>
                  </a:cubicBezTo>
                  <a:cubicBezTo>
                    <a:pt x="636411" y="5196601"/>
                    <a:pt x="680515" y="5124257"/>
                    <a:pt x="709099" y="5032576"/>
                  </a:cubicBezTo>
                  <a:cubicBezTo>
                    <a:pt x="740776" y="4930961"/>
                    <a:pt x="757036" y="4825203"/>
                    <a:pt x="772797" y="4722660"/>
                  </a:cubicBezTo>
                  <a:lnTo>
                    <a:pt x="774172" y="4713533"/>
                  </a:lnTo>
                  <a:cubicBezTo>
                    <a:pt x="779758" y="4677507"/>
                    <a:pt x="785585" y="4641550"/>
                    <a:pt x="791532" y="4604802"/>
                  </a:cubicBezTo>
                  <a:lnTo>
                    <a:pt x="798252" y="4563259"/>
                  </a:lnTo>
                  <a:cubicBezTo>
                    <a:pt x="799215" y="4557209"/>
                    <a:pt x="796826" y="4551158"/>
                    <a:pt x="792134" y="4547531"/>
                  </a:cubicBezTo>
                  <a:cubicBezTo>
                    <a:pt x="787476" y="4543819"/>
                    <a:pt x="780738" y="4542925"/>
                    <a:pt x="775375" y="4545228"/>
                  </a:cubicBezTo>
                  <a:lnTo>
                    <a:pt x="769514" y="4547652"/>
                  </a:lnTo>
                  <a:cubicBezTo>
                    <a:pt x="763258" y="4550213"/>
                    <a:pt x="757809" y="4552499"/>
                    <a:pt x="752670" y="4555129"/>
                  </a:cubicBezTo>
                  <a:cubicBezTo>
                    <a:pt x="507673" y="4677490"/>
                    <a:pt x="346398" y="4962879"/>
                    <a:pt x="369189" y="5233693"/>
                  </a:cubicBezTo>
                  <a:cubicBezTo>
                    <a:pt x="372765" y="5276112"/>
                    <a:pt x="368880" y="5315954"/>
                    <a:pt x="357295" y="5355418"/>
                  </a:cubicBezTo>
                  <a:cubicBezTo>
                    <a:pt x="356212" y="5359010"/>
                    <a:pt x="352740" y="5362912"/>
                    <a:pt x="351331" y="5363565"/>
                  </a:cubicBezTo>
                  <a:cubicBezTo>
                    <a:pt x="234969" y="5412636"/>
                    <a:pt x="124329" y="5448439"/>
                    <a:pt x="13003" y="5473018"/>
                  </a:cubicBezTo>
                  <a:cubicBezTo>
                    <a:pt x="7279" y="5474341"/>
                    <a:pt x="2742" y="5478432"/>
                    <a:pt x="885" y="5483950"/>
                  </a:cubicBezTo>
                  <a:cubicBezTo>
                    <a:pt x="-988" y="5489501"/>
                    <a:pt x="146" y="5495534"/>
                    <a:pt x="3962" y="5500072"/>
                  </a:cubicBezTo>
                  <a:cubicBezTo>
                    <a:pt x="16062" y="5514407"/>
                    <a:pt x="26599" y="5529824"/>
                    <a:pt x="35261" y="5545964"/>
                  </a:cubicBezTo>
                  <a:cubicBezTo>
                    <a:pt x="38819" y="5552564"/>
                    <a:pt x="47293" y="5555950"/>
                    <a:pt x="53635" y="5554300"/>
                  </a:cubicBezTo>
                  <a:cubicBezTo>
                    <a:pt x="144336" y="5533605"/>
                    <a:pt x="232665" y="5506809"/>
                    <a:pt x="316250" y="5474599"/>
                  </a:cubicBezTo>
                  <a:cubicBezTo>
                    <a:pt x="323005" y="5471884"/>
                    <a:pt x="328162" y="5470594"/>
                    <a:pt x="332991" y="5471385"/>
                  </a:cubicBezTo>
                  <a:cubicBezTo>
                    <a:pt x="351589" y="5473860"/>
                    <a:pt x="371235" y="5477676"/>
                    <a:pt x="393046" y="5483090"/>
                  </a:cubicBezTo>
                  <a:cubicBezTo>
                    <a:pt x="397549" y="5484190"/>
                    <a:pt x="401279" y="5486270"/>
                    <a:pt x="401348" y="5486081"/>
                  </a:cubicBezTo>
                  <a:cubicBezTo>
                    <a:pt x="448993" y="5581062"/>
                    <a:pt x="530876" y="5641563"/>
                    <a:pt x="651760" y="5671006"/>
                  </a:cubicBezTo>
                  <a:cubicBezTo>
                    <a:pt x="678057" y="5677314"/>
                    <a:pt x="705180" y="5681972"/>
                    <a:pt x="732371" y="5684825"/>
                  </a:cubicBezTo>
                  <a:cubicBezTo>
                    <a:pt x="760834" y="5687833"/>
                    <a:pt x="792581" y="5689363"/>
                    <a:pt x="826698" y="5689363"/>
                  </a:cubicBezTo>
                  <a:cubicBezTo>
                    <a:pt x="873965" y="5689363"/>
                    <a:pt x="907671" y="5686441"/>
                    <a:pt x="908084" y="5686407"/>
                  </a:cubicBezTo>
                  <a:cubicBezTo>
                    <a:pt x="1012862" y="5674684"/>
                    <a:pt x="1102342" y="5651103"/>
                    <a:pt x="1181596" y="5614303"/>
                  </a:cubicBezTo>
                  <a:cubicBezTo>
                    <a:pt x="1214115" y="5599229"/>
                    <a:pt x="1251173" y="5578930"/>
                    <a:pt x="1279654" y="5542681"/>
                  </a:cubicBezTo>
                  <a:cubicBezTo>
                    <a:pt x="1285102" y="5535737"/>
                    <a:pt x="1284191" y="5525716"/>
                    <a:pt x="1277574" y="5519890"/>
                  </a:cubicBezTo>
                  <a:cubicBezTo>
                    <a:pt x="1197065" y="5448851"/>
                    <a:pt x="1115096" y="5397236"/>
                    <a:pt x="1026939" y="5362104"/>
                  </a:cubicBezTo>
                  <a:cubicBezTo>
                    <a:pt x="896327" y="5310196"/>
                    <a:pt x="777352" y="5296137"/>
                    <a:pt x="660732" y="5318567"/>
                  </a:cubicBezTo>
                  <a:cubicBezTo>
                    <a:pt x="643303" y="5321953"/>
                    <a:pt x="626287" y="5326216"/>
                    <a:pt x="609752" y="5331114"/>
                  </a:cubicBezTo>
                  <a:cubicBezTo>
                    <a:pt x="718844" y="5265903"/>
                    <a:pt x="823295" y="5189261"/>
                    <a:pt x="921937" y="5101947"/>
                  </a:cubicBezTo>
                  <a:cubicBezTo>
                    <a:pt x="923828" y="5100228"/>
                    <a:pt x="926939" y="5098716"/>
                    <a:pt x="929363" y="5098286"/>
                  </a:cubicBezTo>
                  <a:cubicBezTo>
                    <a:pt x="945502" y="5095605"/>
                    <a:pt x="966936" y="5092304"/>
                    <a:pt x="988867" y="5090723"/>
                  </a:cubicBezTo>
                  <a:cubicBezTo>
                    <a:pt x="990895" y="5090723"/>
                    <a:pt x="993473" y="5091703"/>
                    <a:pt x="993766" y="5091806"/>
                  </a:cubicBezTo>
                  <a:cubicBezTo>
                    <a:pt x="1053202" y="5158323"/>
                    <a:pt x="1129774" y="5190654"/>
                    <a:pt x="1227866" y="5190654"/>
                  </a:cubicBezTo>
                  <a:cubicBezTo>
                    <a:pt x="1232868" y="5190654"/>
                    <a:pt x="1237886" y="5190551"/>
                    <a:pt x="1242888" y="5190379"/>
                  </a:cubicBezTo>
                  <a:cubicBezTo>
                    <a:pt x="1349539" y="5186941"/>
                    <a:pt x="1456758" y="5157636"/>
                    <a:pt x="1561622" y="5103236"/>
                  </a:cubicBezTo>
                  <a:cubicBezTo>
                    <a:pt x="1637833" y="5063480"/>
                    <a:pt x="1717276" y="5017193"/>
                    <a:pt x="1781697" y="4948166"/>
                  </a:cubicBezTo>
                  <a:cubicBezTo>
                    <a:pt x="1795980" y="4932817"/>
                    <a:pt x="1808733" y="4915457"/>
                    <a:pt x="1819991" y="4900143"/>
                  </a:cubicBezTo>
                  <a:lnTo>
                    <a:pt x="1821091" y="4898647"/>
                  </a:lnTo>
                  <a:cubicBezTo>
                    <a:pt x="1826076" y="4891893"/>
                    <a:pt x="1831112" y="4885086"/>
                    <a:pt x="1836286" y="4878366"/>
                  </a:cubicBezTo>
                  <a:cubicBezTo>
                    <a:pt x="1839104" y="4874739"/>
                    <a:pt x="1840290" y="4870064"/>
                    <a:pt x="1839551" y="4865354"/>
                  </a:cubicBezTo>
                  <a:cubicBezTo>
                    <a:pt x="1838761" y="4860817"/>
                    <a:pt x="1836131" y="4856778"/>
                    <a:pt x="1831645" y="4853856"/>
                  </a:cubicBezTo>
                  <a:cubicBezTo>
                    <a:pt x="1830510" y="4853237"/>
                    <a:pt x="1803233" y="4838610"/>
                    <a:pt x="1778328" y="4828968"/>
                  </a:cubicBezTo>
                  <a:cubicBezTo>
                    <a:pt x="1611570" y="4764530"/>
                    <a:pt x="1443214" y="4757929"/>
                    <a:pt x="1282610" y="4809683"/>
                  </a:cubicBezTo>
                  <a:cubicBezTo>
                    <a:pt x="1230031" y="4826578"/>
                    <a:pt x="1180547" y="4851948"/>
                    <a:pt x="1132370" y="4887011"/>
                  </a:cubicBezTo>
                  <a:cubicBezTo>
                    <a:pt x="1221472" y="4783436"/>
                    <a:pt x="1303974" y="4669893"/>
                    <a:pt x="1378879" y="4547721"/>
                  </a:cubicBezTo>
                  <a:cubicBezTo>
                    <a:pt x="1379687" y="4546432"/>
                    <a:pt x="1381819" y="4542942"/>
                    <a:pt x="1382506" y="4542307"/>
                  </a:cubicBezTo>
                  <a:cubicBezTo>
                    <a:pt x="1389055" y="4538130"/>
                    <a:pt x="1395758" y="4534177"/>
                    <a:pt x="1402444" y="4530275"/>
                  </a:cubicBezTo>
                  <a:cubicBezTo>
                    <a:pt x="1414424" y="4523245"/>
                    <a:pt x="1426834" y="4515974"/>
                    <a:pt x="1438487" y="4507312"/>
                  </a:cubicBezTo>
                  <a:cubicBezTo>
                    <a:pt x="1448319" y="4499972"/>
                    <a:pt x="1451086" y="4499784"/>
                    <a:pt x="1461020" y="4506178"/>
                  </a:cubicBezTo>
                  <a:cubicBezTo>
                    <a:pt x="1475081" y="4515304"/>
                    <a:pt x="1491426" y="4520048"/>
                    <a:pt x="1505675" y="4523778"/>
                  </a:cubicBezTo>
                  <a:cubicBezTo>
                    <a:pt x="1589037" y="4545125"/>
                    <a:pt x="1673069" y="4534486"/>
                    <a:pt x="1766021" y="4490845"/>
                  </a:cubicBezTo>
                  <a:cubicBezTo>
                    <a:pt x="1850930" y="4451039"/>
                    <a:pt x="1916210" y="4388113"/>
                    <a:pt x="1974133" y="4326065"/>
                  </a:cubicBezTo>
                  <a:cubicBezTo>
                    <a:pt x="2058388" y="4235553"/>
                    <a:pt x="2113442" y="4153893"/>
                    <a:pt x="2147405" y="4069053"/>
                  </a:cubicBezTo>
                  <a:cubicBezTo>
                    <a:pt x="2154538" y="4051246"/>
                    <a:pt x="2159626" y="4032838"/>
                    <a:pt x="2164920" y="4013587"/>
                  </a:cubicBezTo>
                  <a:cubicBezTo>
                    <a:pt x="2167103" y="4005509"/>
                    <a:pt x="2169337" y="3997430"/>
                    <a:pt x="2171709" y="3989490"/>
                  </a:cubicBezTo>
                  <a:cubicBezTo>
                    <a:pt x="2174304" y="3980965"/>
                    <a:pt x="2169767" y="3971941"/>
                    <a:pt x="2161345" y="3968967"/>
                  </a:cubicBezTo>
                  <a:lnTo>
                    <a:pt x="2154366" y="3968435"/>
                  </a:lnTo>
                  <a:cubicBezTo>
                    <a:pt x="2120008" y="3968435"/>
                    <a:pt x="1813512" y="3973471"/>
                    <a:pt x="1634241" y="4147413"/>
                  </a:cubicBezTo>
                  <a:cubicBezTo>
                    <a:pt x="1595242" y="4185261"/>
                    <a:pt x="1560281" y="4225480"/>
                    <a:pt x="1528363" y="4269516"/>
                  </a:cubicBezTo>
                  <a:cubicBezTo>
                    <a:pt x="1599281" y="4119328"/>
                    <a:pt x="1659422" y="3961044"/>
                    <a:pt x="1707891" y="3796744"/>
                  </a:cubicBezTo>
                  <a:lnTo>
                    <a:pt x="1708596" y="3794338"/>
                  </a:lnTo>
                  <a:cubicBezTo>
                    <a:pt x="1709181" y="3792327"/>
                    <a:pt x="1710057" y="3789284"/>
                    <a:pt x="1710642" y="3788459"/>
                  </a:cubicBezTo>
                  <a:lnTo>
                    <a:pt x="1757530" y="3724073"/>
                  </a:lnTo>
                  <a:cubicBezTo>
                    <a:pt x="1759284" y="3721495"/>
                    <a:pt x="1759490" y="3721495"/>
                    <a:pt x="1762240" y="3721495"/>
                  </a:cubicBezTo>
                  <a:cubicBezTo>
                    <a:pt x="1763460" y="3721495"/>
                    <a:pt x="1764801" y="3721581"/>
                    <a:pt x="1766330" y="3721667"/>
                  </a:cubicBezTo>
                  <a:lnTo>
                    <a:pt x="1776351" y="3722268"/>
                  </a:lnTo>
                  <a:cubicBezTo>
                    <a:pt x="1811243" y="3724434"/>
                    <a:pt x="1831782" y="3724125"/>
                    <a:pt x="1848678" y="3721478"/>
                  </a:cubicBezTo>
                  <a:cubicBezTo>
                    <a:pt x="1915436" y="3710941"/>
                    <a:pt x="1975697" y="3677322"/>
                    <a:pt x="2032882" y="3618677"/>
                  </a:cubicBezTo>
                  <a:cubicBezTo>
                    <a:pt x="2166621" y="3481516"/>
                    <a:pt x="2258680" y="3310393"/>
                    <a:pt x="2314300" y="3095578"/>
                  </a:cubicBezTo>
                  <a:cubicBezTo>
                    <a:pt x="2320265" y="3072563"/>
                    <a:pt x="2321932" y="3049325"/>
                    <a:pt x="2323719" y="3024677"/>
                  </a:cubicBezTo>
                  <a:cubicBezTo>
                    <a:pt x="2324510" y="3013505"/>
                    <a:pt x="2325386" y="3001989"/>
                    <a:pt x="2326658" y="2990095"/>
                  </a:cubicBezTo>
                  <a:cubicBezTo>
                    <a:pt x="2327191" y="2984389"/>
                    <a:pt x="2324957" y="2978940"/>
                    <a:pt x="2320660" y="2975382"/>
                  </a:cubicBezTo>
                  <a:close/>
                </a:path>
              </a:pathLst>
            </a:custGeom>
            <a:grpFill/>
            <a:ln w="17188"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28" name="Freeform 14">
              <a:extLst>
                <a:ext uri="{FF2B5EF4-FFF2-40B4-BE49-F238E27FC236}">
                  <a16:creationId xmlns:a16="http://schemas.microsoft.com/office/drawing/2014/main" id="{3DAA12DE-670A-73E4-532A-FE3F3BF6C220}"/>
                </a:ext>
              </a:extLst>
            </p:cNvPr>
            <p:cNvSpPr/>
            <p:nvPr/>
          </p:nvSpPr>
          <p:spPr>
            <a:xfrm>
              <a:off x="-4653512" y="542621"/>
              <a:ext cx="2326729" cy="5689259"/>
            </a:xfrm>
            <a:custGeom>
              <a:avLst/>
              <a:gdLst>
                <a:gd name="connsiteX0" fmla="*/ 2313708 w 2326728"/>
                <a:gd name="connsiteY0" fmla="*/ 5472982 h 5689258"/>
                <a:gd name="connsiteX1" fmla="*/ 1975465 w 2326728"/>
                <a:gd name="connsiteY1" fmla="*/ 5363546 h 5689258"/>
                <a:gd name="connsiteX2" fmla="*/ 1969536 w 2326728"/>
                <a:gd name="connsiteY2" fmla="*/ 5355485 h 5689258"/>
                <a:gd name="connsiteX3" fmla="*/ 1957624 w 2326728"/>
                <a:gd name="connsiteY3" fmla="*/ 5233674 h 5689258"/>
                <a:gd name="connsiteX4" fmla="*/ 1574195 w 2326728"/>
                <a:gd name="connsiteY4" fmla="*/ 4555127 h 5689258"/>
                <a:gd name="connsiteX5" fmla="*/ 1557299 w 2326728"/>
                <a:gd name="connsiteY5" fmla="*/ 4547633 h 5689258"/>
                <a:gd name="connsiteX6" fmla="*/ 1551490 w 2326728"/>
                <a:gd name="connsiteY6" fmla="*/ 4545227 h 5689258"/>
                <a:gd name="connsiteX7" fmla="*/ 1534800 w 2326728"/>
                <a:gd name="connsiteY7" fmla="*/ 4547427 h 5689258"/>
                <a:gd name="connsiteX8" fmla="*/ 1528578 w 2326728"/>
                <a:gd name="connsiteY8" fmla="*/ 4563257 h 5689258"/>
                <a:gd name="connsiteX9" fmla="*/ 1535282 w 2326728"/>
                <a:gd name="connsiteY9" fmla="*/ 4604784 h 5689258"/>
                <a:gd name="connsiteX10" fmla="*/ 1552641 w 2326728"/>
                <a:gd name="connsiteY10" fmla="*/ 4713480 h 5689258"/>
                <a:gd name="connsiteX11" fmla="*/ 1554051 w 2326728"/>
                <a:gd name="connsiteY11" fmla="*/ 4722900 h 5689258"/>
                <a:gd name="connsiteX12" fmla="*/ 1617715 w 2326728"/>
                <a:gd name="connsiteY12" fmla="*/ 5032575 h 5689258"/>
                <a:gd name="connsiteX13" fmla="*/ 1751747 w 2326728"/>
                <a:gd name="connsiteY13" fmla="*/ 5252031 h 5689258"/>
                <a:gd name="connsiteX14" fmla="*/ 1391711 w 2326728"/>
                <a:gd name="connsiteY14" fmla="*/ 4978158 h 5689258"/>
                <a:gd name="connsiteX15" fmla="*/ 1386279 w 2326728"/>
                <a:gd name="connsiteY15" fmla="*/ 4965215 h 5689258"/>
                <a:gd name="connsiteX16" fmla="*/ 1383340 w 2326728"/>
                <a:gd name="connsiteY16" fmla="*/ 4892734 h 5689258"/>
                <a:gd name="connsiteX17" fmla="*/ 1384749 w 2326728"/>
                <a:gd name="connsiteY17" fmla="*/ 4879929 h 5689258"/>
                <a:gd name="connsiteX18" fmla="*/ 1427083 w 2326728"/>
                <a:gd name="connsiteY18" fmla="*/ 4446878 h 5689258"/>
                <a:gd name="connsiteX19" fmla="*/ 1224454 w 2326728"/>
                <a:gd name="connsiteY19" fmla="*/ 4010475 h 5689258"/>
                <a:gd name="connsiteX20" fmla="*/ 1190732 w 2326728"/>
                <a:gd name="connsiteY20" fmla="*/ 3987563 h 5689258"/>
                <a:gd name="connsiteX21" fmla="*/ 1184664 w 2326728"/>
                <a:gd name="connsiteY21" fmla="*/ 3988887 h 5689258"/>
                <a:gd name="connsiteX22" fmla="*/ 1175520 w 2326728"/>
                <a:gd name="connsiteY22" fmla="*/ 4001881 h 5689258"/>
                <a:gd name="connsiteX23" fmla="*/ 1172581 w 2326728"/>
                <a:gd name="connsiteY23" fmla="*/ 4027165 h 5689258"/>
                <a:gd name="connsiteX24" fmla="*/ 1166170 w 2326728"/>
                <a:gd name="connsiteY24" fmla="*/ 4082819 h 5689258"/>
                <a:gd name="connsiteX25" fmla="*/ 1155341 w 2326728"/>
                <a:gd name="connsiteY25" fmla="*/ 4180292 h 5689258"/>
                <a:gd name="connsiteX26" fmla="*/ 1154809 w 2326728"/>
                <a:gd name="connsiteY26" fmla="*/ 4184984 h 5689258"/>
                <a:gd name="connsiteX27" fmla="*/ 1130814 w 2326728"/>
                <a:gd name="connsiteY27" fmla="*/ 4433953 h 5689258"/>
                <a:gd name="connsiteX28" fmla="*/ 1184561 w 2326728"/>
                <a:gd name="connsiteY28" fmla="*/ 4752188 h 5689258"/>
                <a:gd name="connsiteX29" fmla="*/ 1185455 w 2326728"/>
                <a:gd name="connsiteY29" fmla="*/ 4753820 h 5689258"/>
                <a:gd name="connsiteX30" fmla="*/ 965930 w 2326728"/>
                <a:gd name="connsiteY30" fmla="*/ 4430068 h 5689258"/>
                <a:gd name="connsiteX31" fmla="*/ 960722 w 2326728"/>
                <a:gd name="connsiteY31" fmla="*/ 4397909 h 5689258"/>
                <a:gd name="connsiteX32" fmla="*/ 1017821 w 2326728"/>
                <a:gd name="connsiteY32" fmla="*/ 4258257 h 5689258"/>
                <a:gd name="connsiteX33" fmla="*/ 1119814 w 2326728"/>
                <a:gd name="connsiteY33" fmla="*/ 3961025 h 5689258"/>
                <a:gd name="connsiteX34" fmla="*/ 1041901 w 2326728"/>
                <a:gd name="connsiteY34" fmla="*/ 3427184 h 5689258"/>
                <a:gd name="connsiteX35" fmla="*/ 1034613 w 2326728"/>
                <a:gd name="connsiteY35" fmla="*/ 3412695 h 5689258"/>
                <a:gd name="connsiteX36" fmla="*/ 1028546 w 2326728"/>
                <a:gd name="connsiteY36" fmla="*/ 3401247 h 5689258"/>
                <a:gd name="connsiteX37" fmla="*/ 1012888 w 2326728"/>
                <a:gd name="connsiteY37" fmla="*/ 3392275 h 5689258"/>
                <a:gd name="connsiteX38" fmla="*/ 998226 w 2326728"/>
                <a:gd name="connsiteY38" fmla="*/ 3402777 h 5689258"/>
                <a:gd name="connsiteX39" fmla="*/ 943070 w 2326728"/>
                <a:gd name="connsiteY39" fmla="*/ 3541484 h 5689258"/>
                <a:gd name="connsiteX40" fmla="*/ 931503 w 2326728"/>
                <a:gd name="connsiteY40" fmla="*/ 3570515 h 5689258"/>
                <a:gd name="connsiteX41" fmla="*/ 824439 w 2326728"/>
                <a:gd name="connsiteY41" fmla="*/ 3897464 h 5689258"/>
                <a:gd name="connsiteX42" fmla="*/ 821173 w 2326728"/>
                <a:gd name="connsiteY42" fmla="*/ 4135157 h 5689258"/>
                <a:gd name="connsiteX43" fmla="*/ 673185 w 2326728"/>
                <a:gd name="connsiteY43" fmla="*/ 3682237 h 5689258"/>
                <a:gd name="connsiteX44" fmla="*/ 676381 w 2326728"/>
                <a:gd name="connsiteY44" fmla="*/ 3665478 h 5689258"/>
                <a:gd name="connsiteX45" fmla="*/ 767529 w 2326728"/>
                <a:gd name="connsiteY45" fmla="*/ 3541295 h 5689258"/>
                <a:gd name="connsiteX46" fmla="*/ 946198 w 2326728"/>
                <a:gd name="connsiteY46" fmla="*/ 3292207 h 5689258"/>
                <a:gd name="connsiteX47" fmla="*/ 1010653 w 2326728"/>
                <a:gd name="connsiteY47" fmla="*/ 2730710 h 5689258"/>
                <a:gd name="connsiteX48" fmla="*/ 1008866 w 2326728"/>
                <a:gd name="connsiteY48" fmla="*/ 2724110 h 5689258"/>
                <a:gd name="connsiteX49" fmla="*/ 1008247 w 2326728"/>
                <a:gd name="connsiteY49" fmla="*/ 2722254 h 5689258"/>
                <a:gd name="connsiteX50" fmla="*/ 998845 w 2326728"/>
                <a:gd name="connsiteY50" fmla="*/ 2712010 h 5689258"/>
                <a:gd name="connsiteX51" fmla="*/ 985490 w 2326728"/>
                <a:gd name="connsiteY51" fmla="*/ 2712199 h 5689258"/>
                <a:gd name="connsiteX52" fmla="*/ 973458 w 2326728"/>
                <a:gd name="connsiteY52" fmla="*/ 2720329 h 5689258"/>
                <a:gd name="connsiteX53" fmla="*/ 914486 w 2326728"/>
                <a:gd name="connsiteY53" fmla="*/ 2798758 h 5689258"/>
                <a:gd name="connsiteX54" fmla="*/ 911169 w 2326728"/>
                <a:gd name="connsiteY54" fmla="*/ 2803175 h 5689258"/>
                <a:gd name="connsiteX55" fmla="*/ 760242 w 2326728"/>
                <a:gd name="connsiteY55" fmla="*/ 3005924 h 5689258"/>
                <a:gd name="connsiteX56" fmla="*/ 636316 w 2326728"/>
                <a:gd name="connsiteY56" fmla="*/ 3239921 h 5689258"/>
                <a:gd name="connsiteX57" fmla="*/ 611703 w 2326728"/>
                <a:gd name="connsiteY57" fmla="*/ 3350079 h 5689258"/>
                <a:gd name="connsiteX58" fmla="*/ 583773 w 2326728"/>
                <a:gd name="connsiteY58" fmla="*/ 2960462 h 5689258"/>
                <a:gd name="connsiteX59" fmla="*/ 608712 w 2326728"/>
                <a:gd name="connsiteY59" fmla="*/ 2876825 h 5689258"/>
                <a:gd name="connsiteX60" fmla="*/ 681813 w 2326728"/>
                <a:gd name="connsiteY60" fmla="*/ 2820724 h 5689258"/>
                <a:gd name="connsiteX61" fmla="*/ 932568 w 2326728"/>
                <a:gd name="connsiteY61" fmla="*/ 2608315 h 5689258"/>
                <a:gd name="connsiteX62" fmla="*/ 1088051 w 2326728"/>
                <a:gd name="connsiteY62" fmla="*/ 2171809 h 5689258"/>
                <a:gd name="connsiteX63" fmla="*/ 1092158 w 2326728"/>
                <a:gd name="connsiteY63" fmla="*/ 2117564 h 5689258"/>
                <a:gd name="connsiteX64" fmla="*/ 1092434 w 2326728"/>
                <a:gd name="connsiteY64" fmla="*/ 2113284 h 5689258"/>
                <a:gd name="connsiteX65" fmla="*/ 1094255 w 2326728"/>
                <a:gd name="connsiteY65" fmla="*/ 2084477 h 5689258"/>
                <a:gd name="connsiteX66" fmla="*/ 1085111 w 2326728"/>
                <a:gd name="connsiteY66" fmla="*/ 2068441 h 5689258"/>
                <a:gd name="connsiteX67" fmla="*/ 1066806 w 2326728"/>
                <a:gd name="connsiteY67" fmla="*/ 2070658 h 5689258"/>
                <a:gd name="connsiteX68" fmla="*/ 1052557 w 2326728"/>
                <a:gd name="connsiteY68" fmla="*/ 2082861 h 5689258"/>
                <a:gd name="connsiteX69" fmla="*/ 1037844 w 2326728"/>
                <a:gd name="connsiteY69" fmla="*/ 2095168 h 5689258"/>
                <a:gd name="connsiteX70" fmla="*/ 968990 w 2326728"/>
                <a:gd name="connsiteY70" fmla="*/ 2149963 h 5689258"/>
                <a:gd name="connsiteX71" fmla="*/ 966583 w 2326728"/>
                <a:gd name="connsiteY71" fmla="*/ 2151854 h 5689258"/>
                <a:gd name="connsiteX72" fmla="*/ 813920 w 2326728"/>
                <a:gd name="connsiteY72" fmla="*/ 2275968 h 5689258"/>
                <a:gd name="connsiteX73" fmla="*/ 617719 w 2326728"/>
                <a:gd name="connsiteY73" fmla="*/ 2534664 h 5689258"/>
                <a:gd name="connsiteX74" fmla="*/ 601631 w 2326728"/>
                <a:gd name="connsiteY74" fmla="*/ 2580625 h 5689258"/>
                <a:gd name="connsiteX75" fmla="*/ 675556 w 2326728"/>
                <a:gd name="connsiteY75" fmla="*/ 2141765 h 5689258"/>
                <a:gd name="connsiteX76" fmla="*/ 690458 w 2326728"/>
                <a:gd name="connsiteY76" fmla="*/ 2116412 h 5689258"/>
                <a:gd name="connsiteX77" fmla="*/ 704381 w 2326728"/>
                <a:gd name="connsiteY77" fmla="*/ 2106839 h 5689258"/>
                <a:gd name="connsiteX78" fmla="*/ 792864 w 2326728"/>
                <a:gd name="connsiteY78" fmla="*/ 2073769 h 5689258"/>
                <a:gd name="connsiteX79" fmla="*/ 1048364 w 2326728"/>
                <a:gd name="connsiteY79" fmla="*/ 1968166 h 5689258"/>
                <a:gd name="connsiteX80" fmla="*/ 1327823 w 2326728"/>
                <a:gd name="connsiteY80" fmla="*/ 1516535 h 5689258"/>
                <a:gd name="connsiteX81" fmla="*/ 1320312 w 2326728"/>
                <a:gd name="connsiteY81" fmla="*/ 1502596 h 5689258"/>
                <a:gd name="connsiteX82" fmla="*/ 1304619 w 2326728"/>
                <a:gd name="connsiteY82" fmla="*/ 1501203 h 5689258"/>
                <a:gd name="connsiteX83" fmla="*/ 1199961 w 2326728"/>
                <a:gd name="connsiteY83" fmla="*/ 1544844 h 5689258"/>
                <a:gd name="connsiteX84" fmla="*/ 962200 w 2326728"/>
                <a:gd name="connsiteY84" fmla="*/ 1647868 h 5689258"/>
                <a:gd name="connsiteX85" fmla="*/ 777326 w 2326728"/>
                <a:gd name="connsiteY85" fmla="*/ 1795805 h 5689258"/>
                <a:gd name="connsiteX86" fmla="*/ 923459 w 2326728"/>
                <a:gd name="connsiteY86" fmla="*/ 1444827 h 5689258"/>
                <a:gd name="connsiteX87" fmla="*/ 1001887 w 2326728"/>
                <a:gd name="connsiteY87" fmla="*/ 1419664 h 5689258"/>
                <a:gd name="connsiteX88" fmla="*/ 1040663 w 2326728"/>
                <a:gd name="connsiteY88" fmla="*/ 1423926 h 5689258"/>
                <a:gd name="connsiteX89" fmla="*/ 1349033 w 2326728"/>
                <a:gd name="connsiteY89" fmla="*/ 1378601 h 5689258"/>
                <a:gd name="connsiteX90" fmla="*/ 1633305 w 2326728"/>
                <a:gd name="connsiteY90" fmla="*/ 1098455 h 5689258"/>
                <a:gd name="connsiteX91" fmla="*/ 1639389 w 2326728"/>
                <a:gd name="connsiteY91" fmla="*/ 1083690 h 5689258"/>
                <a:gd name="connsiteX92" fmla="*/ 1637258 w 2326728"/>
                <a:gd name="connsiteY92" fmla="*/ 1067929 h 5689258"/>
                <a:gd name="connsiteX93" fmla="*/ 1622906 w 2326728"/>
                <a:gd name="connsiteY93" fmla="*/ 1061122 h 5689258"/>
                <a:gd name="connsiteX94" fmla="*/ 1622768 w 2326728"/>
                <a:gd name="connsiteY94" fmla="*/ 1061122 h 5689258"/>
                <a:gd name="connsiteX95" fmla="*/ 1583202 w 2326728"/>
                <a:gd name="connsiteY95" fmla="*/ 1063615 h 5689258"/>
                <a:gd name="connsiteX96" fmla="*/ 1511854 w 2326728"/>
                <a:gd name="connsiteY96" fmla="*/ 1067843 h 5689258"/>
                <a:gd name="connsiteX97" fmla="*/ 1486708 w 2326728"/>
                <a:gd name="connsiteY97" fmla="*/ 1069115 h 5689258"/>
                <a:gd name="connsiteX98" fmla="*/ 1258005 w 2326728"/>
                <a:gd name="connsiteY98" fmla="*/ 1094880 h 5689258"/>
                <a:gd name="connsiteX99" fmla="*/ 1058969 w 2326728"/>
                <a:gd name="connsiteY99" fmla="*/ 1195137 h 5689258"/>
                <a:gd name="connsiteX100" fmla="*/ 1243653 w 2326728"/>
                <a:gd name="connsiteY100" fmla="*/ 921951 h 5689258"/>
                <a:gd name="connsiteX101" fmla="*/ 1260704 w 2326728"/>
                <a:gd name="connsiteY101" fmla="*/ 915059 h 5689258"/>
                <a:gd name="connsiteX102" fmla="*/ 1293292 w 2326728"/>
                <a:gd name="connsiteY102" fmla="*/ 911621 h 5689258"/>
                <a:gd name="connsiteX103" fmla="*/ 1351061 w 2326728"/>
                <a:gd name="connsiteY103" fmla="*/ 925114 h 5689258"/>
                <a:gd name="connsiteX104" fmla="*/ 1698911 w 2326728"/>
                <a:gd name="connsiteY104" fmla="*/ 936200 h 5689258"/>
                <a:gd name="connsiteX105" fmla="*/ 1968436 w 2326728"/>
                <a:gd name="connsiteY105" fmla="*/ 734328 h 5689258"/>
                <a:gd name="connsiteX106" fmla="*/ 1975276 w 2326728"/>
                <a:gd name="connsiteY106" fmla="*/ 723860 h 5689258"/>
                <a:gd name="connsiteX107" fmla="*/ 1975723 w 2326728"/>
                <a:gd name="connsiteY107" fmla="*/ 710574 h 5689258"/>
                <a:gd name="connsiteX108" fmla="*/ 1932960 w 2326728"/>
                <a:gd name="connsiteY108" fmla="*/ 690172 h 5689258"/>
                <a:gd name="connsiteX109" fmla="*/ 1845868 w 2326728"/>
                <a:gd name="connsiteY109" fmla="*/ 676095 h 5689258"/>
                <a:gd name="connsiteX110" fmla="*/ 1804497 w 2326728"/>
                <a:gd name="connsiteY110" fmla="*/ 670113 h 5689258"/>
                <a:gd name="connsiteX111" fmla="*/ 1802726 w 2326728"/>
                <a:gd name="connsiteY111" fmla="*/ 669838 h 5689258"/>
                <a:gd name="connsiteX112" fmla="*/ 1658743 w 2326728"/>
                <a:gd name="connsiteY112" fmla="*/ 653321 h 5689258"/>
                <a:gd name="connsiteX113" fmla="*/ 1425777 w 2326728"/>
                <a:gd name="connsiteY113" fmla="*/ 707205 h 5689258"/>
                <a:gd name="connsiteX114" fmla="*/ 1558967 w 2326728"/>
                <a:gd name="connsiteY114" fmla="*/ 575597 h 5689258"/>
                <a:gd name="connsiteX115" fmla="*/ 1611424 w 2326728"/>
                <a:gd name="connsiteY115" fmla="*/ 532953 h 5689258"/>
                <a:gd name="connsiteX116" fmla="*/ 1622768 w 2326728"/>
                <a:gd name="connsiteY116" fmla="*/ 529808 h 5689258"/>
                <a:gd name="connsiteX117" fmla="*/ 2019707 w 2326728"/>
                <a:gd name="connsiteY117" fmla="*/ 319238 h 5689258"/>
                <a:gd name="connsiteX118" fmla="*/ 2161508 w 2326728"/>
                <a:gd name="connsiteY118" fmla="*/ 34640 h 5689258"/>
                <a:gd name="connsiteX119" fmla="*/ 2162711 w 2326728"/>
                <a:gd name="connsiteY119" fmla="*/ 30601 h 5689258"/>
                <a:gd name="connsiteX120" fmla="*/ 2159927 w 2326728"/>
                <a:gd name="connsiteY120" fmla="*/ 3443 h 5689258"/>
                <a:gd name="connsiteX121" fmla="*/ 2111371 w 2326728"/>
                <a:gd name="connsiteY121" fmla="*/ 11109 h 5689258"/>
                <a:gd name="connsiteX122" fmla="*/ 2027786 w 2326728"/>
                <a:gd name="connsiteY122" fmla="*/ 42477 h 5689258"/>
                <a:gd name="connsiteX123" fmla="*/ 1854686 w 2326728"/>
                <a:gd name="connsiteY123" fmla="*/ 110232 h 5689258"/>
                <a:gd name="connsiteX124" fmla="*/ 1628715 w 2326728"/>
                <a:gd name="connsiteY124" fmla="*/ 296670 h 5689258"/>
                <a:gd name="connsiteX125" fmla="*/ 1578337 w 2326728"/>
                <a:gd name="connsiteY125" fmla="*/ 488711 h 5689258"/>
                <a:gd name="connsiteX126" fmla="*/ 1577530 w 2326728"/>
                <a:gd name="connsiteY126" fmla="*/ 491427 h 5689258"/>
                <a:gd name="connsiteX127" fmla="*/ 1285558 w 2326728"/>
                <a:gd name="connsiteY127" fmla="*/ 788848 h 5689258"/>
                <a:gd name="connsiteX128" fmla="*/ 1414295 w 2326728"/>
                <a:gd name="connsiteY128" fmla="*/ 442098 h 5689258"/>
                <a:gd name="connsiteX129" fmla="*/ 1418472 w 2326728"/>
                <a:gd name="connsiteY129" fmla="*/ 77919 h 5689258"/>
                <a:gd name="connsiteX130" fmla="*/ 1413642 w 2326728"/>
                <a:gd name="connsiteY130" fmla="*/ 55282 h 5689258"/>
                <a:gd name="connsiteX131" fmla="*/ 1410600 w 2326728"/>
                <a:gd name="connsiteY131" fmla="*/ 41859 h 5689258"/>
                <a:gd name="connsiteX132" fmla="*/ 1399204 w 2326728"/>
                <a:gd name="connsiteY132" fmla="*/ 29655 h 5689258"/>
                <a:gd name="connsiteX133" fmla="*/ 1382893 w 2326728"/>
                <a:gd name="connsiteY133" fmla="*/ 33505 h 5689258"/>
                <a:gd name="connsiteX134" fmla="*/ 1362903 w 2326728"/>
                <a:gd name="connsiteY134" fmla="*/ 51845 h 5689258"/>
                <a:gd name="connsiteX135" fmla="*/ 1358314 w 2326728"/>
                <a:gd name="connsiteY135" fmla="*/ 55987 h 5689258"/>
                <a:gd name="connsiteX136" fmla="*/ 1311649 w 2326728"/>
                <a:gd name="connsiteY136" fmla="*/ 101226 h 5689258"/>
                <a:gd name="connsiteX137" fmla="*/ 1064795 w 2326728"/>
                <a:gd name="connsiteY137" fmla="*/ 605572 h 5689258"/>
                <a:gd name="connsiteX138" fmla="*/ 1080780 w 2326728"/>
                <a:gd name="connsiteY138" fmla="*/ 821006 h 5689258"/>
                <a:gd name="connsiteX139" fmla="*/ 1112595 w 2326728"/>
                <a:gd name="connsiteY139" fmla="*/ 878242 h 5689258"/>
                <a:gd name="connsiteX140" fmla="*/ 1128631 w 2326728"/>
                <a:gd name="connsiteY140" fmla="*/ 903543 h 5689258"/>
                <a:gd name="connsiteX141" fmla="*/ 1132636 w 2326728"/>
                <a:gd name="connsiteY141" fmla="*/ 911020 h 5689258"/>
                <a:gd name="connsiteX142" fmla="*/ 1122633 w 2326728"/>
                <a:gd name="connsiteY142" fmla="*/ 995568 h 5689258"/>
                <a:gd name="connsiteX143" fmla="*/ 1119848 w 2326728"/>
                <a:gd name="connsiteY143" fmla="*/ 999555 h 5689258"/>
                <a:gd name="connsiteX144" fmla="*/ 1118250 w 2326728"/>
                <a:gd name="connsiteY144" fmla="*/ 1001772 h 5689258"/>
                <a:gd name="connsiteX145" fmla="*/ 909829 w 2326728"/>
                <a:gd name="connsiteY145" fmla="*/ 1332795 h 5689258"/>
                <a:gd name="connsiteX146" fmla="*/ 952833 w 2326728"/>
                <a:gd name="connsiteY146" fmla="*/ 1012326 h 5689258"/>
                <a:gd name="connsiteX147" fmla="*/ 846285 w 2326728"/>
                <a:gd name="connsiteY147" fmla="*/ 599729 h 5689258"/>
                <a:gd name="connsiteX148" fmla="*/ 831469 w 2326728"/>
                <a:gd name="connsiteY148" fmla="*/ 591135 h 5689258"/>
                <a:gd name="connsiteX149" fmla="*/ 818234 w 2326728"/>
                <a:gd name="connsiteY149" fmla="*/ 597975 h 5689258"/>
                <a:gd name="connsiteX150" fmla="*/ 811977 w 2326728"/>
                <a:gd name="connsiteY150" fmla="*/ 606260 h 5689258"/>
                <a:gd name="connsiteX151" fmla="*/ 799447 w 2326728"/>
                <a:gd name="connsiteY151" fmla="*/ 623551 h 5689258"/>
                <a:gd name="connsiteX152" fmla="*/ 693930 w 2326728"/>
                <a:gd name="connsiteY152" fmla="*/ 881628 h 5689258"/>
                <a:gd name="connsiteX153" fmla="*/ 641456 w 2326728"/>
                <a:gd name="connsiteY153" fmla="*/ 1239413 h 5689258"/>
                <a:gd name="connsiteX154" fmla="*/ 694102 w 2326728"/>
                <a:gd name="connsiteY154" fmla="*/ 1461413 h 5689258"/>
                <a:gd name="connsiteX155" fmla="*/ 733171 w 2326728"/>
                <a:gd name="connsiteY155" fmla="*/ 1512616 h 5689258"/>
                <a:gd name="connsiteX156" fmla="*/ 755188 w 2326728"/>
                <a:gd name="connsiteY156" fmla="*/ 1539361 h 5689258"/>
                <a:gd name="connsiteX157" fmla="*/ 762510 w 2326728"/>
                <a:gd name="connsiteY157" fmla="*/ 1555810 h 5689258"/>
                <a:gd name="connsiteX158" fmla="*/ 762476 w 2326728"/>
                <a:gd name="connsiteY158" fmla="*/ 1621072 h 5689258"/>
                <a:gd name="connsiteX159" fmla="*/ 762149 w 2326728"/>
                <a:gd name="connsiteY159" fmla="*/ 1635854 h 5689258"/>
                <a:gd name="connsiteX160" fmla="*/ 760637 w 2326728"/>
                <a:gd name="connsiteY160" fmla="*/ 1643554 h 5689258"/>
                <a:gd name="connsiteX161" fmla="*/ 642985 w 2326728"/>
                <a:gd name="connsiteY161" fmla="*/ 1980438 h 5689258"/>
                <a:gd name="connsiteX162" fmla="*/ 651407 w 2326728"/>
                <a:gd name="connsiteY162" fmla="*/ 1865640 h 5689258"/>
                <a:gd name="connsiteX163" fmla="*/ 458713 w 2326728"/>
                <a:gd name="connsiteY163" fmla="*/ 1304693 h 5689258"/>
                <a:gd name="connsiteX164" fmla="*/ 431212 w 2326728"/>
                <a:gd name="connsiteY164" fmla="*/ 1271194 h 5689258"/>
                <a:gd name="connsiteX165" fmla="*/ 418304 w 2326728"/>
                <a:gd name="connsiteY165" fmla="*/ 1265023 h 5689258"/>
                <a:gd name="connsiteX166" fmla="*/ 415554 w 2326728"/>
                <a:gd name="connsiteY166" fmla="*/ 1265264 h 5689258"/>
                <a:gd name="connsiteX167" fmla="*/ 402680 w 2326728"/>
                <a:gd name="connsiteY167" fmla="*/ 1275869 h 5689258"/>
                <a:gd name="connsiteX168" fmla="*/ 395324 w 2326728"/>
                <a:gd name="connsiteY168" fmla="*/ 1294965 h 5689258"/>
                <a:gd name="connsiteX169" fmla="*/ 382691 w 2326728"/>
                <a:gd name="connsiteY169" fmla="*/ 1329289 h 5689258"/>
                <a:gd name="connsiteX170" fmla="*/ 337675 w 2326728"/>
                <a:gd name="connsiteY170" fmla="*/ 1643331 h 5689258"/>
                <a:gd name="connsiteX171" fmla="*/ 337624 w 2326728"/>
                <a:gd name="connsiteY171" fmla="*/ 1645840 h 5689258"/>
                <a:gd name="connsiteX172" fmla="*/ 371003 w 2326728"/>
                <a:gd name="connsiteY172" fmla="*/ 1989943 h 5689258"/>
                <a:gd name="connsiteX173" fmla="*/ 488379 w 2326728"/>
                <a:gd name="connsiteY173" fmla="*/ 2182500 h 5689258"/>
                <a:gd name="connsiteX174" fmla="*/ 489754 w 2326728"/>
                <a:gd name="connsiteY174" fmla="*/ 2183737 h 5689258"/>
                <a:gd name="connsiteX175" fmla="*/ 552594 w 2326728"/>
                <a:gd name="connsiteY175" fmla="*/ 2262510 h 5689258"/>
                <a:gd name="connsiteX176" fmla="*/ 558713 w 2326728"/>
                <a:gd name="connsiteY176" fmla="*/ 2285044 h 5689258"/>
                <a:gd name="connsiteX177" fmla="*/ 555705 w 2326728"/>
                <a:gd name="connsiteY177" fmla="*/ 2384012 h 5689258"/>
                <a:gd name="connsiteX178" fmla="*/ 547609 w 2326728"/>
                <a:gd name="connsiteY178" fmla="*/ 2437329 h 5689258"/>
                <a:gd name="connsiteX179" fmla="*/ 531057 w 2326728"/>
                <a:gd name="connsiteY179" fmla="*/ 2656699 h 5689258"/>
                <a:gd name="connsiteX180" fmla="*/ 530542 w 2326728"/>
                <a:gd name="connsiteY180" fmla="*/ 2663351 h 5689258"/>
                <a:gd name="connsiteX181" fmla="*/ 526124 w 2326728"/>
                <a:gd name="connsiteY181" fmla="*/ 2718369 h 5689258"/>
                <a:gd name="connsiteX182" fmla="*/ 363217 w 2326728"/>
                <a:gd name="connsiteY182" fmla="*/ 2272032 h 5689258"/>
                <a:gd name="connsiteX183" fmla="*/ 159745 w 2326728"/>
                <a:gd name="connsiteY183" fmla="*/ 2066206 h 5689258"/>
                <a:gd name="connsiteX184" fmla="*/ 148161 w 2326728"/>
                <a:gd name="connsiteY184" fmla="*/ 2058850 h 5689258"/>
                <a:gd name="connsiteX185" fmla="*/ 140014 w 2326728"/>
                <a:gd name="connsiteY185" fmla="*/ 2053934 h 5689258"/>
                <a:gd name="connsiteX186" fmla="*/ 123943 w 2326728"/>
                <a:gd name="connsiteY186" fmla="*/ 2053212 h 5689258"/>
                <a:gd name="connsiteX187" fmla="*/ 114713 w 2326728"/>
                <a:gd name="connsiteY187" fmla="*/ 2066516 h 5689258"/>
                <a:gd name="connsiteX188" fmla="*/ 111155 w 2326728"/>
                <a:gd name="connsiteY188" fmla="*/ 2097437 h 5689258"/>
                <a:gd name="connsiteX189" fmla="*/ 105999 w 2326728"/>
                <a:gd name="connsiteY189" fmla="*/ 2159812 h 5689258"/>
                <a:gd name="connsiteX190" fmla="*/ 241371 w 2326728"/>
                <a:gd name="connsiteY190" fmla="*/ 2759191 h 5689258"/>
                <a:gd name="connsiteX191" fmla="*/ 340975 w 2326728"/>
                <a:gd name="connsiteY191" fmla="*/ 2890129 h 5689258"/>
                <a:gd name="connsiteX192" fmla="*/ 474199 w 2326728"/>
                <a:gd name="connsiteY192" fmla="*/ 2954085 h 5689258"/>
                <a:gd name="connsiteX193" fmla="*/ 478256 w 2326728"/>
                <a:gd name="connsiteY193" fmla="*/ 2956148 h 5689258"/>
                <a:gd name="connsiteX194" fmla="*/ 486454 w 2326728"/>
                <a:gd name="connsiteY194" fmla="*/ 2972236 h 5689258"/>
                <a:gd name="connsiteX195" fmla="*/ 511497 w 2326728"/>
                <a:gd name="connsiteY195" fmla="*/ 3030572 h 5689258"/>
                <a:gd name="connsiteX196" fmla="*/ 515708 w 2326728"/>
                <a:gd name="connsiteY196" fmla="*/ 3084714 h 5689258"/>
                <a:gd name="connsiteX197" fmla="*/ 515932 w 2326728"/>
                <a:gd name="connsiteY197" fmla="*/ 3105872 h 5689258"/>
                <a:gd name="connsiteX198" fmla="*/ 553539 w 2326728"/>
                <a:gd name="connsiteY198" fmla="*/ 3479625 h 5689258"/>
                <a:gd name="connsiteX199" fmla="*/ 490442 w 2326728"/>
                <a:gd name="connsiteY199" fmla="*/ 3348188 h 5689258"/>
                <a:gd name="connsiteX200" fmla="*/ 75490 w 2326728"/>
                <a:gd name="connsiteY200" fmla="*/ 2989389 h 5689258"/>
                <a:gd name="connsiteX201" fmla="*/ 40770 w 2326728"/>
                <a:gd name="connsiteY201" fmla="*/ 2978080 h 5689258"/>
                <a:gd name="connsiteX202" fmla="*/ 38227 w 2326728"/>
                <a:gd name="connsiteY202" fmla="*/ 2977323 h 5689258"/>
                <a:gd name="connsiteX203" fmla="*/ 21709 w 2326728"/>
                <a:gd name="connsiteY203" fmla="*/ 2972408 h 5689258"/>
                <a:gd name="connsiteX204" fmla="*/ 6068 w 2326728"/>
                <a:gd name="connsiteY204" fmla="*/ 2975433 h 5689258"/>
                <a:gd name="connsiteX205" fmla="*/ 86 w 2326728"/>
                <a:gd name="connsiteY205" fmla="*/ 2990111 h 5689258"/>
                <a:gd name="connsiteX206" fmla="*/ 3043 w 2326728"/>
                <a:gd name="connsiteY206" fmla="*/ 3024659 h 5689258"/>
                <a:gd name="connsiteX207" fmla="*/ 12445 w 2326728"/>
                <a:gd name="connsiteY207" fmla="*/ 3095508 h 5689258"/>
                <a:gd name="connsiteX208" fmla="*/ 293863 w 2326728"/>
                <a:gd name="connsiteY208" fmla="*/ 3618624 h 5689258"/>
                <a:gd name="connsiteX209" fmla="*/ 478084 w 2326728"/>
                <a:gd name="connsiteY209" fmla="*/ 3721425 h 5689258"/>
                <a:gd name="connsiteX210" fmla="*/ 550376 w 2326728"/>
                <a:gd name="connsiteY210" fmla="*/ 3722216 h 5689258"/>
                <a:gd name="connsiteX211" fmla="*/ 560414 w 2326728"/>
                <a:gd name="connsiteY211" fmla="*/ 3721614 h 5689258"/>
                <a:gd name="connsiteX212" fmla="*/ 564505 w 2326728"/>
                <a:gd name="connsiteY212" fmla="*/ 3721442 h 5689258"/>
                <a:gd name="connsiteX213" fmla="*/ 569386 w 2326728"/>
                <a:gd name="connsiteY213" fmla="*/ 3724261 h 5689258"/>
                <a:gd name="connsiteX214" fmla="*/ 616086 w 2326728"/>
                <a:gd name="connsiteY214" fmla="*/ 3788389 h 5689258"/>
                <a:gd name="connsiteX215" fmla="*/ 618166 w 2326728"/>
                <a:gd name="connsiteY215" fmla="*/ 3794371 h 5689258"/>
                <a:gd name="connsiteX216" fmla="*/ 618853 w 2326728"/>
                <a:gd name="connsiteY216" fmla="*/ 3796674 h 5689258"/>
                <a:gd name="connsiteX217" fmla="*/ 798382 w 2326728"/>
                <a:gd name="connsiteY217" fmla="*/ 4269464 h 5689258"/>
                <a:gd name="connsiteX218" fmla="*/ 692504 w 2326728"/>
                <a:gd name="connsiteY218" fmla="*/ 4147360 h 5689258"/>
                <a:gd name="connsiteX219" fmla="*/ 172379 w 2326728"/>
                <a:gd name="connsiteY219" fmla="*/ 3968382 h 5689258"/>
                <a:gd name="connsiteX220" fmla="*/ 168099 w 2326728"/>
                <a:gd name="connsiteY220" fmla="*/ 3968416 h 5689258"/>
                <a:gd name="connsiteX221" fmla="*/ 165400 w 2326728"/>
                <a:gd name="connsiteY221" fmla="*/ 3968915 h 5689258"/>
                <a:gd name="connsiteX222" fmla="*/ 155019 w 2326728"/>
                <a:gd name="connsiteY222" fmla="*/ 3989385 h 5689258"/>
                <a:gd name="connsiteX223" fmla="*/ 162203 w 2326728"/>
                <a:gd name="connsiteY223" fmla="*/ 4014944 h 5689258"/>
                <a:gd name="connsiteX224" fmla="*/ 179323 w 2326728"/>
                <a:gd name="connsiteY224" fmla="*/ 4068983 h 5689258"/>
                <a:gd name="connsiteX225" fmla="*/ 352612 w 2326728"/>
                <a:gd name="connsiteY225" fmla="*/ 4326012 h 5689258"/>
                <a:gd name="connsiteX226" fmla="*/ 560689 w 2326728"/>
                <a:gd name="connsiteY226" fmla="*/ 4490776 h 5689258"/>
                <a:gd name="connsiteX227" fmla="*/ 821087 w 2326728"/>
                <a:gd name="connsiteY227" fmla="*/ 4523708 h 5689258"/>
                <a:gd name="connsiteX228" fmla="*/ 865655 w 2326728"/>
                <a:gd name="connsiteY228" fmla="*/ 4506142 h 5689258"/>
                <a:gd name="connsiteX229" fmla="*/ 888223 w 2326728"/>
                <a:gd name="connsiteY229" fmla="*/ 4507259 h 5689258"/>
                <a:gd name="connsiteX230" fmla="*/ 924301 w 2326728"/>
                <a:gd name="connsiteY230" fmla="*/ 4530239 h 5689258"/>
                <a:gd name="connsiteX231" fmla="*/ 943912 w 2326728"/>
                <a:gd name="connsiteY231" fmla="*/ 4542030 h 5689258"/>
                <a:gd name="connsiteX232" fmla="*/ 947831 w 2326728"/>
                <a:gd name="connsiteY232" fmla="*/ 4547651 h 5689258"/>
                <a:gd name="connsiteX233" fmla="*/ 1194358 w 2326728"/>
                <a:gd name="connsiteY233" fmla="*/ 4886941 h 5689258"/>
                <a:gd name="connsiteX234" fmla="*/ 1044118 w 2326728"/>
                <a:gd name="connsiteY234" fmla="*/ 4809613 h 5689258"/>
                <a:gd name="connsiteX235" fmla="*/ 548400 w 2326728"/>
                <a:gd name="connsiteY235" fmla="*/ 4828915 h 5689258"/>
                <a:gd name="connsiteX236" fmla="*/ 494412 w 2326728"/>
                <a:gd name="connsiteY236" fmla="*/ 4854198 h 5689258"/>
                <a:gd name="connsiteX237" fmla="*/ 487142 w 2326728"/>
                <a:gd name="connsiteY237" fmla="*/ 4865422 h 5689258"/>
                <a:gd name="connsiteX238" fmla="*/ 490390 w 2326728"/>
                <a:gd name="connsiteY238" fmla="*/ 4878244 h 5689258"/>
                <a:gd name="connsiteX239" fmla="*/ 505619 w 2326728"/>
                <a:gd name="connsiteY239" fmla="*/ 4898577 h 5689258"/>
                <a:gd name="connsiteX240" fmla="*/ 506719 w 2326728"/>
                <a:gd name="connsiteY240" fmla="*/ 4900056 h 5689258"/>
                <a:gd name="connsiteX241" fmla="*/ 545031 w 2326728"/>
                <a:gd name="connsiteY241" fmla="*/ 4948096 h 5689258"/>
                <a:gd name="connsiteX242" fmla="*/ 765106 w 2326728"/>
                <a:gd name="connsiteY242" fmla="*/ 5103166 h 5689258"/>
                <a:gd name="connsiteX243" fmla="*/ 1083805 w 2326728"/>
                <a:gd name="connsiteY243" fmla="*/ 5190309 h 5689258"/>
                <a:gd name="connsiteX244" fmla="*/ 1098845 w 2326728"/>
                <a:gd name="connsiteY244" fmla="*/ 5190584 h 5689258"/>
                <a:gd name="connsiteX245" fmla="*/ 1332532 w 2326728"/>
                <a:gd name="connsiteY245" fmla="*/ 5092131 h 5689258"/>
                <a:gd name="connsiteX246" fmla="*/ 1337225 w 2326728"/>
                <a:gd name="connsiteY246" fmla="*/ 5090619 h 5689258"/>
                <a:gd name="connsiteX247" fmla="*/ 1397228 w 2326728"/>
                <a:gd name="connsiteY247" fmla="*/ 5098181 h 5689258"/>
                <a:gd name="connsiteX248" fmla="*/ 1404808 w 2326728"/>
                <a:gd name="connsiteY248" fmla="*/ 5101894 h 5689258"/>
                <a:gd name="connsiteX249" fmla="*/ 1716941 w 2326728"/>
                <a:gd name="connsiteY249" fmla="*/ 5331027 h 5689258"/>
                <a:gd name="connsiteX250" fmla="*/ 1665944 w 2326728"/>
                <a:gd name="connsiteY250" fmla="*/ 5318445 h 5689258"/>
                <a:gd name="connsiteX251" fmla="*/ 1299738 w 2326728"/>
                <a:gd name="connsiteY251" fmla="*/ 5362000 h 5689258"/>
                <a:gd name="connsiteX252" fmla="*/ 1049137 w 2326728"/>
                <a:gd name="connsiteY252" fmla="*/ 5519785 h 5689258"/>
                <a:gd name="connsiteX253" fmla="*/ 1047040 w 2326728"/>
                <a:gd name="connsiteY253" fmla="*/ 5542577 h 5689258"/>
                <a:gd name="connsiteX254" fmla="*/ 1145080 w 2326728"/>
                <a:gd name="connsiteY254" fmla="*/ 5614181 h 5689258"/>
                <a:gd name="connsiteX255" fmla="*/ 1418730 w 2326728"/>
                <a:gd name="connsiteY255" fmla="*/ 5686320 h 5689258"/>
                <a:gd name="connsiteX256" fmla="*/ 1500012 w 2326728"/>
                <a:gd name="connsiteY256" fmla="*/ 5689259 h 5689258"/>
                <a:gd name="connsiteX257" fmla="*/ 1594322 w 2326728"/>
                <a:gd name="connsiteY257" fmla="*/ 5684721 h 5689258"/>
                <a:gd name="connsiteX258" fmla="*/ 1674951 w 2326728"/>
                <a:gd name="connsiteY258" fmla="*/ 5670885 h 5689258"/>
                <a:gd name="connsiteX259" fmla="*/ 1924641 w 2326728"/>
                <a:gd name="connsiteY259" fmla="*/ 5487025 h 5689258"/>
                <a:gd name="connsiteX260" fmla="*/ 1933664 w 2326728"/>
                <a:gd name="connsiteY260" fmla="*/ 5483003 h 5689258"/>
                <a:gd name="connsiteX261" fmla="*/ 1993771 w 2326728"/>
                <a:gd name="connsiteY261" fmla="*/ 5471281 h 5689258"/>
                <a:gd name="connsiteX262" fmla="*/ 2010563 w 2326728"/>
                <a:gd name="connsiteY262" fmla="*/ 5474546 h 5689258"/>
                <a:gd name="connsiteX263" fmla="*/ 2272921 w 2326728"/>
                <a:gd name="connsiteY263" fmla="*/ 5554161 h 5689258"/>
                <a:gd name="connsiteX264" fmla="*/ 2276839 w 2326728"/>
                <a:gd name="connsiteY264" fmla="*/ 5554625 h 5689258"/>
                <a:gd name="connsiteX265" fmla="*/ 2291484 w 2326728"/>
                <a:gd name="connsiteY265" fmla="*/ 5545808 h 5689258"/>
                <a:gd name="connsiteX266" fmla="*/ 2322783 w 2326728"/>
                <a:gd name="connsiteY266" fmla="*/ 5499933 h 5689258"/>
                <a:gd name="connsiteX267" fmla="*/ 2325842 w 2326728"/>
                <a:gd name="connsiteY267" fmla="*/ 5483828 h 5689258"/>
                <a:gd name="connsiteX268" fmla="*/ 2313708 w 2326728"/>
                <a:gd name="connsiteY268" fmla="*/ 5472982 h 568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2326728" h="5689258">
                  <a:moveTo>
                    <a:pt x="2313708" y="5472982"/>
                  </a:moveTo>
                  <a:cubicBezTo>
                    <a:pt x="2202484" y="5448421"/>
                    <a:pt x="2091862" y="5412618"/>
                    <a:pt x="1975465" y="5363546"/>
                  </a:cubicBezTo>
                  <a:cubicBezTo>
                    <a:pt x="1974073" y="5362893"/>
                    <a:pt x="1970619" y="5358992"/>
                    <a:pt x="1969536" y="5355485"/>
                  </a:cubicBezTo>
                  <a:cubicBezTo>
                    <a:pt x="1957934" y="5315936"/>
                    <a:pt x="1954049" y="5276094"/>
                    <a:pt x="1957624" y="5233674"/>
                  </a:cubicBezTo>
                  <a:cubicBezTo>
                    <a:pt x="1980416" y="4962843"/>
                    <a:pt x="1819141" y="4677472"/>
                    <a:pt x="1574195" y="4555127"/>
                  </a:cubicBezTo>
                  <a:cubicBezTo>
                    <a:pt x="1568987" y="4552481"/>
                    <a:pt x="1563556" y="4550195"/>
                    <a:pt x="1557299" y="4547633"/>
                  </a:cubicBezTo>
                  <a:lnTo>
                    <a:pt x="1551490" y="4545227"/>
                  </a:lnTo>
                  <a:cubicBezTo>
                    <a:pt x="1545973" y="4542873"/>
                    <a:pt x="1539252" y="4543852"/>
                    <a:pt x="1534800" y="4547427"/>
                  </a:cubicBezTo>
                  <a:cubicBezTo>
                    <a:pt x="1529988" y="4551140"/>
                    <a:pt x="1527599" y="4557190"/>
                    <a:pt x="1528578" y="4563257"/>
                  </a:cubicBezTo>
                  <a:lnTo>
                    <a:pt x="1535282" y="4604784"/>
                  </a:lnTo>
                  <a:cubicBezTo>
                    <a:pt x="1541229" y="4641532"/>
                    <a:pt x="1547055" y="4677489"/>
                    <a:pt x="1552641" y="4713480"/>
                  </a:cubicBezTo>
                  <a:lnTo>
                    <a:pt x="1554051" y="4722900"/>
                  </a:lnTo>
                  <a:cubicBezTo>
                    <a:pt x="1569778" y="4825185"/>
                    <a:pt x="1586038" y="4930960"/>
                    <a:pt x="1617715" y="5032575"/>
                  </a:cubicBezTo>
                  <a:cubicBezTo>
                    <a:pt x="1646299" y="5124256"/>
                    <a:pt x="1690403" y="5196600"/>
                    <a:pt x="1751747" y="5252031"/>
                  </a:cubicBezTo>
                  <a:cubicBezTo>
                    <a:pt x="1622150" y="5175613"/>
                    <a:pt x="1501387" y="5083778"/>
                    <a:pt x="1391711" y="4978158"/>
                  </a:cubicBezTo>
                  <a:cubicBezTo>
                    <a:pt x="1389407" y="4975941"/>
                    <a:pt x="1386674" y="4970062"/>
                    <a:pt x="1386279" y="4965215"/>
                  </a:cubicBezTo>
                  <a:lnTo>
                    <a:pt x="1383340" y="4892734"/>
                  </a:lnTo>
                  <a:cubicBezTo>
                    <a:pt x="1383323" y="4890155"/>
                    <a:pt x="1383288" y="4883314"/>
                    <a:pt x="1384749" y="4879929"/>
                  </a:cubicBezTo>
                  <a:cubicBezTo>
                    <a:pt x="1438771" y="4754078"/>
                    <a:pt x="1452607" y="4612415"/>
                    <a:pt x="1427083" y="4446878"/>
                  </a:cubicBezTo>
                  <a:cubicBezTo>
                    <a:pt x="1402470" y="4287219"/>
                    <a:pt x="1334303" y="4140399"/>
                    <a:pt x="1224454" y="4010475"/>
                  </a:cubicBezTo>
                  <a:cubicBezTo>
                    <a:pt x="1211598" y="3995264"/>
                    <a:pt x="1200254" y="3987563"/>
                    <a:pt x="1190732" y="3987563"/>
                  </a:cubicBezTo>
                  <a:cubicBezTo>
                    <a:pt x="1188411" y="3987563"/>
                    <a:pt x="1186314" y="3988028"/>
                    <a:pt x="1184664" y="3988887"/>
                  </a:cubicBezTo>
                  <a:cubicBezTo>
                    <a:pt x="1179611" y="3991396"/>
                    <a:pt x="1176191" y="3996261"/>
                    <a:pt x="1175520" y="4001881"/>
                  </a:cubicBezTo>
                  <a:lnTo>
                    <a:pt x="1172581" y="4027165"/>
                  </a:lnTo>
                  <a:cubicBezTo>
                    <a:pt x="1170312" y="4045934"/>
                    <a:pt x="1168129" y="4064359"/>
                    <a:pt x="1166170" y="4082819"/>
                  </a:cubicBezTo>
                  <a:cubicBezTo>
                    <a:pt x="1162784" y="4115339"/>
                    <a:pt x="1159071" y="4147807"/>
                    <a:pt x="1155341" y="4180292"/>
                  </a:cubicBezTo>
                  <a:lnTo>
                    <a:pt x="1154809" y="4184984"/>
                  </a:lnTo>
                  <a:cubicBezTo>
                    <a:pt x="1145527" y="4266094"/>
                    <a:pt x="1135902" y="4349972"/>
                    <a:pt x="1130814" y="4433953"/>
                  </a:cubicBezTo>
                  <a:cubicBezTo>
                    <a:pt x="1124902" y="4531924"/>
                    <a:pt x="1126655" y="4646344"/>
                    <a:pt x="1184561" y="4752188"/>
                  </a:cubicBezTo>
                  <a:cubicBezTo>
                    <a:pt x="1184870" y="4752720"/>
                    <a:pt x="1185145" y="4753287"/>
                    <a:pt x="1185455" y="4753820"/>
                  </a:cubicBezTo>
                  <a:cubicBezTo>
                    <a:pt x="1104963" y="4653168"/>
                    <a:pt x="1031485" y="4544849"/>
                    <a:pt x="965930" y="4430068"/>
                  </a:cubicBezTo>
                  <a:cubicBezTo>
                    <a:pt x="960138" y="4419858"/>
                    <a:pt x="959639" y="4410903"/>
                    <a:pt x="960722" y="4397909"/>
                  </a:cubicBezTo>
                  <a:cubicBezTo>
                    <a:pt x="965380" y="4342959"/>
                    <a:pt x="990921" y="4298305"/>
                    <a:pt x="1017821" y="4258257"/>
                  </a:cubicBezTo>
                  <a:cubicBezTo>
                    <a:pt x="1069780" y="4180705"/>
                    <a:pt x="1101234" y="4089041"/>
                    <a:pt x="1119814" y="3961025"/>
                  </a:cubicBezTo>
                  <a:cubicBezTo>
                    <a:pt x="1145785" y="3781996"/>
                    <a:pt x="1119556" y="3602398"/>
                    <a:pt x="1041901" y="3427184"/>
                  </a:cubicBezTo>
                  <a:cubicBezTo>
                    <a:pt x="1039770" y="3422354"/>
                    <a:pt x="1037277" y="3417696"/>
                    <a:pt x="1034613" y="3412695"/>
                  </a:cubicBezTo>
                  <a:lnTo>
                    <a:pt x="1028546" y="3401247"/>
                  </a:lnTo>
                  <a:cubicBezTo>
                    <a:pt x="1025641" y="3395661"/>
                    <a:pt x="1019436" y="3391983"/>
                    <a:pt x="1012888" y="3392275"/>
                  </a:cubicBezTo>
                  <a:cubicBezTo>
                    <a:pt x="1006356" y="3392619"/>
                    <a:pt x="1000598" y="3396761"/>
                    <a:pt x="998226" y="3402777"/>
                  </a:cubicBezTo>
                  <a:cubicBezTo>
                    <a:pt x="979388" y="3450285"/>
                    <a:pt x="961169" y="3496056"/>
                    <a:pt x="943070" y="3541484"/>
                  </a:cubicBezTo>
                  <a:lnTo>
                    <a:pt x="931503" y="3570515"/>
                  </a:lnTo>
                  <a:cubicBezTo>
                    <a:pt x="892898" y="3667472"/>
                    <a:pt x="849602" y="3780672"/>
                    <a:pt x="824439" y="3897464"/>
                  </a:cubicBezTo>
                  <a:cubicBezTo>
                    <a:pt x="806701" y="3979881"/>
                    <a:pt x="805618" y="4059426"/>
                    <a:pt x="821173" y="4135157"/>
                  </a:cubicBezTo>
                  <a:cubicBezTo>
                    <a:pt x="760809" y="3991482"/>
                    <a:pt x="711187" y="3839661"/>
                    <a:pt x="673185" y="3682237"/>
                  </a:cubicBezTo>
                  <a:cubicBezTo>
                    <a:pt x="672755" y="3680483"/>
                    <a:pt x="672617" y="3675946"/>
                    <a:pt x="676381" y="3665478"/>
                  </a:cubicBezTo>
                  <a:cubicBezTo>
                    <a:pt x="694154" y="3616836"/>
                    <a:pt x="726519" y="3572732"/>
                    <a:pt x="767529" y="3541295"/>
                  </a:cubicBezTo>
                  <a:cubicBezTo>
                    <a:pt x="857302" y="3472440"/>
                    <a:pt x="908230" y="3376738"/>
                    <a:pt x="946198" y="3292207"/>
                  </a:cubicBezTo>
                  <a:cubicBezTo>
                    <a:pt x="1023939" y="3119331"/>
                    <a:pt x="1045029" y="2935677"/>
                    <a:pt x="1010653" y="2730710"/>
                  </a:cubicBezTo>
                  <a:cubicBezTo>
                    <a:pt x="1010292" y="2728562"/>
                    <a:pt x="1009639" y="2726431"/>
                    <a:pt x="1008866" y="2724110"/>
                  </a:cubicBezTo>
                  <a:lnTo>
                    <a:pt x="1008247" y="2722254"/>
                  </a:lnTo>
                  <a:cubicBezTo>
                    <a:pt x="1006751" y="2717665"/>
                    <a:pt x="1003348" y="2713952"/>
                    <a:pt x="998845" y="2712010"/>
                  </a:cubicBezTo>
                  <a:cubicBezTo>
                    <a:pt x="994445" y="2710171"/>
                    <a:pt x="988910" y="2710515"/>
                    <a:pt x="985490" y="2712199"/>
                  </a:cubicBezTo>
                  <a:cubicBezTo>
                    <a:pt x="982052" y="2713454"/>
                    <a:pt x="976844" y="2715362"/>
                    <a:pt x="973458" y="2720329"/>
                  </a:cubicBezTo>
                  <a:cubicBezTo>
                    <a:pt x="954002" y="2746317"/>
                    <a:pt x="934253" y="2772546"/>
                    <a:pt x="914486" y="2798758"/>
                  </a:cubicBezTo>
                  <a:lnTo>
                    <a:pt x="911169" y="2803175"/>
                  </a:lnTo>
                  <a:cubicBezTo>
                    <a:pt x="861324" y="2869366"/>
                    <a:pt x="809777" y="2937774"/>
                    <a:pt x="760242" y="3005924"/>
                  </a:cubicBezTo>
                  <a:cubicBezTo>
                    <a:pt x="702851" y="3084662"/>
                    <a:pt x="662322" y="3161200"/>
                    <a:pt x="636316" y="3239921"/>
                  </a:cubicBezTo>
                  <a:cubicBezTo>
                    <a:pt x="623769" y="3277941"/>
                    <a:pt x="615570" y="3314534"/>
                    <a:pt x="611703" y="3350079"/>
                  </a:cubicBezTo>
                  <a:cubicBezTo>
                    <a:pt x="595186" y="3222355"/>
                    <a:pt x="585818" y="3091950"/>
                    <a:pt x="583773" y="2960462"/>
                  </a:cubicBezTo>
                  <a:cubicBezTo>
                    <a:pt x="583291" y="2929077"/>
                    <a:pt x="587279" y="2904137"/>
                    <a:pt x="608712" y="2876825"/>
                  </a:cubicBezTo>
                  <a:cubicBezTo>
                    <a:pt x="631401" y="2847709"/>
                    <a:pt x="652593" y="2831449"/>
                    <a:pt x="681813" y="2820724"/>
                  </a:cubicBezTo>
                  <a:cubicBezTo>
                    <a:pt x="801871" y="2776860"/>
                    <a:pt x="878890" y="2684165"/>
                    <a:pt x="932568" y="2608315"/>
                  </a:cubicBezTo>
                  <a:cubicBezTo>
                    <a:pt x="1019281" y="2485610"/>
                    <a:pt x="1070141" y="2342830"/>
                    <a:pt x="1088051" y="2171809"/>
                  </a:cubicBezTo>
                  <a:cubicBezTo>
                    <a:pt x="1089958" y="2154209"/>
                    <a:pt x="1091041" y="2136402"/>
                    <a:pt x="1092158" y="2117564"/>
                  </a:cubicBezTo>
                  <a:lnTo>
                    <a:pt x="1092434" y="2113284"/>
                  </a:lnTo>
                  <a:cubicBezTo>
                    <a:pt x="1092966" y="2104123"/>
                    <a:pt x="1093534" y="2094583"/>
                    <a:pt x="1094255" y="2084477"/>
                  </a:cubicBezTo>
                  <a:cubicBezTo>
                    <a:pt x="1094702" y="2077774"/>
                    <a:pt x="1091110" y="2071483"/>
                    <a:pt x="1085111" y="2068441"/>
                  </a:cubicBezTo>
                  <a:cubicBezTo>
                    <a:pt x="1079302" y="2065519"/>
                    <a:pt x="1071859" y="2066378"/>
                    <a:pt x="1066806" y="2070658"/>
                  </a:cubicBezTo>
                  <a:lnTo>
                    <a:pt x="1052557" y="2082861"/>
                  </a:lnTo>
                  <a:cubicBezTo>
                    <a:pt x="1047195" y="2087433"/>
                    <a:pt x="1042606" y="2091352"/>
                    <a:pt x="1037844" y="2095168"/>
                  </a:cubicBezTo>
                  <a:cubicBezTo>
                    <a:pt x="1014967" y="2113542"/>
                    <a:pt x="992004" y="2131727"/>
                    <a:pt x="968990" y="2149963"/>
                  </a:cubicBezTo>
                  <a:lnTo>
                    <a:pt x="966583" y="2151854"/>
                  </a:lnTo>
                  <a:cubicBezTo>
                    <a:pt x="916068" y="2191868"/>
                    <a:pt x="863816" y="2233239"/>
                    <a:pt x="813920" y="2275968"/>
                  </a:cubicBezTo>
                  <a:cubicBezTo>
                    <a:pt x="717100" y="2358539"/>
                    <a:pt x="654759" y="2440732"/>
                    <a:pt x="617719" y="2534664"/>
                  </a:cubicBezTo>
                  <a:cubicBezTo>
                    <a:pt x="611600" y="2550151"/>
                    <a:pt x="606237" y="2565465"/>
                    <a:pt x="601631" y="2580625"/>
                  </a:cubicBezTo>
                  <a:cubicBezTo>
                    <a:pt x="616860" y="2431365"/>
                    <a:pt x="641593" y="2284373"/>
                    <a:pt x="675556" y="2141765"/>
                  </a:cubicBezTo>
                  <a:cubicBezTo>
                    <a:pt x="679682" y="2124319"/>
                    <a:pt x="681985" y="2119197"/>
                    <a:pt x="690458" y="2116412"/>
                  </a:cubicBezTo>
                  <a:cubicBezTo>
                    <a:pt x="695787" y="2114608"/>
                    <a:pt x="700754" y="2111136"/>
                    <a:pt x="704381" y="2106839"/>
                  </a:cubicBezTo>
                  <a:cubicBezTo>
                    <a:pt x="729011" y="2078839"/>
                    <a:pt x="761445" y="2074405"/>
                    <a:pt x="792864" y="2073769"/>
                  </a:cubicBezTo>
                  <a:cubicBezTo>
                    <a:pt x="897711" y="2071311"/>
                    <a:pt x="980866" y="2019008"/>
                    <a:pt x="1048364" y="1968166"/>
                  </a:cubicBezTo>
                  <a:cubicBezTo>
                    <a:pt x="1213867" y="1843519"/>
                    <a:pt x="1327823" y="1527260"/>
                    <a:pt x="1327823" y="1516535"/>
                  </a:cubicBezTo>
                  <a:cubicBezTo>
                    <a:pt x="1327823" y="1510949"/>
                    <a:pt x="1325038" y="1505741"/>
                    <a:pt x="1320312" y="1502596"/>
                  </a:cubicBezTo>
                  <a:cubicBezTo>
                    <a:pt x="1315654" y="1499519"/>
                    <a:pt x="1309363" y="1499089"/>
                    <a:pt x="1304619" y="1501203"/>
                  </a:cubicBezTo>
                  <a:cubicBezTo>
                    <a:pt x="1270140" y="1515830"/>
                    <a:pt x="1235661" y="1530079"/>
                    <a:pt x="1199961" y="1544844"/>
                  </a:cubicBezTo>
                  <a:cubicBezTo>
                    <a:pt x="1121412" y="1577415"/>
                    <a:pt x="1040199" y="1611069"/>
                    <a:pt x="962200" y="1647868"/>
                  </a:cubicBezTo>
                  <a:cubicBezTo>
                    <a:pt x="883703" y="1685011"/>
                    <a:pt x="821671" y="1734685"/>
                    <a:pt x="777326" y="1795805"/>
                  </a:cubicBezTo>
                  <a:cubicBezTo>
                    <a:pt x="819592" y="1675713"/>
                    <a:pt x="868595" y="1557975"/>
                    <a:pt x="923459" y="1444827"/>
                  </a:cubicBezTo>
                  <a:cubicBezTo>
                    <a:pt x="929767" y="1432623"/>
                    <a:pt x="959399" y="1419664"/>
                    <a:pt x="1001887" y="1419664"/>
                  </a:cubicBezTo>
                  <a:cubicBezTo>
                    <a:pt x="1015706" y="1419664"/>
                    <a:pt x="1029096" y="1421142"/>
                    <a:pt x="1040663" y="1423926"/>
                  </a:cubicBezTo>
                  <a:cubicBezTo>
                    <a:pt x="1140491" y="1447852"/>
                    <a:pt x="1239477" y="1433345"/>
                    <a:pt x="1349033" y="1378601"/>
                  </a:cubicBezTo>
                  <a:cubicBezTo>
                    <a:pt x="1461115" y="1322569"/>
                    <a:pt x="1554102" y="1230957"/>
                    <a:pt x="1633305" y="1098455"/>
                  </a:cubicBezTo>
                  <a:cubicBezTo>
                    <a:pt x="1634817" y="1095894"/>
                    <a:pt x="1637791" y="1088073"/>
                    <a:pt x="1639389" y="1083690"/>
                  </a:cubicBezTo>
                  <a:cubicBezTo>
                    <a:pt x="1641400" y="1078328"/>
                    <a:pt x="1640592" y="1072415"/>
                    <a:pt x="1637258" y="1067929"/>
                  </a:cubicBezTo>
                  <a:cubicBezTo>
                    <a:pt x="1634164" y="1063666"/>
                    <a:pt x="1629214" y="1061122"/>
                    <a:pt x="1622906" y="1061122"/>
                  </a:cubicBezTo>
                  <a:cubicBezTo>
                    <a:pt x="1622854" y="1061122"/>
                    <a:pt x="1622820" y="1061122"/>
                    <a:pt x="1622768" y="1061122"/>
                  </a:cubicBezTo>
                  <a:lnTo>
                    <a:pt x="1583202" y="1063615"/>
                  </a:lnTo>
                  <a:cubicBezTo>
                    <a:pt x="1558949" y="1065144"/>
                    <a:pt x="1535402" y="1066640"/>
                    <a:pt x="1511854" y="1067843"/>
                  </a:cubicBezTo>
                  <a:lnTo>
                    <a:pt x="1486708" y="1069115"/>
                  </a:lnTo>
                  <a:cubicBezTo>
                    <a:pt x="1411631" y="1072896"/>
                    <a:pt x="1333976" y="1076781"/>
                    <a:pt x="1258005" y="1094880"/>
                  </a:cubicBezTo>
                  <a:cubicBezTo>
                    <a:pt x="1171361" y="1115711"/>
                    <a:pt x="1107748" y="1147698"/>
                    <a:pt x="1058969" y="1195137"/>
                  </a:cubicBezTo>
                  <a:cubicBezTo>
                    <a:pt x="1116703" y="1099039"/>
                    <a:pt x="1178528" y="1007599"/>
                    <a:pt x="1243653" y="921951"/>
                  </a:cubicBezTo>
                  <a:cubicBezTo>
                    <a:pt x="1245406" y="919683"/>
                    <a:pt x="1253811" y="916211"/>
                    <a:pt x="1260704" y="915059"/>
                  </a:cubicBezTo>
                  <a:cubicBezTo>
                    <a:pt x="1264141" y="914251"/>
                    <a:pt x="1276654" y="911621"/>
                    <a:pt x="1293292" y="911621"/>
                  </a:cubicBezTo>
                  <a:cubicBezTo>
                    <a:pt x="1315362" y="911621"/>
                    <a:pt x="1334681" y="916108"/>
                    <a:pt x="1351061" y="925114"/>
                  </a:cubicBezTo>
                  <a:cubicBezTo>
                    <a:pt x="1455134" y="976008"/>
                    <a:pt x="1572012" y="979789"/>
                    <a:pt x="1698911" y="936200"/>
                  </a:cubicBezTo>
                  <a:cubicBezTo>
                    <a:pt x="1803001" y="900638"/>
                    <a:pt x="1891159" y="834585"/>
                    <a:pt x="1968436" y="734328"/>
                  </a:cubicBezTo>
                  <a:cubicBezTo>
                    <a:pt x="1970945" y="731096"/>
                    <a:pt x="1973214" y="727573"/>
                    <a:pt x="1975276" y="723860"/>
                  </a:cubicBezTo>
                  <a:cubicBezTo>
                    <a:pt x="1977631" y="719580"/>
                    <a:pt x="1977786" y="714871"/>
                    <a:pt x="1975723" y="710574"/>
                  </a:cubicBezTo>
                  <a:cubicBezTo>
                    <a:pt x="1969742" y="698027"/>
                    <a:pt x="1943857" y="692131"/>
                    <a:pt x="1932960" y="690172"/>
                  </a:cubicBezTo>
                  <a:cubicBezTo>
                    <a:pt x="1906215" y="685497"/>
                    <a:pt x="1875913" y="680168"/>
                    <a:pt x="1845868" y="676095"/>
                  </a:cubicBezTo>
                  <a:cubicBezTo>
                    <a:pt x="1832101" y="674170"/>
                    <a:pt x="1818316" y="672159"/>
                    <a:pt x="1804497" y="670113"/>
                  </a:cubicBezTo>
                  <a:lnTo>
                    <a:pt x="1802726" y="669838"/>
                  </a:lnTo>
                  <a:cubicBezTo>
                    <a:pt x="1755906" y="662929"/>
                    <a:pt x="1707505" y="655779"/>
                    <a:pt x="1658743" y="653321"/>
                  </a:cubicBezTo>
                  <a:cubicBezTo>
                    <a:pt x="1569640" y="648766"/>
                    <a:pt x="1490524" y="666951"/>
                    <a:pt x="1425777" y="707205"/>
                  </a:cubicBezTo>
                  <a:cubicBezTo>
                    <a:pt x="1469314" y="660866"/>
                    <a:pt x="1513797" y="616899"/>
                    <a:pt x="1558967" y="575597"/>
                  </a:cubicBezTo>
                  <a:cubicBezTo>
                    <a:pt x="1573250" y="562568"/>
                    <a:pt x="1589407" y="549437"/>
                    <a:pt x="1611424" y="532953"/>
                  </a:cubicBezTo>
                  <a:cubicBezTo>
                    <a:pt x="1613126" y="531647"/>
                    <a:pt x="1617457" y="530117"/>
                    <a:pt x="1622768" y="529808"/>
                  </a:cubicBezTo>
                  <a:cubicBezTo>
                    <a:pt x="1778818" y="523706"/>
                    <a:pt x="1908673" y="454817"/>
                    <a:pt x="2019707" y="319238"/>
                  </a:cubicBezTo>
                  <a:cubicBezTo>
                    <a:pt x="2080192" y="245433"/>
                    <a:pt x="2126565" y="152343"/>
                    <a:pt x="2161508" y="34640"/>
                  </a:cubicBezTo>
                  <a:lnTo>
                    <a:pt x="2162711" y="30601"/>
                  </a:lnTo>
                  <a:cubicBezTo>
                    <a:pt x="2166441" y="18225"/>
                    <a:pt x="2168504" y="11419"/>
                    <a:pt x="2159927" y="3443"/>
                  </a:cubicBezTo>
                  <a:cubicBezTo>
                    <a:pt x="2153309" y="-2710"/>
                    <a:pt x="2141656" y="-888"/>
                    <a:pt x="2111371" y="11109"/>
                  </a:cubicBezTo>
                  <a:cubicBezTo>
                    <a:pt x="2083870" y="21680"/>
                    <a:pt x="2056197" y="31941"/>
                    <a:pt x="2027786" y="42477"/>
                  </a:cubicBezTo>
                  <a:cubicBezTo>
                    <a:pt x="1970704" y="63636"/>
                    <a:pt x="1911664" y="85516"/>
                    <a:pt x="1854686" y="110232"/>
                  </a:cubicBezTo>
                  <a:cubicBezTo>
                    <a:pt x="1759464" y="151621"/>
                    <a:pt x="1683425" y="214357"/>
                    <a:pt x="1628715" y="296670"/>
                  </a:cubicBezTo>
                  <a:cubicBezTo>
                    <a:pt x="1587052" y="359303"/>
                    <a:pt x="1570586" y="422228"/>
                    <a:pt x="1578337" y="488711"/>
                  </a:cubicBezTo>
                  <a:cubicBezTo>
                    <a:pt x="1578286" y="489451"/>
                    <a:pt x="1577633" y="491221"/>
                    <a:pt x="1577530" y="491427"/>
                  </a:cubicBezTo>
                  <a:cubicBezTo>
                    <a:pt x="1478132" y="577247"/>
                    <a:pt x="1383117" y="673860"/>
                    <a:pt x="1285558" y="788848"/>
                  </a:cubicBezTo>
                  <a:cubicBezTo>
                    <a:pt x="1350614" y="689381"/>
                    <a:pt x="1393017" y="574858"/>
                    <a:pt x="1414295" y="442098"/>
                  </a:cubicBezTo>
                  <a:cubicBezTo>
                    <a:pt x="1435746" y="308255"/>
                    <a:pt x="1437104" y="189125"/>
                    <a:pt x="1418472" y="77919"/>
                  </a:cubicBezTo>
                  <a:cubicBezTo>
                    <a:pt x="1417286" y="70958"/>
                    <a:pt x="1415688" y="63997"/>
                    <a:pt x="1413642" y="55282"/>
                  </a:cubicBezTo>
                  <a:lnTo>
                    <a:pt x="1410600" y="41859"/>
                  </a:lnTo>
                  <a:cubicBezTo>
                    <a:pt x="1409225" y="36101"/>
                    <a:pt x="1404894" y="31443"/>
                    <a:pt x="1399204" y="29655"/>
                  </a:cubicBezTo>
                  <a:cubicBezTo>
                    <a:pt x="1393515" y="27971"/>
                    <a:pt x="1387138" y="29466"/>
                    <a:pt x="1382893" y="33505"/>
                  </a:cubicBezTo>
                  <a:cubicBezTo>
                    <a:pt x="1376087" y="39916"/>
                    <a:pt x="1369418" y="45967"/>
                    <a:pt x="1362903" y="51845"/>
                  </a:cubicBezTo>
                  <a:lnTo>
                    <a:pt x="1358314" y="55987"/>
                  </a:lnTo>
                  <a:cubicBezTo>
                    <a:pt x="1341642" y="71009"/>
                    <a:pt x="1325898" y="85189"/>
                    <a:pt x="1311649" y="101226"/>
                  </a:cubicBezTo>
                  <a:cubicBezTo>
                    <a:pt x="1173200" y="257413"/>
                    <a:pt x="1092451" y="422383"/>
                    <a:pt x="1064795" y="605572"/>
                  </a:cubicBezTo>
                  <a:cubicBezTo>
                    <a:pt x="1052197" y="688367"/>
                    <a:pt x="1057422" y="758855"/>
                    <a:pt x="1080780" y="821006"/>
                  </a:cubicBezTo>
                  <a:cubicBezTo>
                    <a:pt x="1088515" y="841598"/>
                    <a:pt x="1100581" y="859989"/>
                    <a:pt x="1112595" y="878242"/>
                  </a:cubicBezTo>
                  <a:cubicBezTo>
                    <a:pt x="1118095" y="886579"/>
                    <a:pt x="1123595" y="894949"/>
                    <a:pt x="1128631" y="903543"/>
                  </a:cubicBezTo>
                  <a:cubicBezTo>
                    <a:pt x="1132344" y="909714"/>
                    <a:pt x="1132653" y="911312"/>
                    <a:pt x="1132636" y="911020"/>
                  </a:cubicBezTo>
                  <a:cubicBezTo>
                    <a:pt x="1130350" y="935513"/>
                    <a:pt x="1127067" y="962807"/>
                    <a:pt x="1122633" y="995568"/>
                  </a:cubicBezTo>
                  <a:cubicBezTo>
                    <a:pt x="1122444" y="995980"/>
                    <a:pt x="1121825" y="996943"/>
                    <a:pt x="1119848" y="999555"/>
                  </a:cubicBezTo>
                  <a:lnTo>
                    <a:pt x="1118250" y="1001772"/>
                  </a:lnTo>
                  <a:cubicBezTo>
                    <a:pt x="1042537" y="1107014"/>
                    <a:pt x="972685" y="1217963"/>
                    <a:pt x="909829" y="1332795"/>
                  </a:cubicBezTo>
                  <a:cubicBezTo>
                    <a:pt x="934545" y="1247028"/>
                    <a:pt x="954225" y="1138468"/>
                    <a:pt x="952833" y="1012326"/>
                  </a:cubicBezTo>
                  <a:cubicBezTo>
                    <a:pt x="951148" y="861020"/>
                    <a:pt x="916308" y="726077"/>
                    <a:pt x="846285" y="599729"/>
                  </a:cubicBezTo>
                  <a:cubicBezTo>
                    <a:pt x="843517" y="594813"/>
                    <a:pt x="838498" y="591616"/>
                    <a:pt x="831469" y="591135"/>
                  </a:cubicBezTo>
                  <a:cubicBezTo>
                    <a:pt x="826364" y="591135"/>
                    <a:pt x="821448" y="593661"/>
                    <a:pt x="818234" y="597975"/>
                  </a:cubicBezTo>
                  <a:cubicBezTo>
                    <a:pt x="816137" y="600897"/>
                    <a:pt x="814006" y="603647"/>
                    <a:pt x="811977" y="606260"/>
                  </a:cubicBezTo>
                  <a:cubicBezTo>
                    <a:pt x="807457" y="612104"/>
                    <a:pt x="803229" y="617639"/>
                    <a:pt x="799447" y="623551"/>
                  </a:cubicBezTo>
                  <a:cubicBezTo>
                    <a:pt x="743690" y="710986"/>
                    <a:pt x="713782" y="807394"/>
                    <a:pt x="693930" y="881628"/>
                  </a:cubicBezTo>
                  <a:cubicBezTo>
                    <a:pt x="657647" y="1017774"/>
                    <a:pt x="640974" y="1131456"/>
                    <a:pt x="641456" y="1239413"/>
                  </a:cubicBezTo>
                  <a:cubicBezTo>
                    <a:pt x="641731" y="1331180"/>
                    <a:pt x="658454" y="1401719"/>
                    <a:pt x="694102" y="1461413"/>
                  </a:cubicBezTo>
                  <a:cubicBezTo>
                    <a:pt x="705188" y="1479993"/>
                    <a:pt x="719145" y="1496253"/>
                    <a:pt x="733171" y="1512616"/>
                  </a:cubicBezTo>
                  <a:cubicBezTo>
                    <a:pt x="740613" y="1521296"/>
                    <a:pt x="748262" y="1530217"/>
                    <a:pt x="755188" y="1539361"/>
                  </a:cubicBezTo>
                  <a:cubicBezTo>
                    <a:pt x="760035" y="1545720"/>
                    <a:pt x="762373" y="1552200"/>
                    <a:pt x="762510" y="1555810"/>
                  </a:cubicBezTo>
                  <a:cubicBezTo>
                    <a:pt x="763421" y="1577569"/>
                    <a:pt x="762940" y="1599690"/>
                    <a:pt x="762476" y="1621072"/>
                  </a:cubicBezTo>
                  <a:lnTo>
                    <a:pt x="762149" y="1635854"/>
                  </a:lnTo>
                  <a:cubicBezTo>
                    <a:pt x="762098" y="1638398"/>
                    <a:pt x="761513" y="1641320"/>
                    <a:pt x="760637" y="1643554"/>
                  </a:cubicBezTo>
                  <a:cubicBezTo>
                    <a:pt x="715879" y="1751993"/>
                    <a:pt x="676536" y="1864694"/>
                    <a:pt x="642985" y="1980438"/>
                  </a:cubicBezTo>
                  <a:cubicBezTo>
                    <a:pt x="647918" y="1941026"/>
                    <a:pt x="650703" y="1902869"/>
                    <a:pt x="651407" y="1865640"/>
                  </a:cubicBezTo>
                  <a:cubicBezTo>
                    <a:pt x="655464" y="1654331"/>
                    <a:pt x="590648" y="1465624"/>
                    <a:pt x="458713" y="1304693"/>
                  </a:cubicBezTo>
                  <a:lnTo>
                    <a:pt x="431212" y="1271194"/>
                  </a:lnTo>
                  <a:cubicBezTo>
                    <a:pt x="428032" y="1267258"/>
                    <a:pt x="423323" y="1265023"/>
                    <a:pt x="418304" y="1265023"/>
                  </a:cubicBezTo>
                  <a:lnTo>
                    <a:pt x="415554" y="1265264"/>
                  </a:lnTo>
                  <a:cubicBezTo>
                    <a:pt x="409676" y="1266244"/>
                    <a:pt x="404726" y="1270317"/>
                    <a:pt x="402680" y="1275869"/>
                  </a:cubicBezTo>
                  <a:cubicBezTo>
                    <a:pt x="400171" y="1282555"/>
                    <a:pt x="397713" y="1288863"/>
                    <a:pt x="395324" y="1294965"/>
                  </a:cubicBezTo>
                  <a:cubicBezTo>
                    <a:pt x="390717" y="1306756"/>
                    <a:pt x="386369" y="1317928"/>
                    <a:pt x="382691" y="1329289"/>
                  </a:cubicBezTo>
                  <a:cubicBezTo>
                    <a:pt x="354382" y="1417962"/>
                    <a:pt x="340494" y="1514833"/>
                    <a:pt x="337675" y="1643331"/>
                  </a:cubicBezTo>
                  <a:lnTo>
                    <a:pt x="337624" y="1645840"/>
                  </a:lnTo>
                  <a:cubicBezTo>
                    <a:pt x="335510" y="1739325"/>
                    <a:pt x="332605" y="1867393"/>
                    <a:pt x="371003" y="1989943"/>
                  </a:cubicBezTo>
                  <a:cubicBezTo>
                    <a:pt x="408799" y="2110586"/>
                    <a:pt x="475454" y="2171551"/>
                    <a:pt x="488379" y="2182500"/>
                  </a:cubicBezTo>
                  <a:lnTo>
                    <a:pt x="489754" y="2183737"/>
                  </a:lnTo>
                  <a:cubicBezTo>
                    <a:pt x="524938" y="2215140"/>
                    <a:pt x="547850" y="2243861"/>
                    <a:pt x="552594" y="2262510"/>
                  </a:cubicBezTo>
                  <a:cubicBezTo>
                    <a:pt x="554502" y="2270038"/>
                    <a:pt x="556444" y="2277584"/>
                    <a:pt x="558713" y="2285044"/>
                  </a:cubicBezTo>
                  <a:cubicBezTo>
                    <a:pt x="568750" y="2318234"/>
                    <a:pt x="562477" y="2349859"/>
                    <a:pt x="555705" y="2384012"/>
                  </a:cubicBezTo>
                  <a:cubicBezTo>
                    <a:pt x="552336" y="2401251"/>
                    <a:pt x="548830" y="2419058"/>
                    <a:pt x="547609" y="2437329"/>
                  </a:cubicBezTo>
                  <a:cubicBezTo>
                    <a:pt x="542762" y="2510447"/>
                    <a:pt x="536815" y="2584802"/>
                    <a:pt x="531057" y="2656699"/>
                  </a:cubicBezTo>
                  <a:lnTo>
                    <a:pt x="530542" y="2663351"/>
                  </a:lnTo>
                  <a:cubicBezTo>
                    <a:pt x="529063" y="2681690"/>
                    <a:pt x="527585" y="2700030"/>
                    <a:pt x="526124" y="2718369"/>
                  </a:cubicBezTo>
                  <a:cubicBezTo>
                    <a:pt x="511446" y="2553846"/>
                    <a:pt x="456960" y="2404294"/>
                    <a:pt x="363217" y="2272032"/>
                  </a:cubicBezTo>
                  <a:cubicBezTo>
                    <a:pt x="305809" y="2191111"/>
                    <a:pt x="237366" y="2121878"/>
                    <a:pt x="159745" y="2066206"/>
                  </a:cubicBezTo>
                  <a:cubicBezTo>
                    <a:pt x="156394" y="2063800"/>
                    <a:pt x="152870" y="2061651"/>
                    <a:pt x="148161" y="2058850"/>
                  </a:cubicBezTo>
                  <a:cubicBezTo>
                    <a:pt x="145875" y="2057526"/>
                    <a:pt x="143228" y="2055945"/>
                    <a:pt x="140014" y="2053934"/>
                  </a:cubicBezTo>
                  <a:cubicBezTo>
                    <a:pt x="135167" y="2051029"/>
                    <a:pt x="128945" y="2050771"/>
                    <a:pt x="123943" y="2053212"/>
                  </a:cubicBezTo>
                  <a:cubicBezTo>
                    <a:pt x="118821" y="2055704"/>
                    <a:pt x="115297" y="2060775"/>
                    <a:pt x="114713" y="2066516"/>
                  </a:cubicBezTo>
                  <a:cubicBezTo>
                    <a:pt x="113665" y="2076914"/>
                    <a:pt x="112444" y="2086986"/>
                    <a:pt x="111155" y="2097437"/>
                  </a:cubicBezTo>
                  <a:cubicBezTo>
                    <a:pt x="108560" y="2118836"/>
                    <a:pt x="106102" y="2139049"/>
                    <a:pt x="105999" y="2159812"/>
                  </a:cubicBezTo>
                  <a:cubicBezTo>
                    <a:pt x="104847" y="2375040"/>
                    <a:pt x="150378" y="2576723"/>
                    <a:pt x="241371" y="2759191"/>
                  </a:cubicBezTo>
                  <a:cubicBezTo>
                    <a:pt x="266723" y="2810102"/>
                    <a:pt x="300223" y="2854137"/>
                    <a:pt x="340975" y="2890129"/>
                  </a:cubicBezTo>
                  <a:cubicBezTo>
                    <a:pt x="381384" y="2925622"/>
                    <a:pt x="424990" y="2946557"/>
                    <a:pt x="474199" y="2954085"/>
                  </a:cubicBezTo>
                  <a:cubicBezTo>
                    <a:pt x="475282" y="2954274"/>
                    <a:pt x="477860" y="2955838"/>
                    <a:pt x="478256" y="2956148"/>
                  </a:cubicBezTo>
                  <a:cubicBezTo>
                    <a:pt x="480920" y="2961493"/>
                    <a:pt x="483687" y="2966856"/>
                    <a:pt x="486454" y="2972236"/>
                  </a:cubicBezTo>
                  <a:cubicBezTo>
                    <a:pt x="496286" y="2991229"/>
                    <a:pt x="506444" y="3010874"/>
                    <a:pt x="511497" y="3030572"/>
                  </a:cubicBezTo>
                  <a:cubicBezTo>
                    <a:pt x="515708" y="3047227"/>
                    <a:pt x="515708" y="3065429"/>
                    <a:pt x="515708" y="3084714"/>
                  </a:cubicBezTo>
                  <a:cubicBezTo>
                    <a:pt x="515708" y="3091778"/>
                    <a:pt x="515708" y="3098894"/>
                    <a:pt x="515932" y="3105872"/>
                  </a:cubicBezTo>
                  <a:cubicBezTo>
                    <a:pt x="520658" y="3272595"/>
                    <a:pt x="526863" y="3330657"/>
                    <a:pt x="553539" y="3479625"/>
                  </a:cubicBezTo>
                  <a:cubicBezTo>
                    <a:pt x="537262" y="3435331"/>
                    <a:pt x="516826" y="3390918"/>
                    <a:pt x="490442" y="3348188"/>
                  </a:cubicBezTo>
                  <a:cubicBezTo>
                    <a:pt x="383602" y="3175260"/>
                    <a:pt x="247868" y="3057883"/>
                    <a:pt x="75490" y="2989389"/>
                  </a:cubicBezTo>
                  <a:cubicBezTo>
                    <a:pt x="64524" y="2984972"/>
                    <a:pt x="53524" y="2981792"/>
                    <a:pt x="40770" y="2978080"/>
                  </a:cubicBezTo>
                  <a:lnTo>
                    <a:pt x="38227" y="2977323"/>
                  </a:lnTo>
                  <a:cubicBezTo>
                    <a:pt x="33053" y="2975811"/>
                    <a:pt x="27570" y="2974195"/>
                    <a:pt x="21709" y="2972408"/>
                  </a:cubicBezTo>
                  <a:cubicBezTo>
                    <a:pt x="16415" y="2970672"/>
                    <a:pt x="10382" y="2971858"/>
                    <a:pt x="6068" y="2975433"/>
                  </a:cubicBezTo>
                  <a:cubicBezTo>
                    <a:pt x="1771" y="2978991"/>
                    <a:pt x="-481" y="2984439"/>
                    <a:pt x="86" y="2990111"/>
                  </a:cubicBezTo>
                  <a:cubicBezTo>
                    <a:pt x="1358" y="3001937"/>
                    <a:pt x="2235" y="3013435"/>
                    <a:pt x="3043" y="3024659"/>
                  </a:cubicBezTo>
                  <a:cubicBezTo>
                    <a:pt x="4813" y="3049272"/>
                    <a:pt x="6480" y="3072510"/>
                    <a:pt x="12445" y="3095508"/>
                  </a:cubicBezTo>
                  <a:cubicBezTo>
                    <a:pt x="68065" y="3310340"/>
                    <a:pt x="160124" y="3481447"/>
                    <a:pt x="293863" y="3618624"/>
                  </a:cubicBezTo>
                  <a:cubicBezTo>
                    <a:pt x="351048" y="3677269"/>
                    <a:pt x="411309" y="3710889"/>
                    <a:pt x="478084" y="3721425"/>
                  </a:cubicBezTo>
                  <a:cubicBezTo>
                    <a:pt x="494928" y="3724055"/>
                    <a:pt x="515519" y="3724381"/>
                    <a:pt x="550376" y="3722216"/>
                  </a:cubicBezTo>
                  <a:lnTo>
                    <a:pt x="560414" y="3721614"/>
                  </a:lnTo>
                  <a:cubicBezTo>
                    <a:pt x="561944" y="3721528"/>
                    <a:pt x="563285" y="3721442"/>
                    <a:pt x="564505" y="3721442"/>
                  </a:cubicBezTo>
                  <a:cubicBezTo>
                    <a:pt x="567255" y="3721442"/>
                    <a:pt x="567479" y="3721442"/>
                    <a:pt x="569386" y="3724261"/>
                  </a:cubicBezTo>
                  <a:lnTo>
                    <a:pt x="616086" y="3788389"/>
                  </a:lnTo>
                  <a:cubicBezTo>
                    <a:pt x="616688" y="3789231"/>
                    <a:pt x="617564" y="3792274"/>
                    <a:pt x="618166" y="3794371"/>
                  </a:cubicBezTo>
                  <a:lnTo>
                    <a:pt x="618853" y="3796674"/>
                  </a:lnTo>
                  <a:cubicBezTo>
                    <a:pt x="667323" y="3960991"/>
                    <a:pt x="727464" y="4119257"/>
                    <a:pt x="798382" y="4269464"/>
                  </a:cubicBezTo>
                  <a:cubicBezTo>
                    <a:pt x="766464" y="4225411"/>
                    <a:pt x="731486" y="4185191"/>
                    <a:pt x="692504" y="4147360"/>
                  </a:cubicBezTo>
                  <a:cubicBezTo>
                    <a:pt x="513233" y="3973418"/>
                    <a:pt x="206737" y="3968382"/>
                    <a:pt x="172379" y="3968382"/>
                  </a:cubicBezTo>
                  <a:lnTo>
                    <a:pt x="168099" y="3968416"/>
                  </a:lnTo>
                  <a:lnTo>
                    <a:pt x="165400" y="3968915"/>
                  </a:lnTo>
                  <a:cubicBezTo>
                    <a:pt x="156978" y="3971905"/>
                    <a:pt x="152423" y="3980912"/>
                    <a:pt x="155019" y="3989385"/>
                  </a:cubicBezTo>
                  <a:cubicBezTo>
                    <a:pt x="157408" y="3997378"/>
                    <a:pt x="159642" y="4005456"/>
                    <a:pt x="162203" y="4014944"/>
                  </a:cubicBezTo>
                  <a:cubicBezTo>
                    <a:pt x="167102" y="4032768"/>
                    <a:pt x="172190" y="4051176"/>
                    <a:pt x="179323" y="4068983"/>
                  </a:cubicBezTo>
                  <a:cubicBezTo>
                    <a:pt x="213286" y="4153857"/>
                    <a:pt x="268339" y="4235500"/>
                    <a:pt x="352612" y="4326012"/>
                  </a:cubicBezTo>
                  <a:cubicBezTo>
                    <a:pt x="410518" y="4388060"/>
                    <a:pt x="475798" y="4450986"/>
                    <a:pt x="560689" y="4490776"/>
                  </a:cubicBezTo>
                  <a:cubicBezTo>
                    <a:pt x="653659" y="4534433"/>
                    <a:pt x="737605" y="4545090"/>
                    <a:pt x="821087" y="4523708"/>
                  </a:cubicBezTo>
                  <a:cubicBezTo>
                    <a:pt x="835284" y="4519978"/>
                    <a:pt x="851613" y="4515251"/>
                    <a:pt x="865655" y="4506142"/>
                  </a:cubicBezTo>
                  <a:cubicBezTo>
                    <a:pt x="875659" y="4499731"/>
                    <a:pt x="878392" y="4499937"/>
                    <a:pt x="888223" y="4507259"/>
                  </a:cubicBezTo>
                  <a:cubicBezTo>
                    <a:pt x="899877" y="4515922"/>
                    <a:pt x="912269" y="4523192"/>
                    <a:pt x="924301" y="4530239"/>
                  </a:cubicBezTo>
                  <a:cubicBezTo>
                    <a:pt x="930953" y="4534141"/>
                    <a:pt x="937656" y="4538077"/>
                    <a:pt x="943912" y="4542030"/>
                  </a:cubicBezTo>
                  <a:cubicBezTo>
                    <a:pt x="944909" y="4542873"/>
                    <a:pt x="947040" y="4546361"/>
                    <a:pt x="947831" y="4547651"/>
                  </a:cubicBezTo>
                  <a:cubicBezTo>
                    <a:pt x="1022736" y="4669823"/>
                    <a:pt x="1105256" y="4783366"/>
                    <a:pt x="1194358" y="4886941"/>
                  </a:cubicBezTo>
                  <a:cubicBezTo>
                    <a:pt x="1146163" y="4851878"/>
                    <a:pt x="1096679" y="4826508"/>
                    <a:pt x="1044118" y="4809613"/>
                  </a:cubicBezTo>
                  <a:cubicBezTo>
                    <a:pt x="883497" y="4757860"/>
                    <a:pt x="715140" y="4764443"/>
                    <a:pt x="548400" y="4828915"/>
                  </a:cubicBezTo>
                  <a:cubicBezTo>
                    <a:pt x="523512" y="4838557"/>
                    <a:pt x="496234" y="4853167"/>
                    <a:pt x="494412" y="4854198"/>
                  </a:cubicBezTo>
                  <a:cubicBezTo>
                    <a:pt x="490597" y="4856707"/>
                    <a:pt x="487967" y="4860764"/>
                    <a:pt x="487142" y="4865422"/>
                  </a:cubicBezTo>
                  <a:cubicBezTo>
                    <a:pt x="486420" y="4869994"/>
                    <a:pt x="487606" y="4874669"/>
                    <a:pt x="490390" y="4878244"/>
                  </a:cubicBezTo>
                  <a:cubicBezTo>
                    <a:pt x="495598" y="4885016"/>
                    <a:pt x="500634" y="4891823"/>
                    <a:pt x="505619" y="4898577"/>
                  </a:cubicBezTo>
                  <a:lnTo>
                    <a:pt x="506719" y="4900056"/>
                  </a:lnTo>
                  <a:cubicBezTo>
                    <a:pt x="517977" y="4915387"/>
                    <a:pt x="530731" y="4932730"/>
                    <a:pt x="545031" y="4948096"/>
                  </a:cubicBezTo>
                  <a:cubicBezTo>
                    <a:pt x="609434" y="5017140"/>
                    <a:pt x="688860" y="5063427"/>
                    <a:pt x="765106" y="5103166"/>
                  </a:cubicBezTo>
                  <a:cubicBezTo>
                    <a:pt x="869952" y="5157566"/>
                    <a:pt x="977171" y="5186871"/>
                    <a:pt x="1083805" y="5190309"/>
                  </a:cubicBezTo>
                  <a:cubicBezTo>
                    <a:pt x="1088824" y="5190481"/>
                    <a:pt x="1093843" y="5190584"/>
                    <a:pt x="1098845" y="5190584"/>
                  </a:cubicBezTo>
                  <a:cubicBezTo>
                    <a:pt x="1196936" y="5190584"/>
                    <a:pt x="1273509" y="5158253"/>
                    <a:pt x="1332532" y="5092131"/>
                  </a:cubicBezTo>
                  <a:cubicBezTo>
                    <a:pt x="1333254" y="5091616"/>
                    <a:pt x="1335815" y="5090636"/>
                    <a:pt x="1337225" y="5090619"/>
                  </a:cubicBezTo>
                  <a:cubicBezTo>
                    <a:pt x="1359775" y="5092234"/>
                    <a:pt x="1381209" y="5095517"/>
                    <a:pt x="1397228" y="5098181"/>
                  </a:cubicBezTo>
                  <a:cubicBezTo>
                    <a:pt x="1399754" y="5098628"/>
                    <a:pt x="1402865" y="5100141"/>
                    <a:pt x="1404808" y="5101894"/>
                  </a:cubicBezTo>
                  <a:cubicBezTo>
                    <a:pt x="1503415" y="5189192"/>
                    <a:pt x="1607849" y="5265816"/>
                    <a:pt x="1716941" y="5331027"/>
                  </a:cubicBezTo>
                  <a:cubicBezTo>
                    <a:pt x="1700406" y="5326128"/>
                    <a:pt x="1683373" y="5321866"/>
                    <a:pt x="1665944" y="5318445"/>
                  </a:cubicBezTo>
                  <a:cubicBezTo>
                    <a:pt x="1549359" y="5296032"/>
                    <a:pt x="1430383" y="5310092"/>
                    <a:pt x="1299738" y="5362000"/>
                  </a:cubicBezTo>
                  <a:cubicBezTo>
                    <a:pt x="1211598" y="5397132"/>
                    <a:pt x="1129628" y="5448747"/>
                    <a:pt x="1049137" y="5519785"/>
                  </a:cubicBezTo>
                  <a:cubicBezTo>
                    <a:pt x="1042502" y="5525612"/>
                    <a:pt x="1041574" y="5535632"/>
                    <a:pt x="1047040" y="5542577"/>
                  </a:cubicBezTo>
                  <a:cubicBezTo>
                    <a:pt x="1075521" y="5578826"/>
                    <a:pt x="1112578" y="5599125"/>
                    <a:pt x="1145080" y="5614181"/>
                  </a:cubicBezTo>
                  <a:cubicBezTo>
                    <a:pt x="1224351" y="5651015"/>
                    <a:pt x="1313832" y="5674597"/>
                    <a:pt x="1418730" y="5686320"/>
                  </a:cubicBezTo>
                  <a:cubicBezTo>
                    <a:pt x="1419039" y="5686336"/>
                    <a:pt x="1452745" y="5689259"/>
                    <a:pt x="1500012" y="5689259"/>
                  </a:cubicBezTo>
                  <a:cubicBezTo>
                    <a:pt x="1534130" y="5689259"/>
                    <a:pt x="1565876" y="5687729"/>
                    <a:pt x="1594322" y="5684721"/>
                  </a:cubicBezTo>
                  <a:cubicBezTo>
                    <a:pt x="1621514" y="5681868"/>
                    <a:pt x="1648636" y="5677210"/>
                    <a:pt x="1674951" y="5670885"/>
                  </a:cubicBezTo>
                  <a:cubicBezTo>
                    <a:pt x="1795817" y="5641459"/>
                    <a:pt x="1877717" y="5580957"/>
                    <a:pt x="1924641" y="5487025"/>
                  </a:cubicBezTo>
                  <a:cubicBezTo>
                    <a:pt x="1925483" y="5486217"/>
                    <a:pt x="1929092" y="5484120"/>
                    <a:pt x="1933664" y="5483003"/>
                  </a:cubicBezTo>
                  <a:cubicBezTo>
                    <a:pt x="1955476" y="5477589"/>
                    <a:pt x="1975104" y="5473773"/>
                    <a:pt x="1993771" y="5471281"/>
                  </a:cubicBezTo>
                  <a:cubicBezTo>
                    <a:pt x="1998171" y="5470576"/>
                    <a:pt x="2003654" y="5471762"/>
                    <a:pt x="2010563" y="5474546"/>
                  </a:cubicBezTo>
                  <a:cubicBezTo>
                    <a:pt x="2094028" y="5506705"/>
                    <a:pt x="2182357" y="5533501"/>
                    <a:pt x="2272921" y="5554161"/>
                  </a:cubicBezTo>
                  <a:cubicBezTo>
                    <a:pt x="2274193" y="5554470"/>
                    <a:pt x="2275516" y="5554625"/>
                    <a:pt x="2276839" y="5554625"/>
                  </a:cubicBezTo>
                  <a:cubicBezTo>
                    <a:pt x="2282924" y="5554625"/>
                    <a:pt x="2288527" y="5551273"/>
                    <a:pt x="2291484" y="5545808"/>
                  </a:cubicBezTo>
                  <a:cubicBezTo>
                    <a:pt x="2300129" y="5529720"/>
                    <a:pt x="2310665" y="5514285"/>
                    <a:pt x="2322783" y="5499933"/>
                  </a:cubicBezTo>
                  <a:cubicBezTo>
                    <a:pt x="2326581" y="5495412"/>
                    <a:pt x="2327716" y="5489397"/>
                    <a:pt x="2325842" y="5483828"/>
                  </a:cubicBezTo>
                  <a:cubicBezTo>
                    <a:pt x="2324055" y="5478431"/>
                    <a:pt x="2319517" y="5474340"/>
                    <a:pt x="2313708" y="5472982"/>
                  </a:cubicBezTo>
                  <a:close/>
                </a:path>
              </a:pathLst>
            </a:custGeom>
            <a:grpFill/>
            <a:ln w="17188"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grpSp>
        <p:nvGrpSpPr>
          <p:cNvPr id="29" name="Graphic 10">
            <a:extLst>
              <a:ext uri="{FF2B5EF4-FFF2-40B4-BE49-F238E27FC236}">
                <a16:creationId xmlns:a16="http://schemas.microsoft.com/office/drawing/2014/main" id="{D841362D-4204-9F1D-C550-45ED0F02193E}"/>
              </a:ext>
            </a:extLst>
          </p:cNvPr>
          <p:cNvGrpSpPr/>
          <p:nvPr userDrawn="1"/>
        </p:nvGrpSpPr>
        <p:grpSpPr>
          <a:xfrm>
            <a:off x="4552943" y="4350871"/>
            <a:ext cx="3253482" cy="1553208"/>
            <a:chOff x="-4653512" y="542621"/>
            <a:chExt cx="12250752" cy="5689460"/>
          </a:xfrm>
          <a:solidFill>
            <a:srgbClr val="E5DFD3"/>
          </a:solidFill>
        </p:grpSpPr>
        <p:sp>
          <p:nvSpPr>
            <p:cNvPr id="30" name="Freeform 13">
              <a:extLst>
                <a:ext uri="{FF2B5EF4-FFF2-40B4-BE49-F238E27FC236}">
                  <a16:creationId xmlns:a16="http://schemas.microsoft.com/office/drawing/2014/main" id="{3566E7D2-AD3A-044E-AB6B-0783492316A5}"/>
                </a:ext>
              </a:extLst>
            </p:cNvPr>
            <p:cNvSpPr/>
            <p:nvPr/>
          </p:nvSpPr>
          <p:spPr>
            <a:xfrm>
              <a:off x="5270511" y="542720"/>
              <a:ext cx="2326729" cy="5689361"/>
            </a:xfrm>
            <a:custGeom>
              <a:avLst/>
              <a:gdLst>
                <a:gd name="connsiteX0" fmla="*/ 2320660 w 2326735"/>
                <a:gd name="connsiteY0" fmla="*/ 2975382 h 5689362"/>
                <a:gd name="connsiteX1" fmla="*/ 2305139 w 2326735"/>
                <a:gd name="connsiteY1" fmla="*/ 2972323 h 5689362"/>
                <a:gd name="connsiteX2" fmla="*/ 2288501 w 2326735"/>
                <a:gd name="connsiteY2" fmla="*/ 2977273 h 5689362"/>
                <a:gd name="connsiteX3" fmla="*/ 2285974 w 2326735"/>
                <a:gd name="connsiteY3" fmla="*/ 2978012 h 5689362"/>
                <a:gd name="connsiteX4" fmla="*/ 2251289 w 2326735"/>
                <a:gd name="connsiteY4" fmla="*/ 2989322 h 5689362"/>
                <a:gd name="connsiteX5" fmla="*/ 1836268 w 2326735"/>
                <a:gd name="connsiteY5" fmla="*/ 3348138 h 5689362"/>
                <a:gd name="connsiteX6" fmla="*/ 1773171 w 2326735"/>
                <a:gd name="connsiteY6" fmla="*/ 3479574 h 5689362"/>
                <a:gd name="connsiteX7" fmla="*/ 1810779 w 2326735"/>
                <a:gd name="connsiteY7" fmla="*/ 3105839 h 5689362"/>
                <a:gd name="connsiteX8" fmla="*/ 1811002 w 2326735"/>
                <a:gd name="connsiteY8" fmla="*/ 3084663 h 5689362"/>
                <a:gd name="connsiteX9" fmla="*/ 1815213 w 2326735"/>
                <a:gd name="connsiteY9" fmla="*/ 3030539 h 5689362"/>
                <a:gd name="connsiteX10" fmla="*/ 1840256 w 2326735"/>
                <a:gd name="connsiteY10" fmla="*/ 2972185 h 5689362"/>
                <a:gd name="connsiteX11" fmla="*/ 1848077 w 2326735"/>
                <a:gd name="connsiteY11" fmla="*/ 2956699 h 5689362"/>
                <a:gd name="connsiteX12" fmla="*/ 1852425 w 2326735"/>
                <a:gd name="connsiteY12" fmla="*/ 2954052 h 5689362"/>
                <a:gd name="connsiteX13" fmla="*/ 1985770 w 2326735"/>
                <a:gd name="connsiteY13" fmla="*/ 2890061 h 5689362"/>
                <a:gd name="connsiteX14" fmla="*/ 2085356 w 2326735"/>
                <a:gd name="connsiteY14" fmla="*/ 2759140 h 5689362"/>
                <a:gd name="connsiteX15" fmla="*/ 2220729 w 2326735"/>
                <a:gd name="connsiteY15" fmla="*/ 2159762 h 5689362"/>
                <a:gd name="connsiteX16" fmla="*/ 2215504 w 2326735"/>
                <a:gd name="connsiteY16" fmla="*/ 2096802 h 5689362"/>
                <a:gd name="connsiteX17" fmla="*/ 2212015 w 2326735"/>
                <a:gd name="connsiteY17" fmla="*/ 2066448 h 5689362"/>
                <a:gd name="connsiteX18" fmla="*/ 2202802 w 2326735"/>
                <a:gd name="connsiteY18" fmla="*/ 2053162 h 5689362"/>
                <a:gd name="connsiteX19" fmla="*/ 2186594 w 2326735"/>
                <a:gd name="connsiteY19" fmla="*/ 2053970 h 5689362"/>
                <a:gd name="connsiteX20" fmla="*/ 2178498 w 2326735"/>
                <a:gd name="connsiteY20" fmla="*/ 2058851 h 5689362"/>
                <a:gd name="connsiteX21" fmla="*/ 2167017 w 2326735"/>
                <a:gd name="connsiteY21" fmla="*/ 2066156 h 5689362"/>
                <a:gd name="connsiteX22" fmla="*/ 1963511 w 2326735"/>
                <a:gd name="connsiteY22" fmla="*/ 2271982 h 5689362"/>
                <a:gd name="connsiteX23" fmla="*/ 1800621 w 2326735"/>
                <a:gd name="connsiteY23" fmla="*/ 2718319 h 5689362"/>
                <a:gd name="connsiteX24" fmla="*/ 1796203 w 2326735"/>
                <a:gd name="connsiteY24" fmla="*/ 2663300 h 5689362"/>
                <a:gd name="connsiteX25" fmla="*/ 1795688 w 2326735"/>
                <a:gd name="connsiteY25" fmla="*/ 2656649 h 5689362"/>
                <a:gd name="connsiteX26" fmla="*/ 1779136 w 2326735"/>
                <a:gd name="connsiteY26" fmla="*/ 2437278 h 5689362"/>
                <a:gd name="connsiteX27" fmla="*/ 1770920 w 2326735"/>
                <a:gd name="connsiteY27" fmla="*/ 2383326 h 5689362"/>
                <a:gd name="connsiteX28" fmla="*/ 1768049 w 2326735"/>
                <a:gd name="connsiteY28" fmla="*/ 2285027 h 5689362"/>
                <a:gd name="connsiteX29" fmla="*/ 1774185 w 2326735"/>
                <a:gd name="connsiteY29" fmla="*/ 2262460 h 5689362"/>
                <a:gd name="connsiteX30" fmla="*/ 1837025 w 2326735"/>
                <a:gd name="connsiteY30" fmla="*/ 2183687 h 5689362"/>
                <a:gd name="connsiteX31" fmla="*/ 1838348 w 2326735"/>
                <a:gd name="connsiteY31" fmla="*/ 2182501 h 5689362"/>
                <a:gd name="connsiteX32" fmla="*/ 1955794 w 2326735"/>
                <a:gd name="connsiteY32" fmla="*/ 1989893 h 5689362"/>
                <a:gd name="connsiteX33" fmla="*/ 1989156 w 2326735"/>
                <a:gd name="connsiteY33" fmla="*/ 1645790 h 5689362"/>
                <a:gd name="connsiteX34" fmla="*/ 1989104 w 2326735"/>
                <a:gd name="connsiteY34" fmla="*/ 1643297 h 5689362"/>
                <a:gd name="connsiteX35" fmla="*/ 1944071 w 2326735"/>
                <a:gd name="connsiteY35" fmla="*/ 1329204 h 5689362"/>
                <a:gd name="connsiteX36" fmla="*/ 1931456 w 2326735"/>
                <a:gd name="connsiteY36" fmla="*/ 1294914 h 5689362"/>
                <a:gd name="connsiteX37" fmla="*/ 1924116 w 2326735"/>
                <a:gd name="connsiteY37" fmla="*/ 1275853 h 5689362"/>
                <a:gd name="connsiteX38" fmla="*/ 1911311 w 2326735"/>
                <a:gd name="connsiteY38" fmla="*/ 1265214 h 5689362"/>
                <a:gd name="connsiteX39" fmla="*/ 1908475 w 2326735"/>
                <a:gd name="connsiteY39" fmla="*/ 1264956 h 5689362"/>
                <a:gd name="connsiteX40" fmla="*/ 1895584 w 2326735"/>
                <a:gd name="connsiteY40" fmla="*/ 1271092 h 5689362"/>
                <a:gd name="connsiteX41" fmla="*/ 1868066 w 2326735"/>
                <a:gd name="connsiteY41" fmla="*/ 1304626 h 5689362"/>
                <a:gd name="connsiteX42" fmla="*/ 1675372 w 2326735"/>
                <a:gd name="connsiteY42" fmla="*/ 1865572 h 5689362"/>
                <a:gd name="connsiteX43" fmla="*/ 1683794 w 2326735"/>
                <a:gd name="connsiteY43" fmla="*/ 1980371 h 5689362"/>
                <a:gd name="connsiteX44" fmla="*/ 1566211 w 2326735"/>
                <a:gd name="connsiteY44" fmla="*/ 1643624 h 5689362"/>
                <a:gd name="connsiteX45" fmla="*/ 1564613 w 2326735"/>
                <a:gd name="connsiteY45" fmla="*/ 1635821 h 5689362"/>
                <a:gd name="connsiteX46" fmla="*/ 1564303 w 2326735"/>
                <a:gd name="connsiteY46" fmla="*/ 1621005 h 5689362"/>
                <a:gd name="connsiteX47" fmla="*/ 1564269 w 2326735"/>
                <a:gd name="connsiteY47" fmla="*/ 1555742 h 5689362"/>
                <a:gd name="connsiteX48" fmla="*/ 1571608 w 2326735"/>
                <a:gd name="connsiteY48" fmla="*/ 1539276 h 5689362"/>
                <a:gd name="connsiteX49" fmla="*/ 1594124 w 2326735"/>
                <a:gd name="connsiteY49" fmla="*/ 1511947 h 5689362"/>
                <a:gd name="connsiteX50" fmla="*/ 1632694 w 2326735"/>
                <a:gd name="connsiteY50" fmla="*/ 1461380 h 5689362"/>
                <a:gd name="connsiteX51" fmla="*/ 1685358 w 2326735"/>
                <a:gd name="connsiteY51" fmla="*/ 1239363 h 5689362"/>
                <a:gd name="connsiteX52" fmla="*/ 1632883 w 2326735"/>
                <a:gd name="connsiteY52" fmla="*/ 881578 h 5689362"/>
                <a:gd name="connsiteX53" fmla="*/ 1527349 w 2326735"/>
                <a:gd name="connsiteY53" fmla="*/ 623466 h 5689362"/>
                <a:gd name="connsiteX54" fmla="*/ 1514836 w 2326735"/>
                <a:gd name="connsiteY54" fmla="*/ 606192 h 5689362"/>
                <a:gd name="connsiteX55" fmla="*/ 1508511 w 2326735"/>
                <a:gd name="connsiteY55" fmla="*/ 597856 h 5689362"/>
                <a:gd name="connsiteX56" fmla="*/ 1493936 w 2326735"/>
                <a:gd name="connsiteY56" fmla="*/ 591136 h 5689362"/>
                <a:gd name="connsiteX57" fmla="*/ 1480495 w 2326735"/>
                <a:gd name="connsiteY57" fmla="*/ 599713 h 5689362"/>
                <a:gd name="connsiteX58" fmla="*/ 1373998 w 2326735"/>
                <a:gd name="connsiteY58" fmla="*/ 1012258 h 5689362"/>
                <a:gd name="connsiteX59" fmla="*/ 1416985 w 2326735"/>
                <a:gd name="connsiteY59" fmla="*/ 1332728 h 5689362"/>
                <a:gd name="connsiteX60" fmla="*/ 1208564 w 2326735"/>
                <a:gd name="connsiteY60" fmla="*/ 1001705 h 5689362"/>
                <a:gd name="connsiteX61" fmla="*/ 1206828 w 2326735"/>
                <a:gd name="connsiteY61" fmla="*/ 999316 h 5689362"/>
                <a:gd name="connsiteX62" fmla="*/ 1204508 w 2326735"/>
                <a:gd name="connsiteY62" fmla="*/ 996703 h 5689362"/>
                <a:gd name="connsiteX63" fmla="*/ 1194161 w 2326735"/>
                <a:gd name="connsiteY63" fmla="*/ 911691 h 5689362"/>
                <a:gd name="connsiteX64" fmla="*/ 1198199 w 2326735"/>
                <a:gd name="connsiteY64" fmla="*/ 903424 h 5689362"/>
                <a:gd name="connsiteX65" fmla="*/ 1214511 w 2326735"/>
                <a:gd name="connsiteY65" fmla="*/ 877711 h 5689362"/>
                <a:gd name="connsiteX66" fmla="*/ 1245999 w 2326735"/>
                <a:gd name="connsiteY66" fmla="*/ 820956 h 5689362"/>
                <a:gd name="connsiteX67" fmla="*/ 1261984 w 2326735"/>
                <a:gd name="connsiteY67" fmla="*/ 605539 h 5689362"/>
                <a:gd name="connsiteX68" fmla="*/ 1015130 w 2326735"/>
                <a:gd name="connsiteY68" fmla="*/ 101175 h 5689362"/>
                <a:gd name="connsiteX69" fmla="*/ 968482 w 2326735"/>
                <a:gd name="connsiteY69" fmla="*/ 55971 h 5689362"/>
                <a:gd name="connsiteX70" fmla="*/ 963876 w 2326735"/>
                <a:gd name="connsiteY70" fmla="*/ 51794 h 5689362"/>
                <a:gd name="connsiteX71" fmla="*/ 943921 w 2326735"/>
                <a:gd name="connsiteY71" fmla="*/ 33489 h 5689362"/>
                <a:gd name="connsiteX72" fmla="*/ 927506 w 2326735"/>
                <a:gd name="connsiteY72" fmla="*/ 29622 h 5689362"/>
                <a:gd name="connsiteX73" fmla="*/ 916179 w 2326735"/>
                <a:gd name="connsiteY73" fmla="*/ 41894 h 5689362"/>
                <a:gd name="connsiteX74" fmla="*/ 913154 w 2326735"/>
                <a:gd name="connsiteY74" fmla="*/ 55163 h 5689362"/>
                <a:gd name="connsiteX75" fmla="*/ 908307 w 2326735"/>
                <a:gd name="connsiteY75" fmla="*/ 77886 h 5689362"/>
                <a:gd name="connsiteX76" fmla="*/ 912484 w 2326735"/>
                <a:gd name="connsiteY76" fmla="*/ 442064 h 5689362"/>
                <a:gd name="connsiteX77" fmla="*/ 1041222 w 2326735"/>
                <a:gd name="connsiteY77" fmla="*/ 788797 h 5689362"/>
                <a:gd name="connsiteX78" fmla="*/ 749593 w 2326735"/>
                <a:gd name="connsiteY78" fmla="*/ 491772 h 5689362"/>
                <a:gd name="connsiteX79" fmla="*/ 748442 w 2326735"/>
                <a:gd name="connsiteY79" fmla="*/ 488970 h 5689362"/>
                <a:gd name="connsiteX80" fmla="*/ 698064 w 2326735"/>
                <a:gd name="connsiteY80" fmla="*/ 296654 h 5689362"/>
                <a:gd name="connsiteX81" fmla="*/ 472111 w 2326735"/>
                <a:gd name="connsiteY81" fmla="*/ 110216 h 5689362"/>
                <a:gd name="connsiteX82" fmla="*/ 298289 w 2326735"/>
                <a:gd name="connsiteY82" fmla="*/ 42186 h 5689362"/>
                <a:gd name="connsiteX83" fmla="*/ 214394 w 2326735"/>
                <a:gd name="connsiteY83" fmla="*/ 10681 h 5689362"/>
                <a:gd name="connsiteX84" fmla="*/ 166835 w 2326735"/>
                <a:gd name="connsiteY84" fmla="*/ 3410 h 5689362"/>
                <a:gd name="connsiteX85" fmla="*/ 164068 w 2326735"/>
                <a:gd name="connsiteY85" fmla="*/ 30567 h 5689362"/>
                <a:gd name="connsiteX86" fmla="*/ 165271 w 2326735"/>
                <a:gd name="connsiteY86" fmla="*/ 34606 h 5689362"/>
                <a:gd name="connsiteX87" fmla="*/ 307072 w 2326735"/>
                <a:gd name="connsiteY87" fmla="*/ 319188 h 5689362"/>
                <a:gd name="connsiteX88" fmla="*/ 703856 w 2326735"/>
                <a:gd name="connsiteY88" fmla="*/ 529758 h 5689362"/>
                <a:gd name="connsiteX89" fmla="*/ 715424 w 2326735"/>
                <a:gd name="connsiteY89" fmla="*/ 532972 h 5689362"/>
                <a:gd name="connsiteX90" fmla="*/ 767813 w 2326735"/>
                <a:gd name="connsiteY90" fmla="*/ 575581 h 5689362"/>
                <a:gd name="connsiteX91" fmla="*/ 900985 w 2326735"/>
                <a:gd name="connsiteY91" fmla="*/ 707172 h 5689362"/>
                <a:gd name="connsiteX92" fmla="*/ 668036 w 2326735"/>
                <a:gd name="connsiteY92" fmla="*/ 653305 h 5689362"/>
                <a:gd name="connsiteX93" fmla="*/ 524070 w 2326735"/>
                <a:gd name="connsiteY93" fmla="*/ 669822 h 5689362"/>
                <a:gd name="connsiteX94" fmla="*/ 522282 w 2326735"/>
                <a:gd name="connsiteY94" fmla="*/ 670097 h 5689362"/>
                <a:gd name="connsiteX95" fmla="*/ 480945 w 2326735"/>
                <a:gd name="connsiteY95" fmla="*/ 676079 h 5689362"/>
                <a:gd name="connsiteX96" fmla="*/ 393768 w 2326735"/>
                <a:gd name="connsiteY96" fmla="*/ 690156 h 5689362"/>
                <a:gd name="connsiteX97" fmla="*/ 351056 w 2326735"/>
                <a:gd name="connsiteY97" fmla="*/ 710558 h 5689362"/>
                <a:gd name="connsiteX98" fmla="*/ 351503 w 2326735"/>
                <a:gd name="connsiteY98" fmla="*/ 723844 h 5689362"/>
                <a:gd name="connsiteX99" fmla="*/ 358309 w 2326735"/>
                <a:gd name="connsiteY99" fmla="*/ 734277 h 5689362"/>
                <a:gd name="connsiteX100" fmla="*/ 627868 w 2326735"/>
                <a:gd name="connsiteY100" fmla="*/ 936184 h 5689362"/>
                <a:gd name="connsiteX101" fmla="*/ 976097 w 2326735"/>
                <a:gd name="connsiteY101" fmla="*/ 924909 h 5689362"/>
                <a:gd name="connsiteX102" fmla="*/ 1033504 w 2326735"/>
                <a:gd name="connsiteY102" fmla="*/ 911623 h 5689362"/>
                <a:gd name="connsiteX103" fmla="*/ 1066798 w 2326735"/>
                <a:gd name="connsiteY103" fmla="*/ 915198 h 5689362"/>
                <a:gd name="connsiteX104" fmla="*/ 1083143 w 2326735"/>
                <a:gd name="connsiteY104" fmla="*/ 921935 h 5689362"/>
                <a:gd name="connsiteX105" fmla="*/ 1267845 w 2326735"/>
                <a:gd name="connsiteY105" fmla="*/ 1195155 h 5689362"/>
                <a:gd name="connsiteX106" fmla="*/ 1068791 w 2326735"/>
                <a:gd name="connsiteY106" fmla="*/ 1094898 h 5689362"/>
                <a:gd name="connsiteX107" fmla="*/ 840105 w 2326735"/>
                <a:gd name="connsiteY107" fmla="*/ 1069133 h 5689362"/>
                <a:gd name="connsiteX108" fmla="*/ 814959 w 2326735"/>
                <a:gd name="connsiteY108" fmla="*/ 1067861 h 5689362"/>
                <a:gd name="connsiteX109" fmla="*/ 743612 w 2326735"/>
                <a:gd name="connsiteY109" fmla="*/ 1063633 h 5689362"/>
                <a:gd name="connsiteX110" fmla="*/ 702945 w 2326735"/>
                <a:gd name="connsiteY110" fmla="*/ 1061124 h 5689362"/>
                <a:gd name="connsiteX111" fmla="*/ 689625 w 2326735"/>
                <a:gd name="connsiteY111" fmla="*/ 1067896 h 5689362"/>
                <a:gd name="connsiteX112" fmla="*/ 687424 w 2326735"/>
                <a:gd name="connsiteY112" fmla="*/ 1083674 h 5689362"/>
                <a:gd name="connsiteX113" fmla="*/ 693561 w 2326735"/>
                <a:gd name="connsiteY113" fmla="*/ 1098542 h 5689362"/>
                <a:gd name="connsiteX114" fmla="*/ 977798 w 2326735"/>
                <a:gd name="connsiteY114" fmla="*/ 1378637 h 5689362"/>
                <a:gd name="connsiteX115" fmla="*/ 1286184 w 2326735"/>
                <a:gd name="connsiteY115" fmla="*/ 1423962 h 5689362"/>
                <a:gd name="connsiteX116" fmla="*/ 1324961 w 2326735"/>
                <a:gd name="connsiteY116" fmla="*/ 1419699 h 5689362"/>
                <a:gd name="connsiteX117" fmla="*/ 1403269 w 2326735"/>
                <a:gd name="connsiteY117" fmla="*/ 1444656 h 5689362"/>
                <a:gd name="connsiteX118" fmla="*/ 1549504 w 2326735"/>
                <a:gd name="connsiteY118" fmla="*/ 1795841 h 5689362"/>
                <a:gd name="connsiteX119" fmla="*/ 1364631 w 2326735"/>
                <a:gd name="connsiteY119" fmla="*/ 1647904 h 5689362"/>
                <a:gd name="connsiteX120" fmla="*/ 1125511 w 2326735"/>
                <a:gd name="connsiteY120" fmla="*/ 1544312 h 5689362"/>
                <a:gd name="connsiteX121" fmla="*/ 1022366 w 2326735"/>
                <a:gd name="connsiteY121" fmla="*/ 1501290 h 5689362"/>
                <a:gd name="connsiteX122" fmla="*/ 1006468 w 2326735"/>
                <a:gd name="connsiteY122" fmla="*/ 1502665 h 5689362"/>
                <a:gd name="connsiteX123" fmla="*/ 999008 w 2326735"/>
                <a:gd name="connsiteY123" fmla="*/ 1516553 h 5689362"/>
                <a:gd name="connsiteX124" fmla="*/ 1278468 w 2326735"/>
                <a:gd name="connsiteY124" fmla="*/ 1968184 h 5689362"/>
                <a:gd name="connsiteX125" fmla="*/ 1534001 w 2326735"/>
                <a:gd name="connsiteY125" fmla="*/ 2073787 h 5689362"/>
                <a:gd name="connsiteX126" fmla="*/ 1622347 w 2326735"/>
                <a:gd name="connsiteY126" fmla="*/ 2106720 h 5689362"/>
                <a:gd name="connsiteX127" fmla="*/ 1636475 w 2326735"/>
                <a:gd name="connsiteY127" fmla="*/ 2116448 h 5689362"/>
                <a:gd name="connsiteX128" fmla="*/ 1651274 w 2326735"/>
                <a:gd name="connsiteY128" fmla="*/ 2141783 h 5689362"/>
                <a:gd name="connsiteX129" fmla="*/ 1725200 w 2326735"/>
                <a:gd name="connsiteY129" fmla="*/ 2580592 h 5689362"/>
                <a:gd name="connsiteX130" fmla="*/ 1709112 w 2326735"/>
                <a:gd name="connsiteY130" fmla="*/ 2534665 h 5689362"/>
                <a:gd name="connsiteX131" fmla="*/ 1512928 w 2326735"/>
                <a:gd name="connsiteY131" fmla="*/ 2275986 h 5689362"/>
                <a:gd name="connsiteX132" fmla="*/ 1360248 w 2326735"/>
                <a:gd name="connsiteY132" fmla="*/ 2151855 h 5689362"/>
                <a:gd name="connsiteX133" fmla="*/ 1357841 w 2326735"/>
                <a:gd name="connsiteY133" fmla="*/ 2149964 h 5689362"/>
                <a:gd name="connsiteX134" fmla="*/ 1288969 w 2326735"/>
                <a:gd name="connsiteY134" fmla="*/ 2095169 h 5689362"/>
                <a:gd name="connsiteX135" fmla="*/ 1274291 w 2326735"/>
                <a:gd name="connsiteY135" fmla="*/ 2082880 h 5689362"/>
                <a:gd name="connsiteX136" fmla="*/ 1260008 w 2326735"/>
                <a:gd name="connsiteY136" fmla="*/ 2070642 h 5689362"/>
                <a:gd name="connsiteX137" fmla="*/ 1241720 w 2326735"/>
                <a:gd name="connsiteY137" fmla="*/ 2068459 h 5689362"/>
                <a:gd name="connsiteX138" fmla="*/ 1232593 w 2326735"/>
                <a:gd name="connsiteY138" fmla="*/ 2084512 h 5689362"/>
                <a:gd name="connsiteX139" fmla="*/ 1234397 w 2326735"/>
                <a:gd name="connsiteY139" fmla="*/ 2113302 h 5689362"/>
                <a:gd name="connsiteX140" fmla="*/ 1234673 w 2326735"/>
                <a:gd name="connsiteY140" fmla="*/ 2117582 h 5689362"/>
                <a:gd name="connsiteX141" fmla="*/ 1238780 w 2326735"/>
                <a:gd name="connsiteY141" fmla="*/ 2171793 h 5689362"/>
                <a:gd name="connsiteX142" fmla="*/ 1394263 w 2326735"/>
                <a:gd name="connsiteY142" fmla="*/ 2608333 h 5689362"/>
                <a:gd name="connsiteX143" fmla="*/ 1645018 w 2326735"/>
                <a:gd name="connsiteY143" fmla="*/ 2820742 h 5689362"/>
                <a:gd name="connsiteX144" fmla="*/ 1718136 w 2326735"/>
                <a:gd name="connsiteY144" fmla="*/ 2876861 h 5689362"/>
                <a:gd name="connsiteX145" fmla="*/ 1743058 w 2326735"/>
                <a:gd name="connsiteY145" fmla="*/ 2960480 h 5689362"/>
                <a:gd name="connsiteX146" fmla="*/ 1715128 w 2326735"/>
                <a:gd name="connsiteY146" fmla="*/ 3350097 h 5689362"/>
                <a:gd name="connsiteX147" fmla="*/ 1690515 w 2326735"/>
                <a:gd name="connsiteY147" fmla="*/ 3239940 h 5689362"/>
                <a:gd name="connsiteX148" fmla="*/ 1566589 w 2326735"/>
                <a:gd name="connsiteY148" fmla="*/ 3005960 h 5689362"/>
                <a:gd name="connsiteX149" fmla="*/ 1415662 w 2326735"/>
                <a:gd name="connsiteY149" fmla="*/ 2803193 h 5689362"/>
                <a:gd name="connsiteX150" fmla="*/ 1412345 w 2326735"/>
                <a:gd name="connsiteY150" fmla="*/ 2798776 h 5689362"/>
                <a:gd name="connsiteX151" fmla="*/ 1353596 w 2326735"/>
                <a:gd name="connsiteY151" fmla="*/ 2720639 h 5689362"/>
                <a:gd name="connsiteX152" fmla="*/ 1341771 w 2326735"/>
                <a:gd name="connsiteY152" fmla="*/ 2712424 h 5689362"/>
                <a:gd name="connsiteX153" fmla="*/ 1327900 w 2326735"/>
                <a:gd name="connsiteY153" fmla="*/ 2712063 h 5689362"/>
                <a:gd name="connsiteX154" fmla="*/ 1318567 w 2326735"/>
                <a:gd name="connsiteY154" fmla="*/ 2722255 h 5689362"/>
                <a:gd name="connsiteX155" fmla="*/ 1317982 w 2326735"/>
                <a:gd name="connsiteY155" fmla="*/ 2724043 h 5689362"/>
                <a:gd name="connsiteX156" fmla="*/ 1316161 w 2326735"/>
                <a:gd name="connsiteY156" fmla="*/ 2730712 h 5689362"/>
                <a:gd name="connsiteX157" fmla="*/ 1380616 w 2326735"/>
                <a:gd name="connsiteY157" fmla="*/ 3292225 h 5689362"/>
                <a:gd name="connsiteX158" fmla="*/ 1559302 w 2326735"/>
                <a:gd name="connsiteY158" fmla="*/ 3541313 h 5689362"/>
                <a:gd name="connsiteX159" fmla="*/ 1650432 w 2326735"/>
                <a:gd name="connsiteY159" fmla="*/ 3665479 h 5689362"/>
                <a:gd name="connsiteX160" fmla="*/ 1653629 w 2326735"/>
                <a:gd name="connsiteY160" fmla="*/ 3682238 h 5689362"/>
                <a:gd name="connsiteX161" fmla="*/ 1505641 w 2326735"/>
                <a:gd name="connsiteY161" fmla="*/ 4135158 h 5689362"/>
                <a:gd name="connsiteX162" fmla="*/ 1502375 w 2326735"/>
                <a:gd name="connsiteY162" fmla="*/ 3897465 h 5689362"/>
                <a:gd name="connsiteX163" fmla="*/ 1395311 w 2326735"/>
                <a:gd name="connsiteY163" fmla="*/ 3570516 h 5689362"/>
                <a:gd name="connsiteX164" fmla="*/ 1383744 w 2326735"/>
                <a:gd name="connsiteY164" fmla="*/ 3541485 h 5689362"/>
                <a:gd name="connsiteX165" fmla="*/ 1328605 w 2326735"/>
                <a:gd name="connsiteY165" fmla="*/ 3402813 h 5689362"/>
                <a:gd name="connsiteX166" fmla="*/ 1312774 w 2326735"/>
                <a:gd name="connsiteY166" fmla="*/ 3392225 h 5689362"/>
                <a:gd name="connsiteX167" fmla="*/ 1298268 w 2326735"/>
                <a:gd name="connsiteY167" fmla="*/ 3401283 h 5689362"/>
                <a:gd name="connsiteX168" fmla="*/ 1292200 w 2326735"/>
                <a:gd name="connsiteY168" fmla="*/ 3412696 h 5689362"/>
                <a:gd name="connsiteX169" fmla="*/ 1284913 w 2326735"/>
                <a:gd name="connsiteY169" fmla="*/ 3427168 h 5689362"/>
                <a:gd name="connsiteX170" fmla="*/ 1207000 w 2326735"/>
                <a:gd name="connsiteY170" fmla="*/ 3961026 h 5689362"/>
                <a:gd name="connsiteX171" fmla="*/ 1308993 w 2326735"/>
                <a:gd name="connsiteY171" fmla="*/ 4258258 h 5689362"/>
                <a:gd name="connsiteX172" fmla="*/ 1366092 w 2326735"/>
                <a:gd name="connsiteY172" fmla="*/ 4397910 h 5689362"/>
                <a:gd name="connsiteX173" fmla="*/ 1360884 w 2326735"/>
                <a:gd name="connsiteY173" fmla="*/ 4430052 h 5689362"/>
                <a:gd name="connsiteX174" fmla="*/ 1141341 w 2326735"/>
                <a:gd name="connsiteY174" fmla="*/ 4753839 h 5689362"/>
                <a:gd name="connsiteX175" fmla="*/ 1142253 w 2326735"/>
                <a:gd name="connsiteY175" fmla="*/ 4752189 h 5689362"/>
                <a:gd name="connsiteX176" fmla="*/ 1196000 w 2326735"/>
                <a:gd name="connsiteY176" fmla="*/ 4433953 h 5689362"/>
                <a:gd name="connsiteX177" fmla="*/ 1172005 w 2326735"/>
                <a:gd name="connsiteY177" fmla="*/ 4184986 h 5689362"/>
                <a:gd name="connsiteX178" fmla="*/ 1171472 w 2326735"/>
                <a:gd name="connsiteY178" fmla="*/ 4180293 h 5689362"/>
                <a:gd name="connsiteX179" fmla="*/ 1160644 w 2326735"/>
                <a:gd name="connsiteY179" fmla="*/ 4082803 h 5689362"/>
                <a:gd name="connsiteX180" fmla="*/ 1154250 w 2326735"/>
                <a:gd name="connsiteY180" fmla="*/ 4027200 h 5689362"/>
                <a:gd name="connsiteX181" fmla="*/ 1151276 w 2326735"/>
                <a:gd name="connsiteY181" fmla="*/ 4001865 h 5689362"/>
                <a:gd name="connsiteX182" fmla="*/ 1142287 w 2326735"/>
                <a:gd name="connsiteY182" fmla="*/ 3988974 h 5689362"/>
                <a:gd name="connsiteX183" fmla="*/ 1102360 w 2326735"/>
                <a:gd name="connsiteY183" fmla="*/ 4010476 h 5689362"/>
                <a:gd name="connsiteX184" fmla="*/ 899731 w 2326735"/>
                <a:gd name="connsiteY184" fmla="*/ 4446879 h 5689362"/>
                <a:gd name="connsiteX185" fmla="*/ 942081 w 2326735"/>
                <a:gd name="connsiteY185" fmla="*/ 4879964 h 5689362"/>
                <a:gd name="connsiteX186" fmla="*/ 943474 w 2326735"/>
                <a:gd name="connsiteY186" fmla="*/ 4892443 h 5689362"/>
                <a:gd name="connsiteX187" fmla="*/ 940569 w 2326735"/>
                <a:gd name="connsiteY187" fmla="*/ 4964873 h 5689362"/>
                <a:gd name="connsiteX188" fmla="*/ 935120 w 2326735"/>
                <a:gd name="connsiteY188" fmla="*/ 4978142 h 5689362"/>
                <a:gd name="connsiteX189" fmla="*/ 575067 w 2326735"/>
                <a:gd name="connsiteY189" fmla="*/ 5252049 h 5689362"/>
                <a:gd name="connsiteX190" fmla="*/ 709099 w 2326735"/>
                <a:gd name="connsiteY190" fmla="*/ 5032576 h 5689362"/>
                <a:gd name="connsiteX191" fmla="*/ 772797 w 2326735"/>
                <a:gd name="connsiteY191" fmla="*/ 4722660 h 5689362"/>
                <a:gd name="connsiteX192" fmla="*/ 774172 w 2326735"/>
                <a:gd name="connsiteY192" fmla="*/ 4713533 h 5689362"/>
                <a:gd name="connsiteX193" fmla="*/ 791532 w 2326735"/>
                <a:gd name="connsiteY193" fmla="*/ 4604802 h 5689362"/>
                <a:gd name="connsiteX194" fmla="*/ 798252 w 2326735"/>
                <a:gd name="connsiteY194" fmla="*/ 4563259 h 5689362"/>
                <a:gd name="connsiteX195" fmla="*/ 792134 w 2326735"/>
                <a:gd name="connsiteY195" fmla="*/ 4547531 h 5689362"/>
                <a:gd name="connsiteX196" fmla="*/ 775375 w 2326735"/>
                <a:gd name="connsiteY196" fmla="*/ 4545228 h 5689362"/>
                <a:gd name="connsiteX197" fmla="*/ 769514 w 2326735"/>
                <a:gd name="connsiteY197" fmla="*/ 4547652 h 5689362"/>
                <a:gd name="connsiteX198" fmla="*/ 752670 w 2326735"/>
                <a:gd name="connsiteY198" fmla="*/ 4555129 h 5689362"/>
                <a:gd name="connsiteX199" fmla="*/ 369189 w 2326735"/>
                <a:gd name="connsiteY199" fmla="*/ 5233693 h 5689362"/>
                <a:gd name="connsiteX200" fmla="*/ 357295 w 2326735"/>
                <a:gd name="connsiteY200" fmla="*/ 5355418 h 5689362"/>
                <a:gd name="connsiteX201" fmla="*/ 351331 w 2326735"/>
                <a:gd name="connsiteY201" fmla="*/ 5363565 h 5689362"/>
                <a:gd name="connsiteX202" fmla="*/ 13003 w 2326735"/>
                <a:gd name="connsiteY202" fmla="*/ 5473018 h 5689362"/>
                <a:gd name="connsiteX203" fmla="*/ 885 w 2326735"/>
                <a:gd name="connsiteY203" fmla="*/ 5483950 h 5689362"/>
                <a:gd name="connsiteX204" fmla="*/ 3962 w 2326735"/>
                <a:gd name="connsiteY204" fmla="*/ 5500072 h 5689362"/>
                <a:gd name="connsiteX205" fmla="*/ 35261 w 2326735"/>
                <a:gd name="connsiteY205" fmla="*/ 5545964 h 5689362"/>
                <a:gd name="connsiteX206" fmla="*/ 53635 w 2326735"/>
                <a:gd name="connsiteY206" fmla="*/ 5554300 h 5689362"/>
                <a:gd name="connsiteX207" fmla="*/ 316250 w 2326735"/>
                <a:gd name="connsiteY207" fmla="*/ 5474599 h 5689362"/>
                <a:gd name="connsiteX208" fmla="*/ 332991 w 2326735"/>
                <a:gd name="connsiteY208" fmla="*/ 5471385 h 5689362"/>
                <a:gd name="connsiteX209" fmla="*/ 393046 w 2326735"/>
                <a:gd name="connsiteY209" fmla="*/ 5483090 h 5689362"/>
                <a:gd name="connsiteX210" fmla="*/ 401348 w 2326735"/>
                <a:gd name="connsiteY210" fmla="*/ 5486081 h 5689362"/>
                <a:gd name="connsiteX211" fmla="*/ 651760 w 2326735"/>
                <a:gd name="connsiteY211" fmla="*/ 5671006 h 5689362"/>
                <a:gd name="connsiteX212" fmla="*/ 732371 w 2326735"/>
                <a:gd name="connsiteY212" fmla="*/ 5684825 h 5689362"/>
                <a:gd name="connsiteX213" fmla="*/ 826698 w 2326735"/>
                <a:gd name="connsiteY213" fmla="*/ 5689363 h 5689362"/>
                <a:gd name="connsiteX214" fmla="*/ 908084 w 2326735"/>
                <a:gd name="connsiteY214" fmla="*/ 5686407 h 5689362"/>
                <a:gd name="connsiteX215" fmla="*/ 1181596 w 2326735"/>
                <a:gd name="connsiteY215" fmla="*/ 5614303 h 5689362"/>
                <a:gd name="connsiteX216" fmla="*/ 1279654 w 2326735"/>
                <a:gd name="connsiteY216" fmla="*/ 5542681 h 5689362"/>
                <a:gd name="connsiteX217" fmla="*/ 1277574 w 2326735"/>
                <a:gd name="connsiteY217" fmla="*/ 5519890 h 5689362"/>
                <a:gd name="connsiteX218" fmla="*/ 1026939 w 2326735"/>
                <a:gd name="connsiteY218" fmla="*/ 5362104 h 5689362"/>
                <a:gd name="connsiteX219" fmla="*/ 660732 w 2326735"/>
                <a:gd name="connsiteY219" fmla="*/ 5318567 h 5689362"/>
                <a:gd name="connsiteX220" fmla="*/ 609752 w 2326735"/>
                <a:gd name="connsiteY220" fmla="*/ 5331114 h 5689362"/>
                <a:gd name="connsiteX221" fmla="*/ 921937 w 2326735"/>
                <a:gd name="connsiteY221" fmla="*/ 5101947 h 5689362"/>
                <a:gd name="connsiteX222" fmla="*/ 929363 w 2326735"/>
                <a:gd name="connsiteY222" fmla="*/ 5098286 h 5689362"/>
                <a:gd name="connsiteX223" fmla="*/ 988867 w 2326735"/>
                <a:gd name="connsiteY223" fmla="*/ 5090723 h 5689362"/>
                <a:gd name="connsiteX224" fmla="*/ 993766 w 2326735"/>
                <a:gd name="connsiteY224" fmla="*/ 5091806 h 5689362"/>
                <a:gd name="connsiteX225" fmla="*/ 1227866 w 2326735"/>
                <a:gd name="connsiteY225" fmla="*/ 5190654 h 5689362"/>
                <a:gd name="connsiteX226" fmla="*/ 1242888 w 2326735"/>
                <a:gd name="connsiteY226" fmla="*/ 5190379 h 5689362"/>
                <a:gd name="connsiteX227" fmla="*/ 1561622 w 2326735"/>
                <a:gd name="connsiteY227" fmla="*/ 5103236 h 5689362"/>
                <a:gd name="connsiteX228" fmla="*/ 1781697 w 2326735"/>
                <a:gd name="connsiteY228" fmla="*/ 4948166 h 5689362"/>
                <a:gd name="connsiteX229" fmla="*/ 1819991 w 2326735"/>
                <a:gd name="connsiteY229" fmla="*/ 4900143 h 5689362"/>
                <a:gd name="connsiteX230" fmla="*/ 1821091 w 2326735"/>
                <a:gd name="connsiteY230" fmla="*/ 4898647 h 5689362"/>
                <a:gd name="connsiteX231" fmla="*/ 1836286 w 2326735"/>
                <a:gd name="connsiteY231" fmla="*/ 4878366 h 5689362"/>
                <a:gd name="connsiteX232" fmla="*/ 1839551 w 2326735"/>
                <a:gd name="connsiteY232" fmla="*/ 4865354 h 5689362"/>
                <a:gd name="connsiteX233" fmla="*/ 1831645 w 2326735"/>
                <a:gd name="connsiteY233" fmla="*/ 4853856 h 5689362"/>
                <a:gd name="connsiteX234" fmla="*/ 1778328 w 2326735"/>
                <a:gd name="connsiteY234" fmla="*/ 4828968 h 5689362"/>
                <a:gd name="connsiteX235" fmla="*/ 1282610 w 2326735"/>
                <a:gd name="connsiteY235" fmla="*/ 4809683 h 5689362"/>
                <a:gd name="connsiteX236" fmla="*/ 1132370 w 2326735"/>
                <a:gd name="connsiteY236" fmla="*/ 4887011 h 5689362"/>
                <a:gd name="connsiteX237" fmla="*/ 1378879 w 2326735"/>
                <a:gd name="connsiteY237" fmla="*/ 4547721 h 5689362"/>
                <a:gd name="connsiteX238" fmla="*/ 1382506 w 2326735"/>
                <a:gd name="connsiteY238" fmla="*/ 4542307 h 5689362"/>
                <a:gd name="connsiteX239" fmla="*/ 1402444 w 2326735"/>
                <a:gd name="connsiteY239" fmla="*/ 4530275 h 5689362"/>
                <a:gd name="connsiteX240" fmla="*/ 1438487 w 2326735"/>
                <a:gd name="connsiteY240" fmla="*/ 4507312 h 5689362"/>
                <a:gd name="connsiteX241" fmla="*/ 1461020 w 2326735"/>
                <a:gd name="connsiteY241" fmla="*/ 4506178 h 5689362"/>
                <a:gd name="connsiteX242" fmla="*/ 1505675 w 2326735"/>
                <a:gd name="connsiteY242" fmla="*/ 4523778 h 5689362"/>
                <a:gd name="connsiteX243" fmla="*/ 1766021 w 2326735"/>
                <a:gd name="connsiteY243" fmla="*/ 4490845 h 5689362"/>
                <a:gd name="connsiteX244" fmla="*/ 1974133 w 2326735"/>
                <a:gd name="connsiteY244" fmla="*/ 4326065 h 5689362"/>
                <a:gd name="connsiteX245" fmla="*/ 2147405 w 2326735"/>
                <a:gd name="connsiteY245" fmla="*/ 4069053 h 5689362"/>
                <a:gd name="connsiteX246" fmla="*/ 2164920 w 2326735"/>
                <a:gd name="connsiteY246" fmla="*/ 4013587 h 5689362"/>
                <a:gd name="connsiteX247" fmla="*/ 2171709 w 2326735"/>
                <a:gd name="connsiteY247" fmla="*/ 3989490 h 5689362"/>
                <a:gd name="connsiteX248" fmla="*/ 2161345 w 2326735"/>
                <a:gd name="connsiteY248" fmla="*/ 3968967 h 5689362"/>
                <a:gd name="connsiteX249" fmla="*/ 2154366 w 2326735"/>
                <a:gd name="connsiteY249" fmla="*/ 3968435 h 5689362"/>
                <a:gd name="connsiteX250" fmla="*/ 1634241 w 2326735"/>
                <a:gd name="connsiteY250" fmla="*/ 4147413 h 5689362"/>
                <a:gd name="connsiteX251" fmla="*/ 1528363 w 2326735"/>
                <a:gd name="connsiteY251" fmla="*/ 4269516 h 5689362"/>
                <a:gd name="connsiteX252" fmla="*/ 1707891 w 2326735"/>
                <a:gd name="connsiteY252" fmla="*/ 3796744 h 5689362"/>
                <a:gd name="connsiteX253" fmla="*/ 1708596 w 2326735"/>
                <a:gd name="connsiteY253" fmla="*/ 3794338 h 5689362"/>
                <a:gd name="connsiteX254" fmla="*/ 1710642 w 2326735"/>
                <a:gd name="connsiteY254" fmla="*/ 3788459 h 5689362"/>
                <a:gd name="connsiteX255" fmla="*/ 1757530 w 2326735"/>
                <a:gd name="connsiteY255" fmla="*/ 3724073 h 5689362"/>
                <a:gd name="connsiteX256" fmla="*/ 1762240 w 2326735"/>
                <a:gd name="connsiteY256" fmla="*/ 3721495 h 5689362"/>
                <a:gd name="connsiteX257" fmla="*/ 1766330 w 2326735"/>
                <a:gd name="connsiteY257" fmla="*/ 3721667 h 5689362"/>
                <a:gd name="connsiteX258" fmla="*/ 1776351 w 2326735"/>
                <a:gd name="connsiteY258" fmla="*/ 3722268 h 5689362"/>
                <a:gd name="connsiteX259" fmla="*/ 1848678 w 2326735"/>
                <a:gd name="connsiteY259" fmla="*/ 3721478 h 5689362"/>
                <a:gd name="connsiteX260" fmla="*/ 2032882 w 2326735"/>
                <a:gd name="connsiteY260" fmla="*/ 3618677 h 5689362"/>
                <a:gd name="connsiteX261" fmla="*/ 2314300 w 2326735"/>
                <a:gd name="connsiteY261" fmla="*/ 3095578 h 5689362"/>
                <a:gd name="connsiteX262" fmla="*/ 2323719 w 2326735"/>
                <a:gd name="connsiteY262" fmla="*/ 3024677 h 5689362"/>
                <a:gd name="connsiteX263" fmla="*/ 2326658 w 2326735"/>
                <a:gd name="connsiteY263" fmla="*/ 2990095 h 5689362"/>
                <a:gd name="connsiteX264" fmla="*/ 2320660 w 2326735"/>
                <a:gd name="connsiteY264" fmla="*/ 2975382 h 5689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326735" h="5689362">
                  <a:moveTo>
                    <a:pt x="2320660" y="2975382"/>
                  </a:moveTo>
                  <a:cubicBezTo>
                    <a:pt x="2316329" y="2971807"/>
                    <a:pt x="2310038" y="2970673"/>
                    <a:pt x="2305139" y="2972323"/>
                  </a:cubicBezTo>
                  <a:cubicBezTo>
                    <a:pt x="2299158" y="2974162"/>
                    <a:pt x="2293675" y="2975761"/>
                    <a:pt x="2288501" y="2977273"/>
                  </a:cubicBezTo>
                  <a:lnTo>
                    <a:pt x="2285974" y="2978012"/>
                  </a:lnTo>
                  <a:cubicBezTo>
                    <a:pt x="2273221" y="2981742"/>
                    <a:pt x="2262203" y="2984939"/>
                    <a:pt x="2251289" y="2989322"/>
                  </a:cubicBezTo>
                  <a:cubicBezTo>
                    <a:pt x="2078859" y="3057833"/>
                    <a:pt x="1943109" y="3175210"/>
                    <a:pt x="1836268" y="3348138"/>
                  </a:cubicBezTo>
                  <a:cubicBezTo>
                    <a:pt x="1809885" y="3390867"/>
                    <a:pt x="1789448" y="3435281"/>
                    <a:pt x="1773171" y="3479574"/>
                  </a:cubicBezTo>
                  <a:cubicBezTo>
                    <a:pt x="1799864" y="3330589"/>
                    <a:pt x="1806052" y="3272545"/>
                    <a:pt x="1810779" y="3105839"/>
                  </a:cubicBezTo>
                  <a:cubicBezTo>
                    <a:pt x="1811002" y="3098844"/>
                    <a:pt x="1811002" y="3091728"/>
                    <a:pt x="1811002" y="3084663"/>
                  </a:cubicBezTo>
                  <a:cubicBezTo>
                    <a:pt x="1811002" y="3065378"/>
                    <a:pt x="1811002" y="3047159"/>
                    <a:pt x="1815213" y="3030539"/>
                  </a:cubicBezTo>
                  <a:cubicBezTo>
                    <a:pt x="1820266" y="3010841"/>
                    <a:pt x="1830424" y="2991195"/>
                    <a:pt x="1840256" y="2972185"/>
                  </a:cubicBezTo>
                  <a:cubicBezTo>
                    <a:pt x="1843023" y="2966805"/>
                    <a:pt x="1845791" y="2961426"/>
                    <a:pt x="1848077" y="2956699"/>
                  </a:cubicBezTo>
                  <a:cubicBezTo>
                    <a:pt x="1848867" y="2955771"/>
                    <a:pt x="1851428" y="2954207"/>
                    <a:pt x="1852425" y="2954052"/>
                  </a:cubicBezTo>
                  <a:cubicBezTo>
                    <a:pt x="1901738" y="2946524"/>
                    <a:pt x="1945343" y="2925589"/>
                    <a:pt x="1985770" y="2890061"/>
                  </a:cubicBezTo>
                  <a:cubicBezTo>
                    <a:pt x="2026505" y="2854087"/>
                    <a:pt x="2060005" y="2810051"/>
                    <a:pt x="2085356" y="2759140"/>
                  </a:cubicBezTo>
                  <a:cubicBezTo>
                    <a:pt x="2176350" y="2576673"/>
                    <a:pt x="2221881" y="2374989"/>
                    <a:pt x="2220729" y="2159762"/>
                  </a:cubicBezTo>
                  <a:cubicBezTo>
                    <a:pt x="2220626" y="2138998"/>
                    <a:pt x="2218185" y="2118785"/>
                    <a:pt x="2215504" y="2096802"/>
                  </a:cubicBezTo>
                  <a:cubicBezTo>
                    <a:pt x="2214284" y="2086953"/>
                    <a:pt x="2213046" y="2076881"/>
                    <a:pt x="2212015" y="2066448"/>
                  </a:cubicBezTo>
                  <a:cubicBezTo>
                    <a:pt x="2211431" y="2060725"/>
                    <a:pt x="2207907" y="2055637"/>
                    <a:pt x="2202802" y="2053162"/>
                  </a:cubicBezTo>
                  <a:cubicBezTo>
                    <a:pt x="2197766" y="2050721"/>
                    <a:pt x="2191681" y="2050893"/>
                    <a:pt x="2186594" y="2053970"/>
                  </a:cubicBezTo>
                  <a:cubicBezTo>
                    <a:pt x="2183517" y="2055895"/>
                    <a:pt x="2180887" y="2057459"/>
                    <a:pt x="2178498" y="2058851"/>
                  </a:cubicBezTo>
                  <a:cubicBezTo>
                    <a:pt x="2173875" y="2061601"/>
                    <a:pt x="2170351" y="2063750"/>
                    <a:pt x="2167017" y="2066156"/>
                  </a:cubicBezTo>
                  <a:cubicBezTo>
                    <a:pt x="2089396" y="2121793"/>
                    <a:pt x="2020936" y="2191061"/>
                    <a:pt x="1963511" y="2271982"/>
                  </a:cubicBezTo>
                  <a:cubicBezTo>
                    <a:pt x="1869802" y="2404243"/>
                    <a:pt x="1815299" y="2553796"/>
                    <a:pt x="1800621" y="2718319"/>
                  </a:cubicBezTo>
                  <a:cubicBezTo>
                    <a:pt x="1799159" y="2699979"/>
                    <a:pt x="1797681" y="2681640"/>
                    <a:pt x="1796203" y="2663300"/>
                  </a:cubicBezTo>
                  <a:lnTo>
                    <a:pt x="1795688" y="2656649"/>
                  </a:lnTo>
                  <a:cubicBezTo>
                    <a:pt x="1789930" y="2584751"/>
                    <a:pt x="1783983" y="2510396"/>
                    <a:pt x="1779136" y="2437278"/>
                  </a:cubicBezTo>
                  <a:cubicBezTo>
                    <a:pt x="1777915" y="2418767"/>
                    <a:pt x="1774357" y="2400754"/>
                    <a:pt x="1770920" y="2383326"/>
                  </a:cubicBezTo>
                  <a:cubicBezTo>
                    <a:pt x="1764285" y="2349826"/>
                    <a:pt x="1758012" y="2318183"/>
                    <a:pt x="1768049" y="2285027"/>
                  </a:cubicBezTo>
                  <a:cubicBezTo>
                    <a:pt x="1770335" y="2277534"/>
                    <a:pt x="1772260" y="2269988"/>
                    <a:pt x="1774185" y="2262460"/>
                  </a:cubicBezTo>
                  <a:cubicBezTo>
                    <a:pt x="1778929" y="2243811"/>
                    <a:pt x="1801841" y="2215090"/>
                    <a:pt x="1837025" y="2183687"/>
                  </a:cubicBezTo>
                  <a:lnTo>
                    <a:pt x="1838348" y="2182501"/>
                  </a:lnTo>
                  <a:cubicBezTo>
                    <a:pt x="1851325" y="2171501"/>
                    <a:pt x="1917980" y="2110518"/>
                    <a:pt x="1955794" y="1989893"/>
                  </a:cubicBezTo>
                  <a:cubicBezTo>
                    <a:pt x="1994174" y="1867343"/>
                    <a:pt x="1991269" y="1739292"/>
                    <a:pt x="1989156" y="1645790"/>
                  </a:cubicBezTo>
                  <a:lnTo>
                    <a:pt x="1989104" y="1643297"/>
                  </a:lnTo>
                  <a:cubicBezTo>
                    <a:pt x="1986285" y="1514766"/>
                    <a:pt x="1972397" y="1417911"/>
                    <a:pt x="1944071" y="1329204"/>
                  </a:cubicBezTo>
                  <a:cubicBezTo>
                    <a:pt x="1940411" y="1317860"/>
                    <a:pt x="1936062" y="1306671"/>
                    <a:pt x="1931456" y="1294914"/>
                  </a:cubicBezTo>
                  <a:cubicBezTo>
                    <a:pt x="1929066" y="1288795"/>
                    <a:pt x="1926626" y="1282470"/>
                    <a:pt x="1924116" y="1275853"/>
                  </a:cubicBezTo>
                  <a:cubicBezTo>
                    <a:pt x="1922054" y="1270250"/>
                    <a:pt x="1917103" y="1266176"/>
                    <a:pt x="1911311" y="1265214"/>
                  </a:cubicBezTo>
                  <a:lnTo>
                    <a:pt x="1908475" y="1264956"/>
                  </a:lnTo>
                  <a:cubicBezTo>
                    <a:pt x="1903456" y="1264956"/>
                    <a:pt x="1898764" y="1267207"/>
                    <a:pt x="1895584" y="1271092"/>
                  </a:cubicBezTo>
                  <a:lnTo>
                    <a:pt x="1868066" y="1304626"/>
                  </a:lnTo>
                  <a:cubicBezTo>
                    <a:pt x="1736131" y="1465539"/>
                    <a:pt x="1671316" y="1654263"/>
                    <a:pt x="1675372" y="1865572"/>
                  </a:cubicBezTo>
                  <a:cubicBezTo>
                    <a:pt x="1676077" y="1902784"/>
                    <a:pt x="1678861" y="1940959"/>
                    <a:pt x="1683794" y="1980371"/>
                  </a:cubicBezTo>
                  <a:cubicBezTo>
                    <a:pt x="1650260" y="1864644"/>
                    <a:pt x="1610934" y="1751994"/>
                    <a:pt x="1566211" y="1643624"/>
                  </a:cubicBezTo>
                  <a:cubicBezTo>
                    <a:pt x="1565283" y="1641252"/>
                    <a:pt x="1564681" y="1638313"/>
                    <a:pt x="1564613" y="1635821"/>
                  </a:cubicBezTo>
                  <a:lnTo>
                    <a:pt x="1564303" y="1621005"/>
                  </a:lnTo>
                  <a:cubicBezTo>
                    <a:pt x="1563839" y="1599623"/>
                    <a:pt x="1563358" y="1577502"/>
                    <a:pt x="1564269" y="1555742"/>
                  </a:cubicBezTo>
                  <a:cubicBezTo>
                    <a:pt x="1564406" y="1552132"/>
                    <a:pt x="1566744" y="1545652"/>
                    <a:pt x="1571608" y="1539276"/>
                  </a:cubicBezTo>
                  <a:cubicBezTo>
                    <a:pt x="1578518" y="1530149"/>
                    <a:pt x="1586183" y="1521228"/>
                    <a:pt x="1594124" y="1511947"/>
                  </a:cubicBezTo>
                  <a:cubicBezTo>
                    <a:pt x="1607651" y="1496203"/>
                    <a:pt x="1621625" y="1479943"/>
                    <a:pt x="1632694" y="1461380"/>
                  </a:cubicBezTo>
                  <a:cubicBezTo>
                    <a:pt x="1668342" y="1401669"/>
                    <a:pt x="1685083" y="1331129"/>
                    <a:pt x="1685358" y="1239363"/>
                  </a:cubicBezTo>
                  <a:cubicBezTo>
                    <a:pt x="1685839" y="1131337"/>
                    <a:pt x="1669184" y="1017655"/>
                    <a:pt x="1632883" y="881578"/>
                  </a:cubicBezTo>
                  <a:cubicBezTo>
                    <a:pt x="1613048" y="807343"/>
                    <a:pt x="1583107" y="710902"/>
                    <a:pt x="1527349" y="623466"/>
                  </a:cubicBezTo>
                  <a:cubicBezTo>
                    <a:pt x="1523568" y="617588"/>
                    <a:pt x="1519339" y="612054"/>
                    <a:pt x="1514836" y="606192"/>
                  </a:cubicBezTo>
                  <a:cubicBezTo>
                    <a:pt x="1512808" y="603597"/>
                    <a:pt x="1510677" y="600830"/>
                    <a:pt x="1508511" y="597856"/>
                  </a:cubicBezTo>
                  <a:cubicBezTo>
                    <a:pt x="1505348" y="593611"/>
                    <a:pt x="1500983" y="591136"/>
                    <a:pt x="1493936" y="591136"/>
                  </a:cubicBezTo>
                  <a:cubicBezTo>
                    <a:pt x="1488315" y="591548"/>
                    <a:pt x="1483296" y="594745"/>
                    <a:pt x="1480495" y="599713"/>
                  </a:cubicBezTo>
                  <a:cubicBezTo>
                    <a:pt x="1410505" y="726027"/>
                    <a:pt x="1375648" y="860970"/>
                    <a:pt x="1373998" y="1012258"/>
                  </a:cubicBezTo>
                  <a:cubicBezTo>
                    <a:pt x="1372589" y="1138401"/>
                    <a:pt x="1392286" y="1246943"/>
                    <a:pt x="1416985" y="1332728"/>
                  </a:cubicBezTo>
                  <a:cubicBezTo>
                    <a:pt x="1354129" y="1217895"/>
                    <a:pt x="1284277" y="1106947"/>
                    <a:pt x="1208564" y="1001705"/>
                  </a:cubicBezTo>
                  <a:lnTo>
                    <a:pt x="1206828" y="999316"/>
                  </a:lnTo>
                  <a:cubicBezTo>
                    <a:pt x="1205109" y="997030"/>
                    <a:pt x="1204387" y="995912"/>
                    <a:pt x="1204508" y="996703"/>
                  </a:cubicBezTo>
                  <a:cubicBezTo>
                    <a:pt x="1199746" y="962654"/>
                    <a:pt x="1196446" y="935411"/>
                    <a:pt x="1194161" y="911691"/>
                  </a:cubicBezTo>
                  <a:cubicBezTo>
                    <a:pt x="1194212" y="911330"/>
                    <a:pt x="1194659" y="909337"/>
                    <a:pt x="1198199" y="903424"/>
                  </a:cubicBezTo>
                  <a:cubicBezTo>
                    <a:pt x="1203201" y="894899"/>
                    <a:pt x="1208684" y="886545"/>
                    <a:pt x="1214511" y="877711"/>
                  </a:cubicBezTo>
                  <a:cubicBezTo>
                    <a:pt x="1226199" y="859938"/>
                    <a:pt x="1238265" y="841547"/>
                    <a:pt x="1245999" y="820956"/>
                  </a:cubicBezTo>
                  <a:cubicBezTo>
                    <a:pt x="1269341" y="758804"/>
                    <a:pt x="1274583" y="688317"/>
                    <a:pt x="1261984" y="605539"/>
                  </a:cubicBezTo>
                  <a:cubicBezTo>
                    <a:pt x="1234328" y="422333"/>
                    <a:pt x="1153563" y="257363"/>
                    <a:pt x="1015130" y="101175"/>
                  </a:cubicBezTo>
                  <a:cubicBezTo>
                    <a:pt x="1000881" y="85139"/>
                    <a:pt x="985137" y="70959"/>
                    <a:pt x="968482" y="55971"/>
                  </a:cubicBezTo>
                  <a:lnTo>
                    <a:pt x="963876" y="51794"/>
                  </a:lnTo>
                  <a:cubicBezTo>
                    <a:pt x="957362" y="45899"/>
                    <a:pt x="950675" y="39866"/>
                    <a:pt x="943921" y="33489"/>
                  </a:cubicBezTo>
                  <a:cubicBezTo>
                    <a:pt x="939624" y="29399"/>
                    <a:pt x="933470" y="27869"/>
                    <a:pt x="927506" y="29622"/>
                  </a:cubicBezTo>
                  <a:cubicBezTo>
                    <a:pt x="921869" y="31410"/>
                    <a:pt x="917520" y="36085"/>
                    <a:pt x="916179" y="41894"/>
                  </a:cubicBezTo>
                  <a:lnTo>
                    <a:pt x="913154" y="55163"/>
                  </a:lnTo>
                  <a:cubicBezTo>
                    <a:pt x="911091" y="63963"/>
                    <a:pt x="909493" y="70907"/>
                    <a:pt x="908307" y="77886"/>
                  </a:cubicBezTo>
                  <a:cubicBezTo>
                    <a:pt x="889675" y="189092"/>
                    <a:pt x="891033" y="308205"/>
                    <a:pt x="912484" y="442064"/>
                  </a:cubicBezTo>
                  <a:cubicBezTo>
                    <a:pt x="933762" y="574824"/>
                    <a:pt x="976165" y="689331"/>
                    <a:pt x="1041222" y="788797"/>
                  </a:cubicBezTo>
                  <a:cubicBezTo>
                    <a:pt x="943663" y="673844"/>
                    <a:pt x="848768" y="577317"/>
                    <a:pt x="749593" y="491772"/>
                  </a:cubicBezTo>
                  <a:cubicBezTo>
                    <a:pt x="749146" y="491188"/>
                    <a:pt x="748493" y="489417"/>
                    <a:pt x="748442" y="488970"/>
                  </a:cubicBezTo>
                  <a:cubicBezTo>
                    <a:pt x="756194" y="422195"/>
                    <a:pt x="739727" y="359287"/>
                    <a:pt x="698064" y="296654"/>
                  </a:cubicBezTo>
                  <a:cubicBezTo>
                    <a:pt x="643354" y="214341"/>
                    <a:pt x="567332" y="151605"/>
                    <a:pt x="472111" y="110216"/>
                  </a:cubicBezTo>
                  <a:cubicBezTo>
                    <a:pt x="415133" y="85500"/>
                    <a:pt x="356092" y="63620"/>
                    <a:pt x="298289" y="42186"/>
                  </a:cubicBezTo>
                  <a:cubicBezTo>
                    <a:pt x="270599" y="31908"/>
                    <a:pt x="242909" y="21664"/>
                    <a:pt x="214394" y="10681"/>
                  </a:cubicBezTo>
                  <a:cubicBezTo>
                    <a:pt x="185742" y="-715"/>
                    <a:pt x="173487" y="-2743"/>
                    <a:pt x="166835" y="3410"/>
                  </a:cubicBezTo>
                  <a:cubicBezTo>
                    <a:pt x="158276" y="11386"/>
                    <a:pt x="160338" y="18192"/>
                    <a:pt x="164068" y="30567"/>
                  </a:cubicBezTo>
                  <a:lnTo>
                    <a:pt x="165271" y="34606"/>
                  </a:lnTo>
                  <a:cubicBezTo>
                    <a:pt x="200215" y="152310"/>
                    <a:pt x="246588" y="245400"/>
                    <a:pt x="307072" y="319188"/>
                  </a:cubicBezTo>
                  <a:cubicBezTo>
                    <a:pt x="418106" y="454784"/>
                    <a:pt x="547961" y="523673"/>
                    <a:pt x="703856" y="529758"/>
                  </a:cubicBezTo>
                  <a:cubicBezTo>
                    <a:pt x="709322" y="530084"/>
                    <a:pt x="713653" y="531597"/>
                    <a:pt x="715424" y="532972"/>
                  </a:cubicBezTo>
                  <a:cubicBezTo>
                    <a:pt x="737373" y="549403"/>
                    <a:pt x="753529" y="562552"/>
                    <a:pt x="767813" y="575581"/>
                  </a:cubicBezTo>
                  <a:cubicBezTo>
                    <a:pt x="812983" y="616866"/>
                    <a:pt x="857465" y="660850"/>
                    <a:pt x="900985" y="707172"/>
                  </a:cubicBezTo>
                  <a:cubicBezTo>
                    <a:pt x="836255" y="666952"/>
                    <a:pt x="757139" y="648801"/>
                    <a:pt x="668036" y="653305"/>
                  </a:cubicBezTo>
                  <a:cubicBezTo>
                    <a:pt x="619274" y="655763"/>
                    <a:pt x="570873" y="662913"/>
                    <a:pt x="524070" y="669822"/>
                  </a:cubicBezTo>
                  <a:lnTo>
                    <a:pt x="522282" y="670097"/>
                  </a:lnTo>
                  <a:cubicBezTo>
                    <a:pt x="508446" y="672125"/>
                    <a:pt x="494679" y="674137"/>
                    <a:pt x="480945" y="676079"/>
                  </a:cubicBezTo>
                  <a:cubicBezTo>
                    <a:pt x="450866" y="680152"/>
                    <a:pt x="420547" y="685480"/>
                    <a:pt x="393768" y="690156"/>
                  </a:cubicBezTo>
                  <a:cubicBezTo>
                    <a:pt x="382922" y="692098"/>
                    <a:pt x="357020" y="697993"/>
                    <a:pt x="351056" y="710558"/>
                  </a:cubicBezTo>
                  <a:cubicBezTo>
                    <a:pt x="348993" y="714855"/>
                    <a:pt x="349165" y="719564"/>
                    <a:pt x="351503" y="723844"/>
                  </a:cubicBezTo>
                  <a:cubicBezTo>
                    <a:pt x="353566" y="727574"/>
                    <a:pt x="355834" y="731080"/>
                    <a:pt x="358309" y="734277"/>
                  </a:cubicBezTo>
                  <a:cubicBezTo>
                    <a:pt x="435603" y="834569"/>
                    <a:pt x="523778" y="900622"/>
                    <a:pt x="627868" y="936184"/>
                  </a:cubicBezTo>
                  <a:cubicBezTo>
                    <a:pt x="754784" y="979773"/>
                    <a:pt x="871353" y="976181"/>
                    <a:pt x="976097" y="924909"/>
                  </a:cubicBezTo>
                  <a:cubicBezTo>
                    <a:pt x="992116" y="916091"/>
                    <a:pt x="1011435" y="911623"/>
                    <a:pt x="1033504" y="911623"/>
                  </a:cubicBezTo>
                  <a:cubicBezTo>
                    <a:pt x="1050159" y="911623"/>
                    <a:pt x="1062655" y="914252"/>
                    <a:pt x="1066798" y="915198"/>
                  </a:cubicBezTo>
                  <a:cubicBezTo>
                    <a:pt x="1073002" y="916229"/>
                    <a:pt x="1081424" y="919701"/>
                    <a:pt x="1083143" y="921935"/>
                  </a:cubicBezTo>
                  <a:cubicBezTo>
                    <a:pt x="1148286" y="1007583"/>
                    <a:pt x="1210111" y="1099058"/>
                    <a:pt x="1267845" y="1195155"/>
                  </a:cubicBezTo>
                  <a:cubicBezTo>
                    <a:pt x="1219065" y="1147717"/>
                    <a:pt x="1155453" y="1115730"/>
                    <a:pt x="1068791" y="1094898"/>
                  </a:cubicBezTo>
                  <a:cubicBezTo>
                    <a:pt x="992838" y="1076799"/>
                    <a:pt x="915182" y="1072915"/>
                    <a:pt x="840105" y="1069133"/>
                  </a:cubicBezTo>
                  <a:lnTo>
                    <a:pt x="814959" y="1067861"/>
                  </a:lnTo>
                  <a:cubicBezTo>
                    <a:pt x="791412" y="1066658"/>
                    <a:pt x="767864" y="1065163"/>
                    <a:pt x="743612" y="1063633"/>
                  </a:cubicBezTo>
                  <a:lnTo>
                    <a:pt x="702945" y="1061124"/>
                  </a:lnTo>
                  <a:cubicBezTo>
                    <a:pt x="697686" y="1061124"/>
                    <a:pt x="692684" y="1063667"/>
                    <a:pt x="689625" y="1067896"/>
                  </a:cubicBezTo>
                  <a:cubicBezTo>
                    <a:pt x="686238" y="1072450"/>
                    <a:pt x="685431" y="1078363"/>
                    <a:pt x="687424" y="1083674"/>
                  </a:cubicBezTo>
                  <a:cubicBezTo>
                    <a:pt x="689057" y="1088109"/>
                    <a:pt x="692031" y="1095929"/>
                    <a:pt x="693561" y="1098542"/>
                  </a:cubicBezTo>
                  <a:cubicBezTo>
                    <a:pt x="772746" y="1230992"/>
                    <a:pt x="865733" y="1322604"/>
                    <a:pt x="977798" y="1378637"/>
                  </a:cubicBezTo>
                  <a:cubicBezTo>
                    <a:pt x="1087354" y="1433363"/>
                    <a:pt x="1186340" y="1447836"/>
                    <a:pt x="1286184" y="1423962"/>
                  </a:cubicBezTo>
                  <a:cubicBezTo>
                    <a:pt x="1297735" y="1421177"/>
                    <a:pt x="1311125" y="1419699"/>
                    <a:pt x="1324961" y="1419699"/>
                  </a:cubicBezTo>
                  <a:cubicBezTo>
                    <a:pt x="1367432" y="1419699"/>
                    <a:pt x="1397047" y="1432659"/>
                    <a:pt x="1403269" y="1444656"/>
                  </a:cubicBezTo>
                  <a:cubicBezTo>
                    <a:pt x="1458202" y="1557976"/>
                    <a:pt x="1507222" y="1675731"/>
                    <a:pt x="1549504" y="1795841"/>
                  </a:cubicBezTo>
                  <a:cubicBezTo>
                    <a:pt x="1505160" y="1734703"/>
                    <a:pt x="1443145" y="1685047"/>
                    <a:pt x="1364631" y="1647904"/>
                  </a:cubicBezTo>
                  <a:cubicBezTo>
                    <a:pt x="1286631" y="1611087"/>
                    <a:pt x="1205419" y="1577433"/>
                    <a:pt x="1125511" y="1544312"/>
                  </a:cubicBezTo>
                  <a:cubicBezTo>
                    <a:pt x="1091170" y="1530115"/>
                    <a:pt x="1056691" y="1515866"/>
                    <a:pt x="1022366" y="1501290"/>
                  </a:cubicBezTo>
                  <a:cubicBezTo>
                    <a:pt x="1017262" y="1499056"/>
                    <a:pt x="1011229" y="1499520"/>
                    <a:pt x="1006468" y="1502665"/>
                  </a:cubicBezTo>
                  <a:cubicBezTo>
                    <a:pt x="1001792" y="1505776"/>
                    <a:pt x="999008" y="1510967"/>
                    <a:pt x="999008" y="1516553"/>
                  </a:cubicBezTo>
                  <a:cubicBezTo>
                    <a:pt x="999008" y="1527279"/>
                    <a:pt x="1112964" y="1843554"/>
                    <a:pt x="1278468" y="1968184"/>
                  </a:cubicBezTo>
                  <a:cubicBezTo>
                    <a:pt x="1345982" y="2019026"/>
                    <a:pt x="1429137" y="2071329"/>
                    <a:pt x="1534001" y="2073787"/>
                  </a:cubicBezTo>
                  <a:cubicBezTo>
                    <a:pt x="1565386" y="2074423"/>
                    <a:pt x="1597837" y="2078858"/>
                    <a:pt x="1622347" y="2106720"/>
                  </a:cubicBezTo>
                  <a:cubicBezTo>
                    <a:pt x="1626094" y="2111154"/>
                    <a:pt x="1631061" y="2114609"/>
                    <a:pt x="1636475" y="2116448"/>
                  </a:cubicBezTo>
                  <a:cubicBezTo>
                    <a:pt x="1644846" y="2119198"/>
                    <a:pt x="1647149" y="2124320"/>
                    <a:pt x="1651274" y="2141783"/>
                  </a:cubicBezTo>
                  <a:cubicBezTo>
                    <a:pt x="1685238" y="2284374"/>
                    <a:pt x="1709971" y="2431349"/>
                    <a:pt x="1725200" y="2580592"/>
                  </a:cubicBezTo>
                  <a:cubicBezTo>
                    <a:pt x="1720594" y="2565449"/>
                    <a:pt x="1715248" y="2550152"/>
                    <a:pt x="1709112" y="2534665"/>
                  </a:cubicBezTo>
                  <a:cubicBezTo>
                    <a:pt x="1672072" y="2440733"/>
                    <a:pt x="1609731" y="2358540"/>
                    <a:pt x="1512928" y="2275986"/>
                  </a:cubicBezTo>
                  <a:cubicBezTo>
                    <a:pt x="1463032" y="2233257"/>
                    <a:pt x="1410780" y="2191886"/>
                    <a:pt x="1360248" y="2151855"/>
                  </a:cubicBezTo>
                  <a:lnTo>
                    <a:pt x="1357841" y="2149964"/>
                  </a:lnTo>
                  <a:cubicBezTo>
                    <a:pt x="1334827" y="2131728"/>
                    <a:pt x="1311864" y="2113560"/>
                    <a:pt x="1288969" y="2095169"/>
                  </a:cubicBezTo>
                  <a:cubicBezTo>
                    <a:pt x="1284243" y="2091370"/>
                    <a:pt x="1279636" y="2087452"/>
                    <a:pt x="1274291" y="2082880"/>
                  </a:cubicBezTo>
                  <a:lnTo>
                    <a:pt x="1260008" y="2070642"/>
                  </a:lnTo>
                  <a:cubicBezTo>
                    <a:pt x="1255006" y="2066414"/>
                    <a:pt x="1247563" y="2065537"/>
                    <a:pt x="1241720" y="2068459"/>
                  </a:cubicBezTo>
                  <a:cubicBezTo>
                    <a:pt x="1235721" y="2071501"/>
                    <a:pt x="1232129" y="2077792"/>
                    <a:pt x="1232593" y="2084512"/>
                  </a:cubicBezTo>
                  <a:cubicBezTo>
                    <a:pt x="1233297" y="2094602"/>
                    <a:pt x="1233865" y="2104141"/>
                    <a:pt x="1234397" y="2113302"/>
                  </a:cubicBezTo>
                  <a:lnTo>
                    <a:pt x="1234673" y="2117582"/>
                  </a:lnTo>
                  <a:cubicBezTo>
                    <a:pt x="1235807" y="2136438"/>
                    <a:pt x="1236872" y="2154227"/>
                    <a:pt x="1238780" y="2171793"/>
                  </a:cubicBezTo>
                  <a:cubicBezTo>
                    <a:pt x="1256690" y="2342831"/>
                    <a:pt x="1307549" y="2485628"/>
                    <a:pt x="1394263" y="2608333"/>
                  </a:cubicBezTo>
                  <a:cubicBezTo>
                    <a:pt x="1447941" y="2684184"/>
                    <a:pt x="1524943" y="2776896"/>
                    <a:pt x="1645018" y="2820742"/>
                  </a:cubicBezTo>
                  <a:cubicBezTo>
                    <a:pt x="1674238" y="2831467"/>
                    <a:pt x="1695430" y="2847710"/>
                    <a:pt x="1718136" y="2876861"/>
                  </a:cubicBezTo>
                  <a:cubicBezTo>
                    <a:pt x="1739552" y="2904155"/>
                    <a:pt x="1743539" y="2929095"/>
                    <a:pt x="1743058" y="2960480"/>
                  </a:cubicBezTo>
                  <a:cubicBezTo>
                    <a:pt x="1741013" y="3091951"/>
                    <a:pt x="1731645" y="3222373"/>
                    <a:pt x="1715128" y="3350097"/>
                  </a:cubicBezTo>
                  <a:cubicBezTo>
                    <a:pt x="1711260" y="3314553"/>
                    <a:pt x="1703079" y="3277959"/>
                    <a:pt x="1690515" y="3239940"/>
                  </a:cubicBezTo>
                  <a:cubicBezTo>
                    <a:pt x="1664509" y="3161219"/>
                    <a:pt x="1623980" y="3084681"/>
                    <a:pt x="1566589" y="3005960"/>
                  </a:cubicBezTo>
                  <a:cubicBezTo>
                    <a:pt x="1517053" y="2937792"/>
                    <a:pt x="1465507" y="2869384"/>
                    <a:pt x="1415662" y="2803193"/>
                  </a:cubicBezTo>
                  <a:lnTo>
                    <a:pt x="1412345" y="2798776"/>
                  </a:lnTo>
                  <a:cubicBezTo>
                    <a:pt x="1392578" y="2772564"/>
                    <a:pt x="1372829" y="2746318"/>
                    <a:pt x="1353596" y="2720639"/>
                  </a:cubicBezTo>
                  <a:cubicBezTo>
                    <a:pt x="1349986" y="2715363"/>
                    <a:pt x="1344779" y="2713472"/>
                    <a:pt x="1341771" y="2712424"/>
                  </a:cubicBezTo>
                  <a:cubicBezTo>
                    <a:pt x="1337508" y="2710344"/>
                    <a:pt x="1332420" y="2710137"/>
                    <a:pt x="1327900" y="2712063"/>
                  </a:cubicBezTo>
                  <a:cubicBezTo>
                    <a:pt x="1323465" y="2713953"/>
                    <a:pt x="1320062" y="2717683"/>
                    <a:pt x="1318567" y="2722255"/>
                  </a:cubicBezTo>
                  <a:lnTo>
                    <a:pt x="1317982" y="2724043"/>
                  </a:lnTo>
                  <a:cubicBezTo>
                    <a:pt x="1317157" y="2726449"/>
                    <a:pt x="1316504" y="2728580"/>
                    <a:pt x="1316161" y="2730712"/>
                  </a:cubicBezTo>
                  <a:cubicBezTo>
                    <a:pt x="1281785" y="2935695"/>
                    <a:pt x="1302874" y="3119349"/>
                    <a:pt x="1380616" y="3292225"/>
                  </a:cubicBezTo>
                  <a:cubicBezTo>
                    <a:pt x="1418583" y="3376756"/>
                    <a:pt x="1469512" y="3472458"/>
                    <a:pt x="1559302" y="3541313"/>
                  </a:cubicBezTo>
                  <a:cubicBezTo>
                    <a:pt x="1600295" y="3572750"/>
                    <a:pt x="1632660" y="3616855"/>
                    <a:pt x="1650432" y="3665479"/>
                  </a:cubicBezTo>
                  <a:cubicBezTo>
                    <a:pt x="1654196" y="3675947"/>
                    <a:pt x="1654059" y="3680484"/>
                    <a:pt x="1653629" y="3682238"/>
                  </a:cubicBezTo>
                  <a:cubicBezTo>
                    <a:pt x="1615627" y="3839645"/>
                    <a:pt x="1565988" y="3991466"/>
                    <a:pt x="1505641" y="4135158"/>
                  </a:cubicBezTo>
                  <a:cubicBezTo>
                    <a:pt x="1521178" y="4059428"/>
                    <a:pt x="1520113" y="3979881"/>
                    <a:pt x="1502375" y="3897465"/>
                  </a:cubicBezTo>
                  <a:cubicBezTo>
                    <a:pt x="1477195" y="3780656"/>
                    <a:pt x="1433915" y="3667456"/>
                    <a:pt x="1395311" y="3570516"/>
                  </a:cubicBezTo>
                  <a:lnTo>
                    <a:pt x="1383744" y="3541485"/>
                  </a:lnTo>
                  <a:cubicBezTo>
                    <a:pt x="1365645" y="3496058"/>
                    <a:pt x="1347426" y="3450269"/>
                    <a:pt x="1328605" y="3402813"/>
                  </a:cubicBezTo>
                  <a:cubicBezTo>
                    <a:pt x="1326215" y="3396745"/>
                    <a:pt x="1320458" y="3392603"/>
                    <a:pt x="1312774" y="3392225"/>
                  </a:cubicBezTo>
                  <a:cubicBezTo>
                    <a:pt x="1306724" y="3392225"/>
                    <a:pt x="1301155" y="3395680"/>
                    <a:pt x="1298268" y="3401283"/>
                  </a:cubicBezTo>
                  <a:lnTo>
                    <a:pt x="1292200" y="3412696"/>
                  </a:lnTo>
                  <a:cubicBezTo>
                    <a:pt x="1289536" y="3417697"/>
                    <a:pt x="1287044" y="3422355"/>
                    <a:pt x="1284913" y="3427168"/>
                  </a:cubicBezTo>
                  <a:cubicBezTo>
                    <a:pt x="1207258" y="3602382"/>
                    <a:pt x="1181029" y="3781997"/>
                    <a:pt x="1207000" y="3961026"/>
                  </a:cubicBezTo>
                  <a:cubicBezTo>
                    <a:pt x="1225563" y="4089042"/>
                    <a:pt x="1257017" y="4180706"/>
                    <a:pt x="1308993" y="4258258"/>
                  </a:cubicBezTo>
                  <a:cubicBezTo>
                    <a:pt x="1335892" y="4298341"/>
                    <a:pt x="1361451" y="4342995"/>
                    <a:pt x="1366092" y="4397910"/>
                  </a:cubicBezTo>
                  <a:cubicBezTo>
                    <a:pt x="1367192" y="4410904"/>
                    <a:pt x="1366676" y="4419860"/>
                    <a:pt x="1360884" y="4430052"/>
                  </a:cubicBezTo>
                  <a:cubicBezTo>
                    <a:pt x="1295329" y="4544851"/>
                    <a:pt x="1221833" y="4653186"/>
                    <a:pt x="1141341" y="4753839"/>
                  </a:cubicBezTo>
                  <a:cubicBezTo>
                    <a:pt x="1141651" y="4753289"/>
                    <a:pt x="1141943" y="4752739"/>
                    <a:pt x="1142253" y="4752189"/>
                  </a:cubicBezTo>
                  <a:cubicBezTo>
                    <a:pt x="1200159" y="4646362"/>
                    <a:pt x="1201912" y="4531942"/>
                    <a:pt x="1196000" y="4433953"/>
                  </a:cubicBezTo>
                  <a:cubicBezTo>
                    <a:pt x="1190895" y="4349956"/>
                    <a:pt x="1181270" y="4266078"/>
                    <a:pt x="1172005" y="4184986"/>
                  </a:cubicBezTo>
                  <a:lnTo>
                    <a:pt x="1171472" y="4180293"/>
                  </a:lnTo>
                  <a:cubicBezTo>
                    <a:pt x="1167742" y="4147808"/>
                    <a:pt x="1164030" y="4115340"/>
                    <a:pt x="1160644" y="4082803"/>
                  </a:cubicBezTo>
                  <a:cubicBezTo>
                    <a:pt x="1158684" y="4064360"/>
                    <a:pt x="1156502" y="4045918"/>
                    <a:pt x="1154250" y="4027200"/>
                  </a:cubicBezTo>
                  <a:lnTo>
                    <a:pt x="1151276" y="4001865"/>
                  </a:lnTo>
                  <a:cubicBezTo>
                    <a:pt x="1150623" y="3996262"/>
                    <a:pt x="1147203" y="3991415"/>
                    <a:pt x="1142287" y="3988974"/>
                  </a:cubicBezTo>
                  <a:cubicBezTo>
                    <a:pt x="1133143" y="3984196"/>
                    <a:pt x="1118344" y="3991570"/>
                    <a:pt x="1102360" y="4010476"/>
                  </a:cubicBezTo>
                  <a:cubicBezTo>
                    <a:pt x="992511" y="4140400"/>
                    <a:pt x="924343" y="4287220"/>
                    <a:pt x="899731" y="4446879"/>
                  </a:cubicBezTo>
                  <a:cubicBezTo>
                    <a:pt x="874206" y="4612416"/>
                    <a:pt x="888042" y="4754079"/>
                    <a:pt x="942081" y="4879964"/>
                  </a:cubicBezTo>
                  <a:cubicBezTo>
                    <a:pt x="943526" y="4883316"/>
                    <a:pt x="943491" y="4890157"/>
                    <a:pt x="943474" y="4892443"/>
                  </a:cubicBezTo>
                  <a:lnTo>
                    <a:pt x="940569" y="4964873"/>
                  </a:lnTo>
                  <a:cubicBezTo>
                    <a:pt x="940139" y="4970081"/>
                    <a:pt x="937389" y="4975959"/>
                    <a:pt x="935120" y="4978142"/>
                  </a:cubicBezTo>
                  <a:cubicBezTo>
                    <a:pt x="825427" y="5083779"/>
                    <a:pt x="704664" y="5175615"/>
                    <a:pt x="575067" y="5252049"/>
                  </a:cubicBezTo>
                  <a:cubicBezTo>
                    <a:pt x="636411" y="5196601"/>
                    <a:pt x="680515" y="5124257"/>
                    <a:pt x="709099" y="5032576"/>
                  </a:cubicBezTo>
                  <a:cubicBezTo>
                    <a:pt x="740776" y="4930961"/>
                    <a:pt x="757036" y="4825203"/>
                    <a:pt x="772797" y="4722660"/>
                  </a:cubicBezTo>
                  <a:lnTo>
                    <a:pt x="774172" y="4713533"/>
                  </a:lnTo>
                  <a:cubicBezTo>
                    <a:pt x="779758" y="4677507"/>
                    <a:pt x="785585" y="4641550"/>
                    <a:pt x="791532" y="4604802"/>
                  </a:cubicBezTo>
                  <a:lnTo>
                    <a:pt x="798252" y="4563259"/>
                  </a:lnTo>
                  <a:cubicBezTo>
                    <a:pt x="799215" y="4557209"/>
                    <a:pt x="796826" y="4551158"/>
                    <a:pt x="792134" y="4547531"/>
                  </a:cubicBezTo>
                  <a:cubicBezTo>
                    <a:pt x="787476" y="4543819"/>
                    <a:pt x="780738" y="4542925"/>
                    <a:pt x="775375" y="4545228"/>
                  </a:cubicBezTo>
                  <a:lnTo>
                    <a:pt x="769514" y="4547652"/>
                  </a:lnTo>
                  <a:cubicBezTo>
                    <a:pt x="763258" y="4550213"/>
                    <a:pt x="757809" y="4552499"/>
                    <a:pt x="752670" y="4555129"/>
                  </a:cubicBezTo>
                  <a:cubicBezTo>
                    <a:pt x="507673" y="4677490"/>
                    <a:pt x="346398" y="4962879"/>
                    <a:pt x="369189" y="5233693"/>
                  </a:cubicBezTo>
                  <a:cubicBezTo>
                    <a:pt x="372765" y="5276112"/>
                    <a:pt x="368880" y="5315954"/>
                    <a:pt x="357295" y="5355418"/>
                  </a:cubicBezTo>
                  <a:cubicBezTo>
                    <a:pt x="356212" y="5359010"/>
                    <a:pt x="352740" y="5362912"/>
                    <a:pt x="351331" y="5363565"/>
                  </a:cubicBezTo>
                  <a:cubicBezTo>
                    <a:pt x="234969" y="5412636"/>
                    <a:pt x="124329" y="5448439"/>
                    <a:pt x="13003" y="5473018"/>
                  </a:cubicBezTo>
                  <a:cubicBezTo>
                    <a:pt x="7279" y="5474341"/>
                    <a:pt x="2742" y="5478432"/>
                    <a:pt x="885" y="5483950"/>
                  </a:cubicBezTo>
                  <a:cubicBezTo>
                    <a:pt x="-988" y="5489501"/>
                    <a:pt x="146" y="5495534"/>
                    <a:pt x="3962" y="5500072"/>
                  </a:cubicBezTo>
                  <a:cubicBezTo>
                    <a:pt x="16062" y="5514407"/>
                    <a:pt x="26599" y="5529824"/>
                    <a:pt x="35261" y="5545964"/>
                  </a:cubicBezTo>
                  <a:cubicBezTo>
                    <a:pt x="38819" y="5552564"/>
                    <a:pt x="47293" y="5555950"/>
                    <a:pt x="53635" y="5554300"/>
                  </a:cubicBezTo>
                  <a:cubicBezTo>
                    <a:pt x="144336" y="5533605"/>
                    <a:pt x="232665" y="5506809"/>
                    <a:pt x="316250" y="5474599"/>
                  </a:cubicBezTo>
                  <a:cubicBezTo>
                    <a:pt x="323005" y="5471884"/>
                    <a:pt x="328162" y="5470594"/>
                    <a:pt x="332991" y="5471385"/>
                  </a:cubicBezTo>
                  <a:cubicBezTo>
                    <a:pt x="351589" y="5473860"/>
                    <a:pt x="371235" y="5477676"/>
                    <a:pt x="393046" y="5483090"/>
                  </a:cubicBezTo>
                  <a:cubicBezTo>
                    <a:pt x="397549" y="5484190"/>
                    <a:pt x="401279" y="5486270"/>
                    <a:pt x="401348" y="5486081"/>
                  </a:cubicBezTo>
                  <a:cubicBezTo>
                    <a:pt x="448993" y="5581062"/>
                    <a:pt x="530876" y="5641563"/>
                    <a:pt x="651760" y="5671006"/>
                  </a:cubicBezTo>
                  <a:cubicBezTo>
                    <a:pt x="678057" y="5677314"/>
                    <a:pt x="705180" y="5681972"/>
                    <a:pt x="732371" y="5684825"/>
                  </a:cubicBezTo>
                  <a:cubicBezTo>
                    <a:pt x="760834" y="5687833"/>
                    <a:pt x="792581" y="5689363"/>
                    <a:pt x="826698" y="5689363"/>
                  </a:cubicBezTo>
                  <a:cubicBezTo>
                    <a:pt x="873965" y="5689363"/>
                    <a:pt x="907671" y="5686441"/>
                    <a:pt x="908084" y="5686407"/>
                  </a:cubicBezTo>
                  <a:cubicBezTo>
                    <a:pt x="1012862" y="5674684"/>
                    <a:pt x="1102342" y="5651103"/>
                    <a:pt x="1181596" y="5614303"/>
                  </a:cubicBezTo>
                  <a:cubicBezTo>
                    <a:pt x="1214115" y="5599229"/>
                    <a:pt x="1251173" y="5578930"/>
                    <a:pt x="1279654" y="5542681"/>
                  </a:cubicBezTo>
                  <a:cubicBezTo>
                    <a:pt x="1285102" y="5535737"/>
                    <a:pt x="1284191" y="5525716"/>
                    <a:pt x="1277574" y="5519890"/>
                  </a:cubicBezTo>
                  <a:cubicBezTo>
                    <a:pt x="1197065" y="5448851"/>
                    <a:pt x="1115096" y="5397236"/>
                    <a:pt x="1026939" y="5362104"/>
                  </a:cubicBezTo>
                  <a:cubicBezTo>
                    <a:pt x="896327" y="5310196"/>
                    <a:pt x="777352" y="5296137"/>
                    <a:pt x="660732" y="5318567"/>
                  </a:cubicBezTo>
                  <a:cubicBezTo>
                    <a:pt x="643303" y="5321953"/>
                    <a:pt x="626287" y="5326216"/>
                    <a:pt x="609752" y="5331114"/>
                  </a:cubicBezTo>
                  <a:cubicBezTo>
                    <a:pt x="718844" y="5265903"/>
                    <a:pt x="823295" y="5189261"/>
                    <a:pt x="921937" y="5101947"/>
                  </a:cubicBezTo>
                  <a:cubicBezTo>
                    <a:pt x="923828" y="5100228"/>
                    <a:pt x="926939" y="5098716"/>
                    <a:pt x="929363" y="5098286"/>
                  </a:cubicBezTo>
                  <a:cubicBezTo>
                    <a:pt x="945502" y="5095605"/>
                    <a:pt x="966936" y="5092304"/>
                    <a:pt x="988867" y="5090723"/>
                  </a:cubicBezTo>
                  <a:cubicBezTo>
                    <a:pt x="990895" y="5090723"/>
                    <a:pt x="993473" y="5091703"/>
                    <a:pt x="993766" y="5091806"/>
                  </a:cubicBezTo>
                  <a:cubicBezTo>
                    <a:pt x="1053202" y="5158323"/>
                    <a:pt x="1129774" y="5190654"/>
                    <a:pt x="1227866" y="5190654"/>
                  </a:cubicBezTo>
                  <a:cubicBezTo>
                    <a:pt x="1232868" y="5190654"/>
                    <a:pt x="1237886" y="5190551"/>
                    <a:pt x="1242888" y="5190379"/>
                  </a:cubicBezTo>
                  <a:cubicBezTo>
                    <a:pt x="1349539" y="5186941"/>
                    <a:pt x="1456758" y="5157636"/>
                    <a:pt x="1561622" y="5103236"/>
                  </a:cubicBezTo>
                  <a:cubicBezTo>
                    <a:pt x="1637833" y="5063480"/>
                    <a:pt x="1717276" y="5017193"/>
                    <a:pt x="1781697" y="4948166"/>
                  </a:cubicBezTo>
                  <a:cubicBezTo>
                    <a:pt x="1795980" y="4932817"/>
                    <a:pt x="1808733" y="4915457"/>
                    <a:pt x="1819991" y="4900143"/>
                  </a:cubicBezTo>
                  <a:lnTo>
                    <a:pt x="1821091" y="4898647"/>
                  </a:lnTo>
                  <a:cubicBezTo>
                    <a:pt x="1826076" y="4891893"/>
                    <a:pt x="1831112" y="4885086"/>
                    <a:pt x="1836286" y="4878366"/>
                  </a:cubicBezTo>
                  <a:cubicBezTo>
                    <a:pt x="1839104" y="4874739"/>
                    <a:pt x="1840290" y="4870064"/>
                    <a:pt x="1839551" y="4865354"/>
                  </a:cubicBezTo>
                  <a:cubicBezTo>
                    <a:pt x="1838761" y="4860817"/>
                    <a:pt x="1836131" y="4856778"/>
                    <a:pt x="1831645" y="4853856"/>
                  </a:cubicBezTo>
                  <a:cubicBezTo>
                    <a:pt x="1830510" y="4853237"/>
                    <a:pt x="1803233" y="4838610"/>
                    <a:pt x="1778328" y="4828968"/>
                  </a:cubicBezTo>
                  <a:cubicBezTo>
                    <a:pt x="1611570" y="4764530"/>
                    <a:pt x="1443214" y="4757929"/>
                    <a:pt x="1282610" y="4809683"/>
                  </a:cubicBezTo>
                  <a:cubicBezTo>
                    <a:pt x="1230031" y="4826578"/>
                    <a:pt x="1180547" y="4851948"/>
                    <a:pt x="1132370" y="4887011"/>
                  </a:cubicBezTo>
                  <a:cubicBezTo>
                    <a:pt x="1221472" y="4783436"/>
                    <a:pt x="1303974" y="4669893"/>
                    <a:pt x="1378879" y="4547721"/>
                  </a:cubicBezTo>
                  <a:cubicBezTo>
                    <a:pt x="1379687" y="4546432"/>
                    <a:pt x="1381819" y="4542942"/>
                    <a:pt x="1382506" y="4542307"/>
                  </a:cubicBezTo>
                  <a:cubicBezTo>
                    <a:pt x="1389055" y="4538130"/>
                    <a:pt x="1395758" y="4534177"/>
                    <a:pt x="1402444" y="4530275"/>
                  </a:cubicBezTo>
                  <a:cubicBezTo>
                    <a:pt x="1414424" y="4523245"/>
                    <a:pt x="1426834" y="4515974"/>
                    <a:pt x="1438487" y="4507312"/>
                  </a:cubicBezTo>
                  <a:cubicBezTo>
                    <a:pt x="1448319" y="4499972"/>
                    <a:pt x="1451086" y="4499784"/>
                    <a:pt x="1461020" y="4506178"/>
                  </a:cubicBezTo>
                  <a:cubicBezTo>
                    <a:pt x="1475081" y="4515304"/>
                    <a:pt x="1491426" y="4520048"/>
                    <a:pt x="1505675" y="4523778"/>
                  </a:cubicBezTo>
                  <a:cubicBezTo>
                    <a:pt x="1589037" y="4545125"/>
                    <a:pt x="1673069" y="4534486"/>
                    <a:pt x="1766021" y="4490845"/>
                  </a:cubicBezTo>
                  <a:cubicBezTo>
                    <a:pt x="1850930" y="4451039"/>
                    <a:pt x="1916210" y="4388113"/>
                    <a:pt x="1974133" y="4326065"/>
                  </a:cubicBezTo>
                  <a:cubicBezTo>
                    <a:pt x="2058388" y="4235553"/>
                    <a:pt x="2113442" y="4153893"/>
                    <a:pt x="2147405" y="4069053"/>
                  </a:cubicBezTo>
                  <a:cubicBezTo>
                    <a:pt x="2154538" y="4051246"/>
                    <a:pt x="2159626" y="4032838"/>
                    <a:pt x="2164920" y="4013587"/>
                  </a:cubicBezTo>
                  <a:cubicBezTo>
                    <a:pt x="2167103" y="4005509"/>
                    <a:pt x="2169337" y="3997430"/>
                    <a:pt x="2171709" y="3989490"/>
                  </a:cubicBezTo>
                  <a:cubicBezTo>
                    <a:pt x="2174304" y="3980965"/>
                    <a:pt x="2169767" y="3971941"/>
                    <a:pt x="2161345" y="3968967"/>
                  </a:cubicBezTo>
                  <a:lnTo>
                    <a:pt x="2154366" y="3968435"/>
                  </a:lnTo>
                  <a:cubicBezTo>
                    <a:pt x="2120008" y="3968435"/>
                    <a:pt x="1813512" y="3973471"/>
                    <a:pt x="1634241" y="4147413"/>
                  </a:cubicBezTo>
                  <a:cubicBezTo>
                    <a:pt x="1595242" y="4185261"/>
                    <a:pt x="1560281" y="4225480"/>
                    <a:pt x="1528363" y="4269516"/>
                  </a:cubicBezTo>
                  <a:cubicBezTo>
                    <a:pt x="1599281" y="4119328"/>
                    <a:pt x="1659422" y="3961044"/>
                    <a:pt x="1707891" y="3796744"/>
                  </a:cubicBezTo>
                  <a:lnTo>
                    <a:pt x="1708596" y="3794338"/>
                  </a:lnTo>
                  <a:cubicBezTo>
                    <a:pt x="1709181" y="3792327"/>
                    <a:pt x="1710057" y="3789284"/>
                    <a:pt x="1710642" y="3788459"/>
                  </a:cubicBezTo>
                  <a:lnTo>
                    <a:pt x="1757530" y="3724073"/>
                  </a:lnTo>
                  <a:cubicBezTo>
                    <a:pt x="1759284" y="3721495"/>
                    <a:pt x="1759490" y="3721495"/>
                    <a:pt x="1762240" y="3721495"/>
                  </a:cubicBezTo>
                  <a:cubicBezTo>
                    <a:pt x="1763460" y="3721495"/>
                    <a:pt x="1764801" y="3721581"/>
                    <a:pt x="1766330" y="3721667"/>
                  </a:cubicBezTo>
                  <a:lnTo>
                    <a:pt x="1776351" y="3722268"/>
                  </a:lnTo>
                  <a:cubicBezTo>
                    <a:pt x="1811243" y="3724434"/>
                    <a:pt x="1831782" y="3724125"/>
                    <a:pt x="1848678" y="3721478"/>
                  </a:cubicBezTo>
                  <a:cubicBezTo>
                    <a:pt x="1915436" y="3710941"/>
                    <a:pt x="1975697" y="3677322"/>
                    <a:pt x="2032882" y="3618677"/>
                  </a:cubicBezTo>
                  <a:cubicBezTo>
                    <a:pt x="2166621" y="3481516"/>
                    <a:pt x="2258680" y="3310393"/>
                    <a:pt x="2314300" y="3095578"/>
                  </a:cubicBezTo>
                  <a:cubicBezTo>
                    <a:pt x="2320265" y="3072563"/>
                    <a:pt x="2321932" y="3049325"/>
                    <a:pt x="2323719" y="3024677"/>
                  </a:cubicBezTo>
                  <a:cubicBezTo>
                    <a:pt x="2324510" y="3013505"/>
                    <a:pt x="2325386" y="3001989"/>
                    <a:pt x="2326658" y="2990095"/>
                  </a:cubicBezTo>
                  <a:cubicBezTo>
                    <a:pt x="2327191" y="2984389"/>
                    <a:pt x="2324957" y="2978940"/>
                    <a:pt x="2320660" y="2975382"/>
                  </a:cubicBezTo>
                  <a:close/>
                </a:path>
              </a:pathLst>
            </a:custGeom>
            <a:grpFill/>
            <a:ln w="17188"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 name="Freeform 14">
              <a:extLst>
                <a:ext uri="{FF2B5EF4-FFF2-40B4-BE49-F238E27FC236}">
                  <a16:creationId xmlns:a16="http://schemas.microsoft.com/office/drawing/2014/main" id="{B6C744FF-99E0-8923-888E-F1D5A9B0259D}"/>
                </a:ext>
              </a:extLst>
            </p:cNvPr>
            <p:cNvSpPr/>
            <p:nvPr/>
          </p:nvSpPr>
          <p:spPr>
            <a:xfrm>
              <a:off x="-4653512" y="542621"/>
              <a:ext cx="2326729" cy="5689259"/>
            </a:xfrm>
            <a:custGeom>
              <a:avLst/>
              <a:gdLst>
                <a:gd name="connsiteX0" fmla="*/ 2313708 w 2326728"/>
                <a:gd name="connsiteY0" fmla="*/ 5472982 h 5689258"/>
                <a:gd name="connsiteX1" fmla="*/ 1975465 w 2326728"/>
                <a:gd name="connsiteY1" fmla="*/ 5363546 h 5689258"/>
                <a:gd name="connsiteX2" fmla="*/ 1969536 w 2326728"/>
                <a:gd name="connsiteY2" fmla="*/ 5355485 h 5689258"/>
                <a:gd name="connsiteX3" fmla="*/ 1957624 w 2326728"/>
                <a:gd name="connsiteY3" fmla="*/ 5233674 h 5689258"/>
                <a:gd name="connsiteX4" fmla="*/ 1574195 w 2326728"/>
                <a:gd name="connsiteY4" fmla="*/ 4555127 h 5689258"/>
                <a:gd name="connsiteX5" fmla="*/ 1557299 w 2326728"/>
                <a:gd name="connsiteY5" fmla="*/ 4547633 h 5689258"/>
                <a:gd name="connsiteX6" fmla="*/ 1551490 w 2326728"/>
                <a:gd name="connsiteY6" fmla="*/ 4545227 h 5689258"/>
                <a:gd name="connsiteX7" fmla="*/ 1534800 w 2326728"/>
                <a:gd name="connsiteY7" fmla="*/ 4547427 h 5689258"/>
                <a:gd name="connsiteX8" fmla="*/ 1528578 w 2326728"/>
                <a:gd name="connsiteY8" fmla="*/ 4563257 h 5689258"/>
                <a:gd name="connsiteX9" fmla="*/ 1535282 w 2326728"/>
                <a:gd name="connsiteY9" fmla="*/ 4604784 h 5689258"/>
                <a:gd name="connsiteX10" fmla="*/ 1552641 w 2326728"/>
                <a:gd name="connsiteY10" fmla="*/ 4713480 h 5689258"/>
                <a:gd name="connsiteX11" fmla="*/ 1554051 w 2326728"/>
                <a:gd name="connsiteY11" fmla="*/ 4722900 h 5689258"/>
                <a:gd name="connsiteX12" fmla="*/ 1617715 w 2326728"/>
                <a:gd name="connsiteY12" fmla="*/ 5032575 h 5689258"/>
                <a:gd name="connsiteX13" fmla="*/ 1751747 w 2326728"/>
                <a:gd name="connsiteY13" fmla="*/ 5252031 h 5689258"/>
                <a:gd name="connsiteX14" fmla="*/ 1391711 w 2326728"/>
                <a:gd name="connsiteY14" fmla="*/ 4978158 h 5689258"/>
                <a:gd name="connsiteX15" fmla="*/ 1386279 w 2326728"/>
                <a:gd name="connsiteY15" fmla="*/ 4965215 h 5689258"/>
                <a:gd name="connsiteX16" fmla="*/ 1383340 w 2326728"/>
                <a:gd name="connsiteY16" fmla="*/ 4892734 h 5689258"/>
                <a:gd name="connsiteX17" fmla="*/ 1384749 w 2326728"/>
                <a:gd name="connsiteY17" fmla="*/ 4879929 h 5689258"/>
                <a:gd name="connsiteX18" fmla="*/ 1427083 w 2326728"/>
                <a:gd name="connsiteY18" fmla="*/ 4446878 h 5689258"/>
                <a:gd name="connsiteX19" fmla="*/ 1224454 w 2326728"/>
                <a:gd name="connsiteY19" fmla="*/ 4010475 h 5689258"/>
                <a:gd name="connsiteX20" fmla="*/ 1190732 w 2326728"/>
                <a:gd name="connsiteY20" fmla="*/ 3987563 h 5689258"/>
                <a:gd name="connsiteX21" fmla="*/ 1184664 w 2326728"/>
                <a:gd name="connsiteY21" fmla="*/ 3988887 h 5689258"/>
                <a:gd name="connsiteX22" fmla="*/ 1175520 w 2326728"/>
                <a:gd name="connsiteY22" fmla="*/ 4001881 h 5689258"/>
                <a:gd name="connsiteX23" fmla="*/ 1172581 w 2326728"/>
                <a:gd name="connsiteY23" fmla="*/ 4027165 h 5689258"/>
                <a:gd name="connsiteX24" fmla="*/ 1166170 w 2326728"/>
                <a:gd name="connsiteY24" fmla="*/ 4082819 h 5689258"/>
                <a:gd name="connsiteX25" fmla="*/ 1155341 w 2326728"/>
                <a:gd name="connsiteY25" fmla="*/ 4180292 h 5689258"/>
                <a:gd name="connsiteX26" fmla="*/ 1154809 w 2326728"/>
                <a:gd name="connsiteY26" fmla="*/ 4184984 h 5689258"/>
                <a:gd name="connsiteX27" fmla="*/ 1130814 w 2326728"/>
                <a:gd name="connsiteY27" fmla="*/ 4433953 h 5689258"/>
                <a:gd name="connsiteX28" fmla="*/ 1184561 w 2326728"/>
                <a:gd name="connsiteY28" fmla="*/ 4752188 h 5689258"/>
                <a:gd name="connsiteX29" fmla="*/ 1185455 w 2326728"/>
                <a:gd name="connsiteY29" fmla="*/ 4753820 h 5689258"/>
                <a:gd name="connsiteX30" fmla="*/ 965930 w 2326728"/>
                <a:gd name="connsiteY30" fmla="*/ 4430068 h 5689258"/>
                <a:gd name="connsiteX31" fmla="*/ 960722 w 2326728"/>
                <a:gd name="connsiteY31" fmla="*/ 4397909 h 5689258"/>
                <a:gd name="connsiteX32" fmla="*/ 1017821 w 2326728"/>
                <a:gd name="connsiteY32" fmla="*/ 4258257 h 5689258"/>
                <a:gd name="connsiteX33" fmla="*/ 1119814 w 2326728"/>
                <a:gd name="connsiteY33" fmla="*/ 3961025 h 5689258"/>
                <a:gd name="connsiteX34" fmla="*/ 1041901 w 2326728"/>
                <a:gd name="connsiteY34" fmla="*/ 3427184 h 5689258"/>
                <a:gd name="connsiteX35" fmla="*/ 1034613 w 2326728"/>
                <a:gd name="connsiteY35" fmla="*/ 3412695 h 5689258"/>
                <a:gd name="connsiteX36" fmla="*/ 1028546 w 2326728"/>
                <a:gd name="connsiteY36" fmla="*/ 3401247 h 5689258"/>
                <a:gd name="connsiteX37" fmla="*/ 1012888 w 2326728"/>
                <a:gd name="connsiteY37" fmla="*/ 3392275 h 5689258"/>
                <a:gd name="connsiteX38" fmla="*/ 998226 w 2326728"/>
                <a:gd name="connsiteY38" fmla="*/ 3402777 h 5689258"/>
                <a:gd name="connsiteX39" fmla="*/ 943070 w 2326728"/>
                <a:gd name="connsiteY39" fmla="*/ 3541484 h 5689258"/>
                <a:gd name="connsiteX40" fmla="*/ 931503 w 2326728"/>
                <a:gd name="connsiteY40" fmla="*/ 3570515 h 5689258"/>
                <a:gd name="connsiteX41" fmla="*/ 824439 w 2326728"/>
                <a:gd name="connsiteY41" fmla="*/ 3897464 h 5689258"/>
                <a:gd name="connsiteX42" fmla="*/ 821173 w 2326728"/>
                <a:gd name="connsiteY42" fmla="*/ 4135157 h 5689258"/>
                <a:gd name="connsiteX43" fmla="*/ 673185 w 2326728"/>
                <a:gd name="connsiteY43" fmla="*/ 3682237 h 5689258"/>
                <a:gd name="connsiteX44" fmla="*/ 676381 w 2326728"/>
                <a:gd name="connsiteY44" fmla="*/ 3665478 h 5689258"/>
                <a:gd name="connsiteX45" fmla="*/ 767529 w 2326728"/>
                <a:gd name="connsiteY45" fmla="*/ 3541295 h 5689258"/>
                <a:gd name="connsiteX46" fmla="*/ 946198 w 2326728"/>
                <a:gd name="connsiteY46" fmla="*/ 3292207 h 5689258"/>
                <a:gd name="connsiteX47" fmla="*/ 1010653 w 2326728"/>
                <a:gd name="connsiteY47" fmla="*/ 2730710 h 5689258"/>
                <a:gd name="connsiteX48" fmla="*/ 1008866 w 2326728"/>
                <a:gd name="connsiteY48" fmla="*/ 2724110 h 5689258"/>
                <a:gd name="connsiteX49" fmla="*/ 1008247 w 2326728"/>
                <a:gd name="connsiteY49" fmla="*/ 2722254 h 5689258"/>
                <a:gd name="connsiteX50" fmla="*/ 998845 w 2326728"/>
                <a:gd name="connsiteY50" fmla="*/ 2712010 h 5689258"/>
                <a:gd name="connsiteX51" fmla="*/ 985490 w 2326728"/>
                <a:gd name="connsiteY51" fmla="*/ 2712199 h 5689258"/>
                <a:gd name="connsiteX52" fmla="*/ 973458 w 2326728"/>
                <a:gd name="connsiteY52" fmla="*/ 2720329 h 5689258"/>
                <a:gd name="connsiteX53" fmla="*/ 914486 w 2326728"/>
                <a:gd name="connsiteY53" fmla="*/ 2798758 h 5689258"/>
                <a:gd name="connsiteX54" fmla="*/ 911169 w 2326728"/>
                <a:gd name="connsiteY54" fmla="*/ 2803175 h 5689258"/>
                <a:gd name="connsiteX55" fmla="*/ 760242 w 2326728"/>
                <a:gd name="connsiteY55" fmla="*/ 3005924 h 5689258"/>
                <a:gd name="connsiteX56" fmla="*/ 636316 w 2326728"/>
                <a:gd name="connsiteY56" fmla="*/ 3239921 h 5689258"/>
                <a:gd name="connsiteX57" fmla="*/ 611703 w 2326728"/>
                <a:gd name="connsiteY57" fmla="*/ 3350079 h 5689258"/>
                <a:gd name="connsiteX58" fmla="*/ 583773 w 2326728"/>
                <a:gd name="connsiteY58" fmla="*/ 2960462 h 5689258"/>
                <a:gd name="connsiteX59" fmla="*/ 608712 w 2326728"/>
                <a:gd name="connsiteY59" fmla="*/ 2876825 h 5689258"/>
                <a:gd name="connsiteX60" fmla="*/ 681813 w 2326728"/>
                <a:gd name="connsiteY60" fmla="*/ 2820724 h 5689258"/>
                <a:gd name="connsiteX61" fmla="*/ 932568 w 2326728"/>
                <a:gd name="connsiteY61" fmla="*/ 2608315 h 5689258"/>
                <a:gd name="connsiteX62" fmla="*/ 1088051 w 2326728"/>
                <a:gd name="connsiteY62" fmla="*/ 2171809 h 5689258"/>
                <a:gd name="connsiteX63" fmla="*/ 1092158 w 2326728"/>
                <a:gd name="connsiteY63" fmla="*/ 2117564 h 5689258"/>
                <a:gd name="connsiteX64" fmla="*/ 1092434 w 2326728"/>
                <a:gd name="connsiteY64" fmla="*/ 2113284 h 5689258"/>
                <a:gd name="connsiteX65" fmla="*/ 1094255 w 2326728"/>
                <a:gd name="connsiteY65" fmla="*/ 2084477 h 5689258"/>
                <a:gd name="connsiteX66" fmla="*/ 1085111 w 2326728"/>
                <a:gd name="connsiteY66" fmla="*/ 2068441 h 5689258"/>
                <a:gd name="connsiteX67" fmla="*/ 1066806 w 2326728"/>
                <a:gd name="connsiteY67" fmla="*/ 2070658 h 5689258"/>
                <a:gd name="connsiteX68" fmla="*/ 1052557 w 2326728"/>
                <a:gd name="connsiteY68" fmla="*/ 2082861 h 5689258"/>
                <a:gd name="connsiteX69" fmla="*/ 1037844 w 2326728"/>
                <a:gd name="connsiteY69" fmla="*/ 2095168 h 5689258"/>
                <a:gd name="connsiteX70" fmla="*/ 968990 w 2326728"/>
                <a:gd name="connsiteY70" fmla="*/ 2149963 h 5689258"/>
                <a:gd name="connsiteX71" fmla="*/ 966583 w 2326728"/>
                <a:gd name="connsiteY71" fmla="*/ 2151854 h 5689258"/>
                <a:gd name="connsiteX72" fmla="*/ 813920 w 2326728"/>
                <a:gd name="connsiteY72" fmla="*/ 2275968 h 5689258"/>
                <a:gd name="connsiteX73" fmla="*/ 617719 w 2326728"/>
                <a:gd name="connsiteY73" fmla="*/ 2534664 h 5689258"/>
                <a:gd name="connsiteX74" fmla="*/ 601631 w 2326728"/>
                <a:gd name="connsiteY74" fmla="*/ 2580625 h 5689258"/>
                <a:gd name="connsiteX75" fmla="*/ 675556 w 2326728"/>
                <a:gd name="connsiteY75" fmla="*/ 2141765 h 5689258"/>
                <a:gd name="connsiteX76" fmla="*/ 690458 w 2326728"/>
                <a:gd name="connsiteY76" fmla="*/ 2116412 h 5689258"/>
                <a:gd name="connsiteX77" fmla="*/ 704381 w 2326728"/>
                <a:gd name="connsiteY77" fmla="*/ 2106839 h 5689258"/>
                <a:gd name="connsiteX78" fmla="*/ 792864 w 2326728"/>
                <a:gd name="connsiteY78" fmla="*/ 2073769 h 5689258"/>
                <a:gd name="connsiteX79" fmla="*/ 1048364 w 2326728"/>
                <a:gd name="connsiteY79" fmla="*/ 1968166 h 5689258"/>
                <a:gd name="connsiteX80" fmla="*/ 1327823 w 2326728"/>
                <a:gd name="connsiteY80" fmla="*/ 1516535 h 5689258"/>
                <a:gd name="connsiteX81" fmla="*/ 1320312 w 2326728"/>
                <a:gd name="connsiteY81" fmla="*/ 1502596 h 5689258"/>
                <a:gd name="connsiteX82" fmla="*/ 1304619 w 2326728"/>
                <a:gd name="connsiteY82" fmla="*/ 1501203 h 5689258"/>
                <a:gd name="connsiteX83" fmla="*/ 1199961 w 2326728"/>
                <a:gd name="connsiteY83" fmla="*/ 1544844 h 5689258"/>
                <a:gd name="connsiteX84" fmla="*/ 962200 w 2326728"/>
                <a:gd name="connsiteY84" fmla="*/ 1647868 h 5689258"/>
                <a:gd name="connsiteX85" fmla="*/ 777326 w 2326728"/>
                <a:gd name="connsiteY85" fmla="*/ 1795805 h 5689258"/>
                <a:gd name="connsiteX86" fmla="*/ 923459 w 2326728"/>
                <a:gd name="connsiteY86" fmla="*/ 1444827 h 5689258"/>
                <a:gd name="connsiteX87" fmla="*/ 1001887 w 2326728"/>
                <a:gd name="connsiteY87" fmla="*/ 1419664 h 5689258"/>
                <a:gd name="connsiteX88" fmla="*/ 1040663 w 2326728"/>
                <a:gd name="connsiteY88" fmla="*/ 1423926 h 5689258"/>
                <a:gd name="connsiteX89" fmla="*/ 1349033 w 2326728"/>
                <a:gd name="connsiteY89" fmla="*/ 1378601 h 5689258"/>
                <a:gd name="connsiteX90" fmla="*/ 1633305 w 2326728"/>
                <a:gd name="connsiteY90" fmla="*/ 1098455 h 5689258"/>
                <a:gd name="connsiteX91" fmla="*/ 1639389 w 2326728"/>
                <a:gd name="connsiteY91" fmla="*/ 1083690 h 5689258"/>
                <a:gd name="connsiteX92" fmla="*/ 1637258 w 2326728"/>
                <a:gd name="connsiteY92" fmla="*/ 1067929 h 5689258"/>
                <a:gd name="connsiteX93" fmla="*/ 1622906 w 2326728"/>
                <a:gd name="connsiteY93" fmla="*/ 1061122 h 5689258"/>
                <a:gd name="connsiteX94" fmla="*/ 1622768 w 2326728"/>
                <a:gd name="connsiteY94" fmla="*/ 1061122 h 5689258"/>
                <a:gd name="connsiteX95" fmla="*/ 1583202 w 2326728"/>
                <a:gd name="connsiteY95" fmla="*/ 1063615 h 5689258"/>
                <a:gd name="connsiteX96" fmla="*/ 1511854 w 2326728"/>
                <a:gd name="connsiteY96" fmla="*/ 1067843 h 5689258"/>
                <a:gd name="connsiteX97" fmla="*/ 1486708 w 2326728"/>
                <a:gd name="connsiteY97" fmla="*/ 1069115 h 5689258"/>
                <a:gd name="connsiteX98" fmla="*/ 1258005 w 2326728"/>
                <a:gd name="connsiteY98" fmla="*/ 1094880 h 5689258"/>
                <a:gd name="connsiteX99" fmla="*/ 1058969 w 2326728"/>
                <a:gd name="connsiteY99" fmla="*/ 1195137 h 5689258"/>
                <a:gd name="connsiteX100" fmla="*/ 1243653 w 2326728"/>
                <a:gd name="connsiteY100" fmla="*/ 921951 h 5689258"/>
                <a:gd name="connsiteX101" fmla="*/ 1260704 w 2326728"/>
                <a:gd name="connsiteY101" fmla="*/ 915059 h 5689258"/>
                <a:gd name="connsiteX102" fmla="*/ 1293292 w 2326728"/>
                <a:gd name="connsiteY102" fmla="*/ 911621 h 5689258"/>
                <a:gd name="connsiteX103" fmla="*/ 1351061 w 2326728"/>
                <a:gd name="connsiteY103" fmla="*/ 925114 h 5689258"/>
                <a:gd name="connsiteX104" fmla="*/ 1698911 w 2326728"/>
                <a:gd name="connsiteY104" fmla="*/ 936200 h 5689258"/>
                <a:gd name="connsiteX105" fmla="*/ 1968436 w 2326728"/>
                <a:gd name="connsiteY105" fmla="*/ 734328 h 5689258"/>
                <a:gd name="connsiteX106" fmla="*/ 1975276 w 2326728"/>
                <a:gd name="connsiteY106" fmla="*/ 723860 h 5689258"/>
                <a:gd name="connsiteX107" fmla="*/ 1975723 w 2326728"/>
                <a:gd name="connsiteY107" fmla="*/ 710574 h 5689258"/>
                <a:gd name="connsiteX108" fmla="*/ 1932960 w 2326728"/>
                <a:gd name="connsiteY108" fmla="*/ 690172 h 5689258"/>
                <a:gd name="connsiteX109" fmla="*/ 1845868 w 2326728"/>
                <a:gd name="connsiteY109" fmla="*/ 676095 h 5689258"/>
                <a:gd name="connsiteX110" fmla="*/ 1804497 w 2326728"/>
                <a:gd name="connsiteY110" fmla="*/ 670113 h 5689258"/>
                <a:gd name="connsiteX111" fmla="*/ 1802726 w 2326728"/>
                <a:gd name="connsiteY111" fmla="*/ 669838 h 5689258"/>
                <a:gd name="connsiteX112" fmla="*/ 1658743 w 2326728"/>
                <a:gd name="connsiteY112" fmla="*/ 653321 h 5689258"/>
                <a:gd name="connsiteX113" fmla="*/ 1425777 w 2326728"/>
                <a:gd name="connsiteY113" fmla="*/ 707205 h 5689258"/>
                <a:gd name="connsiteX114" fmla="*/ 1558967 w 2326728"/>
                <a:gd name="connsiteY114" fmla="*/ 575597 h 5689258"/>
                <a:gd name="connsiteX115" fmla="*/ 1611424 w 2326728"/>
                <a:gd name="connsiteY115" fmla="*/ 532953 h 5689258"/>
                <a:gd name="connsiteX116" fmla="*/ 1622768 w 2326728"/>
                <a:gd name="connsiteY116" fmla="*/ 529808 h 5689258"/>
                <a:gd name="connsiteX117" fmla="*/ 2019707 w 2326728"/>
                <a:gd name="connsiteY117" fmla="*/ 319238 h 5689258"/>
                <a:gd name="connsiteX118" fmla="*/ 2161508 w 2326728"/>
                <a:gd name="connsiteY118" fmla="*/ 34640 h 5689258"/>
                <a:gd name="connsiteX119" fmla="*/ 2162711 w 2326728"/>
                <a:gd name="connsiteY119" fmla="*/ 30601 h 5689258"/>
                <a:gd name="connsiteX120" fmla="*/ 2159927 w 2326728"/>
                <a:gd name="connsiteY120" fmla="*/ 3443 h 5689258"/>
                <a:gd name="connsiteX121" fmla="*/ 2111371 w 2326728"/>
                <a:gd name="connsiteY121" fmla="*/ 11109 h 5689258"/>
                <a:gd name="connsiteX122" fmla="*/ 2027786 w 2326728"/>
                <a:gd name="connsiteY122" fmla="*/ 42477 h 5689258"/>
                <a:gd name="connsiteX123" fmla="*/ 1854686 w 2326728"/>
                <a:gd name="connsiteY123" fmla="*/ 110232 h 5689258"/>
                <a:gd name="connsiteX124" fmla="*/ 1628715 w 2326728"/>
                <a:gd name="connsiteY124" fmla="*/ 296670 h 5689258"/>
                <a:gd name="connsiteX125" fmla="*/ 1578337 w 2326728"/>
                <a:gd name="connsiteY125" fmla="*/ 488711 h 5689258"/>
                <a:gd name="connsiteX126" fmla="*/ 1577530 w 2326728"/>
                <a:gd name="connsiteY126" fmla="*/ 491427 h 5689258"/>
                <a:gd name="connsiteX127" fmla="*/ 1285558 w 2326728"/>
                <a:gd name="connsiteY127" fmla="*/ 788848 h 5689258"/>
                <a:gd name="connsiteX128" fmla="*/ 1414295 w 2326728"/>
                <a:gd name="connsiteY128" fmla="*/ 442098 h 5689258"/>
                <a:gd name="connsiteX129" fmla="*/ 1418472 w 2326728"/>
                <a:gd name="connsiteY129" fmla="*/ 77919 h 5689258"/>
                <a:gd name="connsiteX130" fmla="*/ 1413642 w 2326728"/>
                <a:gd name="connsiteY130" fmla="*/ 55282 h 5689258"/>
                <a:gd name="connsiteX131" fmla="*/ 1410600 w 2326728"/>
                <a:gd name="connsiteY131" fmla="*/ 41859 h 5689258"/>
                <a:gd name="connsiteX132" fmla="*/ 1399204 w 2326728"/>
                <a:gd name="connsiteY132" fmla="*/ 29655 h 5689258"/>
                <a:gd name="connsiteX133" fmla="*/ 1382893 w 2326728"/>
                <a:gd name="connsiteY133" fmla="*/ 33505 h 5689258"/>
                <a:gd name="connsiteX134" fmla="*/ 1362903 w 2326728"/>
                <a:gd name="connsiteY134" fmla="*/ 51845 h 5689258"/>
                <a:gd name="connsiteX135" fmla="*/ 1358314 w 2326728"/>
                <a:gd name="connsiteY135" fmla="*/ 55987 h 5689258"/>
                <a:gd name="connsiteX136" fmla="*/ 1311649 w 2326728"/>
                <a:gd name="connsiteY136" fmla="*/ 101226 h 5689258"/>
                <a:gd name="connsiteX137" fmla="*/ 1064795 w 2326728"/>
                <a:gd name="connsiteY137" fmla="*/ 605572 h 5689258"/>
                <a:gd name="connsiteX138" fmla="*/ 1080780 w 2326728"/>
                <a:gd name="connsiteY138" fmla="*/ 821006 h 5689258"/>
                <a:gd name="connsiteX139" fmla="*/ 1112595 w 2326728"/>
                <a:gd name="connsiteY139" fmla="*/ 878242 h 5689258"/>
                <a:gd name="connsiteX140" fmla="*/ 1128631 w 2326728"/>
                <a:gd name="connsiteY140" fmla="*/ 903543 h 5689258"/>
                <a:gd name="connsiteX141" fmla="*/ 1132636 w 2326728"/>
                <a:gd name="connsiteY141" fmla="*/ 911020 h 5689258"/>
                <a:gd name="connsiteX142" fmla="*/ 1122633 w 2326728"/>
                <a:gd name="connsiteY142" fmla="*/ 995568 h 5689258"/>
                <a:gd name="connsiteX143" fmla="*/ 1119848 w 2326728"/>
                <a:gd name="connsiteY143" fmla="*/ 999555 h 5689258"/>
                <a:gd name="connsiteX144" fmla="*/ 1118250 w 2326728"/>
                <a:gd name="connsiteY144" fmla="*/ 1001772 h 5689258"/>
                <a:gd name="connsiteX145" fmla="*/ 909829 w 2326728"/>
                <a:gd name="connsiteY145" fmla="*/ 1332795 h 5689258"/>
                <a:gd name="connsiteX146" fmla="*/ 952833 w 2326728"/>
                <a:gd name="connsiteY146" fmla="*/ 1012326 h 5689258"/>
                <a:gd name="connsiteX147" fmla="*/ 846285 w 2326728"/>
                <a:gd name="connsiteY147" fmla="*/ 599729 h 5689258"/>
                <a:gd name="connsiteX148" fmla="*/ 831469 w 2326728"/>
                <a:gd name="connsiteY148" fmla="*/ 591135 h 5689258"/>
                <a:gd name="connsiteX149" fmla="*/ 818234 w 2326728"/>
                <a:gd name="connsiteY149" fmla="*/ 597975 h 5689258"/>
                <a:gd name="connsiteX150" fmla="*/ 811977 w 2326728"/>
                <a:gd name="connsiteY150" fmla="*/ 606260 h 5689258"/>
                <a:gd name="connsiteX151" fmla="*/ 799447 w 2326728"/>
                <a:gd name="connsiteY151" fmla="*/ 623551 h 5689258"/>
                <a:gd name="connsiteX152" fmla="*/ 693930 w 2326728"/>
                <a:gd name="connsiteY152" fmla="*/ 881628 h 5689258"/>
                <a:gd name="connsiteX153" fmla="*/ 641456 w 2326728"/>
                <a:gd name="connsiteY153" fmla="*/ 1239413 h 5689258"/>
                <a:gd name="connsiteX154" fmla="*/ 694102 w 2326728"/>
                <a:gd name="connsiteY154" fmla="*/ 1461413 h 5689258"/>
                <a:gd name="connsiteX155" fmla="*/ 733171 w 2326728"/>
                <a:gd name="connsiteY155" fmla="*/ 1512616 h 5689258"/>
                <a:gd name="connsiteX156" fmla="*/ 755188 w 2326728"/>
                <a:gd name="connsiteY156" fmla="*/ 1539361 h 5689258"/>
                <a:gd name="connsiteX157" fmla="*/ 762510 w 2326728"/>
                <a:gd name="connsiteY157" fmla="*/ 1555810 h 5689258"/>
                <a:gd name="connsiteX158" fmla="*/ 762476 w 2326728"/>
                <a:gd name="connsiteY158" fmla="*/ 1621072 h 5689258"/>
                <a:gd name="connsiteX159" fmla="*/ 762149 w 2326728"/>
                <a:gd name="connsiteY159" fmla="*/ 1635854 h 5689258"/>
                <a:gd name="connsiteX160" fmla="*/ 760637 w 2326728"/>
                <a:gd name="connsiteY160" fmla="*/ 1643554 h 5689258"/>
                <a:gd name="connsiteX161" fmla="*/ 642985 w 2326728"/>
                <a:gd name="connsiteY161" fmla="*/ 1980438 h 5689258"/>
                <a:gd name="connsiteX162" fmla="*/ 651407 w 2326728"/>
                <a:gd name="connsiteY162" fmla="*/ 1865640 h 5689258"/>
                <a:gd name="connsiteX163" fmla="*/ 458713 w 2326728"/>
                <a:gd name="connsiteY163" fmla="*/ 1304693 h 5689258"/>
                <a:gd name="connsiteX164" fmla="*/ 431212 w 2326728"/>
                <a:gd name="connsiteY164" fmla="*/ 1271194 h 5689258"/>
                <a:gd name="connsiteX165" fmla="*/ 418304 w 2326728"/>
                <a:gd name="connsiteY165" fmla="*/ 1265023 h 5689258"/>
                <a:gd name="connsiteX166" fmla="*/ 415554 w 2326728"/>
                <a:gd name="connsiteY166" fmla="*/ 1265264 h 5689258"/>
                <a:gd name="connsiteX167" fmla="*/ 402680 w 2326728"/>
                <a:gd name="connsiteY167" fmla="*/ 1275869 h 5689258"/>
                <a:gd name="connsiteX168" fmla="*/ 395324 w 2326728"/>
                <a:gd name="connsiteY168" fmla="*/ 1294965 h 5689258"/>
                <a:gd name="connsiteX169" fmla="*/ 382691 w 2326728"/>
                <a:gd name="connsiteY169" fmla="*/ 1329289 h 5689258"/>
                <a:gd name="connsiteX170" fmla="*/ 337675 w 2326728"/>
                <a:gd name="connsiteY170" fmla="*/ 1643331 h 5689258"/>
                <a:gd name="connsiteX171" fmla="*/ 337624 w 2326728"/>
                <a:gd name="connsiteY171" fmla="*/ 1645840 h 5689258"/>
                <a:gd name="connsiteX172" fmla="*/ 371003 w 2326728"/>
                <a:gd name="connsiteY172" fmla="*/ 1989943 h 5689258"/>
                <a:gd name="connsiteX173" fmla="*/ 488379 w 2326728"/>
                <a:gd name="connsiteY173" fmla="*/ 2182500 h 5689258"/>
                <a:gd name="connsiteX174" fmla="*/ 489754 w 2326728"/>
                <a:gd name="connsiteY174" fmla="*/ 2183737 h 5689258"/>
                <a:gd name="connsiteX175" fmla="*/ 552594 w 2326728"/>
                <a:gd name="connsiteY175" fmla="*/ 2262510 h 5689258"/>
                <a:gd name="connsiteX176" fmla="*/ 558713 w 2326728"/>
                <a:gd name="connsiteY176" fmla="*/ 2285044 h 5689258"/>
                <a:gd name="connsiteX177" fmla="*/ 555705 w 2326728"/>
                <a:gd name="connsiteY177" fmla="*/ 2384012 h 5689258"/>
                <a:gd name="connsiteX178" fmla="*/ 547609 w 2326728"/>
                <a:gd name="connsiteY178" fmla="*/ 2437329 h 5689258"/>
                <a:gd name="connsiteX179" fmla="*/ 531057 w 2326728"/>
                <a:gd name="connsiteY179" fmla="*/ 2656699 h 5689258"/>
                <a:gd name="connsiteX180" fmla="*/ 530542 w 2326728"/>
                <a:gd name="connsiteY180" fmla="*/ 2663351 h 5689258"/>
                <a:gd name="connsiteX181" fmla="*/ 526124 w 2326728"/>
                <a:gd name="connsiteY181" fmla="*/ 2718369 h 5689258"/>
                <a:gd name="connsiteX182" fmla="*/ 363217 w 2326728"/>
                <a:gd name="connsiteY182" fmla="*/ 2272032 h 5689258"/>
                <a:gd name="connsiteX183" fmla="*/ 159745 w 2326728"/>
                <a:gd name="connsiteY183" fmla="*/ 2066206 h 5689258"/>
                <a:gd name="connsiteX184" fmla="*/ 148161 w 2326728"/>
                <a:gd name="connsiteY184" fmla="*/ 2058850 h 5689258"/>
                <a:gd name="connsiteX185" fmla="*/ 140014 w 2326728"/>
                <a:gd name="connsiteY185" fmla="*/ 2053934 h 5689258"/>
                <a:gd name="connsiteX186" fmla="*/ 123943 w 2326728"/>
                <a:gd name="connsiteY186" fmla="*/ 2053212 h 5689258"/>
                <a:gd name="connsiteX187" fmla="*/ 114713 w 2326728"/>
                <a:gd name="connsiteY187" fmla="*/ 2066516 h 5689258"/>
                <a:gd name="connsiteX188" fmla="*/ 111155 w 2326728"/>
                <a:gd name="connsiteY188" fmla="*/ 2097437 h 5689258"/>
                <a:gd name="connsiteX189" fmla="*/ 105999 w 2326728"/>
                <a:gd name="connsiteY189" fmla="*/ 2159812 h 5689258"/>
                <a:gd name="connsiteX190" fmla="*/ 241371 w 2326728"/>
                <a:gd name="connsiteY190" fmla="*/ 2759191 h 5689258"/>
                <a:gd name="connsiteX191" fmla="*/ 340975 w 2326728"/>
                <a:gd name="connsiteY191" fmla="*/ 2890129 h 5689258"/>
                <a:gd name="connsiteX192" fmla="*/ 474199 w 2326728"/>
                <a:gd name="connsiteY192" fmla="*/ 2954085 h 5689258"/>
                <a:gd name="connsiteX193" fmla="*/ 478256 w 2326728"/>
                <a:gd name="connsiteY193" fmla="*/ 2956148 h 5689258"/>
                <a:gd name="connsiteX194" fmla="*/ 486454 w 2326728"/>
                <a:gd name="connsiteY194" fmla="*/ 2972236 h 5689258"/>
                <a:gd name="connsiteX195" fmla="*/ 511497 w 2326728"/>
                <a:gd name="connsiteY195" fmla="*/ 3030572 h 5689258"/>
                <a:gd name="connsiteX196" fmla="*/ 515708 w 2326728"/>
                <a:gd name="connsiteY196" fmla="*/ 3084714 h 5689258"/>
                <a:gd name="connsiteX197" fmla="*/ 515932 w 2326728"/>
                <a:gd name="connsiteY197" fmla="*/ 3105872 h 5689258"/>
                <a:gd name="connsiteX198" fmla="*/ 553539 w 2326728"/>
                <a:gd name="connsiteY198" fmla="*/ 3479625 h 5689258"/>
                <a:gd name="connsiteX199" fmla="*/ 490442 w 2326728"/>
                <a:gd name="connsiteY199" fmla="*/ 3348188 h 5689258"/>
                <a:gd name="connsiteX200" fmla="*/ 75490 w 2326728"/>
                <a:gd name="connsiteY200" fmla="*/ 2989389 h 5689258"/>
                <a:gd name="connsiteX201" fmla="*/ 40770 w 2326728"/>
                <a:gd name="connsiteY201" fmla="*/ 2978080 h 5689258"/>
                <a:gd name="connsiteX202" fmla="*/ 38227 w 2326728"/>
                <a:gd name="connsiteY202" fmla="*/ 2977323 h 5689258"/>
                <a:gd name="connsiteX203" fmla="*/ 21709 w 2326728"/>
                <a:gd name="connsiteY203" fmla="*/ 2972408 h 5689258"/>
                <a:gd name="connsiteX204" fmla="*/ 6068 w 2326728"/>
                <a:gd name="connsiteY204" fmla="*/ 2975433 h 5689258"/>
                <a:gd name="connsiteX205" fmla="*/ 86 w 2326728"/>
                <a:gd name="connsiteY205" fmla="*/ 2990111 h 5689258"/>
                <a:gd name="connsiteX206" fmla="*/ 3043 w 2326728"/>
                <a:gd name="connsiteY206" fmla="*/ 3024659 h 5689258"/>
                <a:gd name="connsiteX207" fmla="*/ 12445 w 2326728"/>
                <a:gd name="connsiteY207" fmla="*/ 3095508 h 5689258"/>
                <a:gd name="connsiteX208" fmla="*/ 293863 w 2326728"/>
                <a:gd name="connsiteY208" fmla="*/ 3618624 h 5689258"/>
                <a:gd name="connsiteX209" fmla="*/ 478084 w 2326728"/>
                <a:gd name="connsiteY209" fmla="*/ 3721425 h 5689258"/>
                <a:gd name="connsiteX210" fmla="*/ 550376 w 2326728"/>
                <a:gd name="connsiteY210" fmla="*/ 3722216 h 5689258"/>
                <a:gd name="connsiteX211" fmla="*/ 560414 w 2326728"/>
                <a:gd name="connsiteY211" fmla="*/ 3721614 h 5689258"/>
                <a:gd name="connsiteX212" fmla="*/ 564505 w 2326728"/>
                <a:gd name="connsiteY212" fmla="*/ 3721442 h 5689258"/>
                <a:gd name="connsiteX213" fmla="*/ 569386 w 2326728"/>
                <a:gd name="connsiteY213" fmla="*/ 3724261 h 5689258"/>
                <a:gd name="connsiteX214" fmla="*/ 616086 w 2326728"/>
                <a:gd name="connsiteY214" fmla="*/ 3788389 h 5689258"/>
                <a:gd name="connsiteX215" fmla="*/ 618166 w 2326728"/>
                <a:gd name="connsiteY215" fmla="*/ 3794371 h 5689258"/>
                <a:gd name="connsiteX216" fmla="*/ 618853 w 2326728"/>
                <a:gd name="connsiteY216" fmla="*/ 3796674 h 5689258"/>
                <a:gd name="connsiteX217" fmla="*/ 798382 w 2326728"/>
                <a:gd name="connsiteY217" fmla="*/ 4269464 h 5689258"/>
                <a:gd name="connsiteX218" fmla="*/ 692504 w 2326728"/>
                <a:gd name="connsiteY218" fmla="*/ 4147360 h 5689258"/>
                <a:gd name="connsiteX219" fmla="*/ 172379 w 2326728"/>
                <a:gd name="connsiteY219" fmla="*/ 3968382 h 5689258"/>
                <a:gd name="connsiteX220" fmla="*/ 168099 w 2326728"/>
                <a:gd name="connsiteY220" fmla="*/ 3968416 h 5689258"/>
                <a:gd name="connsiteX221" fmla="*/ 165400 w 2326728"/>
                <a:gd name="connsiteY221" fmla="*/ 3968915 h 5689258"/>
                <a:gd name="connsiteX222" fmla="*/ 155019 w 2326728"/>
                <a:gd name="connsiteY222" fmla="*/ 3989385 h 5689258"/>
                <a:gd name="connsiteX223" fmla="*/ 162203 w 2326728"/>
                <a:gd name="connsiteY223" fmla="*/ 4014944 h 5689258"/>
                <a:gd name="connsiteX224" fmla="*/ 179323 w 2326728"/>
                <a:gd name="connsiteY224" fmla="*/ 4068983 h 5689258"/>
                <a:gd name="connsiteX225" fmla="*/ 352612 w 2326728"/>
                <a:gd name="connsiteY225" fmla="*/ 4326012 h 5689258"/>
                <a:gd name="connsiteX226" fmla="*/ 560689 w 2326728"/>
                <a:gd name="connsiteY226" fmla="*/ 4490776 h 5689258"/>
                <a:gd name="connsiteX227" fmla="*/ 821087 w 2326728"/>
                <a:gd name="connsiteY227" fmla="*/ 4523708 h 5689258"/>
                <a:gd name="connsiteX228" fmla="*/ 865655 w 2326728"/>
                <a:gd name="connsiteY228" fmla="*/ 4506142 h 5689258"/>
                <a:gd name="connsiteX229" fmla="*/ 888223 w 2326728"/>
                <a:gd name="connsiteY229" fmla="*/ 4507259 h 5689258"/>
                <a:gd name="connsiteX230" fmla="*/ 924301 w 2326728"/>
                <a:gd name="connsiteY230" fmla="*/ 4530239 h 5689258"/>
                <a:gd name="connsiteX231" fmla="*/ 943912 w 2326728"/>
                <a:gd name="connsiteY231" fmla="*/ 4542030 h 5689258"/>
                <a:gd name="connsiteX232" fmla="*/ 947831 w 2326728"/>
                <a:gd name="connsiteY232" fmla="*/ 4547651 h 5689258"/>
                <a:gd name="connsiteX233" fmla="*/ 1194358 w 2326728"/>
                <a:gd name="connsiteY233" fmla="*/ 4886941 h 5689258"/>
                <a:gd name="connsiteX234" fmla="*/ 1044118 w 2326728"/>
                <a:gd name="connsiteY234" fmla="*/ 4809613 h 5689258"/>
                <a:gd name="connsiteX235" fmla="*/ 548400 w 2326728"/>
                <a:gd name="connsiteY235" fmla="*/ 4828915 h 5689258"/>
                <a:gd name="connsiteX236" fmla="*/ 494412 w 2326728"/>
                <a:gd name="connsiteY236" fmla="*/ 4854198 h 5689258"/>
                <a:gd name="connsiteX237" fmla="*/ 487142 w 2326728"/>
                <a:gd name="connsiteY237" fmla="*/ 4865422 h 5689258"/>
                <a:gd name="connsiteX238" fmla="*/ 490390 w 2326728"/>
                <a:gd name="connsiteY238" fmla="*/ 4878244 h 5689258"/>
                <a:gd name="connsiteX239" fmla="*/ 505619 w 2326728"/>
                <a:gd name="connsiteY239" fmla="*/ 4898577 h 5689258"/>
                <a:gd name="connsiteX240" fmla="*/ 506719 w 2326728"/>
                <a:gd name="connsiteY240" fmla="*/ 4900056 h 5689258"/>
                <a:gd name="connsiteX241" fmla="*/ 545031 w 2326728"/>
                <a:gd name="connsiteY241" fmla="*/ 4948096 h 5689258"/>
                <a:gd name="connsiteX242" fmla="*/ 765106 w 2326728"/>
                <a:gd name="connsiteY242" fmla="*/ 5103166 h 5689258"/>
                <a:gd name="connsiteX243" fmla="*/ 1083805 w 2326728"/>
                <a:gd name="connsiteY243" fmla="*/ 5190309 h 5689258"/>
                <a:gd name="connsiteX244" fmla="*/ 1098845 w 2326728"/>
                <a:gd name="connsiteY244" fmla="*/ 5190584 h 5689258"/>
                <a:gd name="connsiteX245" fmla="*/ 1332532 w 2326728"/>
                <a:gd name="connsiteY245" fmla="*/ 5092131 h 5689258"/>
                <a:gd name="connsiteX246" fmla="*/ 1337225 w 2326728"/>
                <a:gd name="connsiteY246" fmla="*/ 5090619 h 5689258"/>
                <a:gd name="connsiteX247" fmla="*/ 1397228 w 2326728"/>
                <a:gd name="connsiteY247" fmla="*/ 5098181 h 5689258"/>
                <a:gd name="connsiteX248" fmla="*/ 1404808 w 2326728"/>
                <a:gd name="connsiteY248" fmla="*/ 5101894 h 5689258"/>
                <a:gd name="connsiteX249" fmla="*/ 1716941 w 2326728"/>
                <a:gd name="connsiteY249" fmla="*/ 5331027 h 5689258"/>
                <a:gd name="connsiteX250" fmla="*/ 1665944 w 2326728"/>
                <a:gd name="connsiteY250" fmla="*/ 5318445 h 5689258"/>
                <a:gd name="connsiteX251" fmla="*/ 1299738 w 2326728"/>
                <a:gd name="connsiteY251" fmla="*/ 5362000 h 5689258"/>
                <a:gd name="connsiteX252" fmla="*/ 1049137 w 2326728"/>
                <a:gd name="connsiteY252" fmla="*/ 5519785 h 5689258"/>
                <a:gd name="connsiteX253" fmla="*/ 1047040 w 2326728"/>
                <a:gd name="connsiteY253" fmla="*/ 5542577 h 5689258"/>
                <a:gd name="connsiteX254" fmla="*/ 1145080 w 2326728"/>
                <a:gd name="connsiteY254" fmla="*/ 5614181 h 5689258"/>
                <a:gd name="connsiteX255" fmla="*/ 1418730 w 2326728"/>
                <a:gd name="connsiteY255" fmla="*/ 5686320 h 5689258"/>
                <a:gd name="connsiteX256" fmla="*/ 1500012 w 2326728"/>
                <a:gd name="connsiteY256" fmla="*/ 5689259 h 5689258"/>
                <a:gd name="connsiteX257" fmla="*/ 1594322 w 2326728"/>
                <a:gd name="connsiteY257" fmla="*/ 5684721 h 5689258"/>
                <a:gd name="connsiteX258" fmla="*/ 1674951 w 2326728"/>
                <a:gd name="connsiteY258" fmla="*/ 5670885 h 5689258"/>
                <a:gd name="connsiteX259" fmla="*/ 1924641 w 2326728"/>
                <a:gd name="connsiteY259" fmla="*/ 5487025 h 5689258"/>
                <a:gd name="connsiteX260" fmla="*/ 1933664 w 2326728"/>
                <a:gd name="connsiteY260" fmla="*/ 5483003 h 5689258"/>
                <a:gd name="connsiteX261" fmla="*/ 1993771 w 2326728"/>
                <a:gd name="connsiteY261" fmla="*/ 5471281 h 5689258"/>
                <a:gd name="connsiteX262" fmla="*/ 2010563 w 2326728"/>
                <a:gd name="connsiteY262" fmla="*/ 5474546 h 5689258"/>
                <a:gd name="connsiteX263" fmla="*/ 2272921 w 2326728"/>
                <a:gd name="connsiteY263" fmla="*/ 5554161 h 5689258"/>
                <a:gd name="connsiteX264" fmla="*/ 2276839 w 2326728"/>
                <a:gd name="connsiteY264" fmla="*/ 5554625 h 5689258"/>
                <a:gd name="connsiteX265" fmla="*/ 2291484 w 2326728"/>
                <a:gd name="connsiteY265" fmla="*/ 5545808 h 5689258"/>
                <a:gd name="connsiteX266" fmla="*/ 2322783 w 2326728"/>
                <a:gd name="connsiteY266" fmla="*/ 5499933 h 5689258"/>
                <a:gd name="connsiteX267" fmla="*/ 2325842 w 2326728"/>
                <a:gd name="connsiteY267" fmla="*/ 5483828 h 5689258"/>
                <a:gd name="connsiteX268" fmla="*/ 2313708 w 2326728"/>
                <a:gd name="connsiteY268" fmla="*/ 5472982 h 568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2326728" h="5689258">
                  <a:moveTo>
                    <a:pt x="2313708" y="5472982"/>
                  </a:moveTo>
                  <a:cubicBezTo>
                    <a:pt x="2202484" y="5448421"/>
                    <a:pt x="2091862" y="5412618"/>
                    <a:pt x="1975465" y="5363546"/>
                  </a:cubicBezTo>
                  <a:cubicBezTo>
                    <a:pt x="1974073" y="5362893"/>
                    <a:pt x="1970619" y="5358992"/>
                    <a:pt x="1969536" y="5355485"/>
                  </a:cubicBezTo>
                  <a:cubicBezTo>
                    <a:pt x="1957934" y="5315936"/>
                    <a:pt x="1954049" y="5276094"/>
                    <a:pt x="1957624" y="5233674"/>
                  </a:cubicBezTo>
                  <a:cubicBezTo>
                    <a:pt x="1980416" y="4962843"/>
                    <a:pt x="1819141" y="4677472"/>
                    <a:pt x="1574195" y="4555127"/>
                  </a:cubicBezTo>
                  <a:cubicBezTo>
                    <a:pt x="1568987" y="4552481"/>
                    <a:pt x="1563556" y="4550195"/>
                    <a:pt x="1557299" y="4547633"/>
                  </a:cubicBezTo>
                  <a:lnTo>
                    <a:pt x="1551490" y="4545227"/>
                  </a:lnTo>
                  <a:cubicBezTo>
                    <a:pt x="1545973" y="4542873"/>
                    <a:pt x="1539252" y="4543852"/>
                    <a:pt x="1534800" y="4547427"/>
                  </a:cubicBezTo>
                  <a:cubicBezTo>
                    <a:pt x="1529988" y="4551140"/>
                    <a:pt x="1527599" y="4557190"/>
                    <a:pt x="1528578" y="4563257"/>
                  </a:cubicBezTo>
                  <a:lnTo>
                    <a:pt x="1535282" y="4604784"/>
                  </a:lnTo>
                  <a:cubicBezTo>
                    <a:pt x="1541229" y="4641532"/>
                    <a:pt x="1547055" y="4677489"/>
                    <a:pt x="1552641" y="4713480"/>
                  </a:cubicBezTo>
                  <a:lnTo>
                    <a:pt x="1554051" y="4722900"/>
                  </a:lnTo>
                  <a:cubicBezTo>
                    <a:pt x="1569778" y="4825185"/>
                    <a:pt x="1586038" y="4930960"/>
                    <a:pt x="1617715" y="5032575"/>
                  </a:cubicBezTo>
                  <a:cubicBezTo>
                    <a:pt x="1646299" y="5124256"/>
                    <a:pt x="1690403" y="5196600"/>
                    <a:pt x="1751747" y="5252031"/>
                  </a:cubicBezTo>
                  <a:cubicBezTo>
                    <a:pt x="1622150" y="5175613"/>
                    <a:pt x="1501387" y="5083778"/>
                    <a:pt x="1391711" y="4978158"/>
                  </a:cubicBezTo>
                  <a:cubicBezTo>
                    <a:pt x="1389407" y="4975941"/>
                    <a:pt x="1386674" y="4970062"/>
                    <a:pt x="1386279" y="4965215"/>
                  </a:cubicBezTo>
                  <a:lnTo>
                    <a:pt x="1383340" y="4892734"/>
                  </a:lnTo>
                  <a:cubicBezTo>
                    <a:pt x="1383323" y="4890155"/>
                    <a:pt x="1383288" y="4883314"/>
                    <a:pt x="1384749" y="4879929"/>
                  </a:cubicBezTo>
                  <a:cubicBezTo>
                    <a:pt x="1438771" y="4754078"/>
                    <a:pt x="1452607" y="4612415"/>
                    <a:pt x="1427083" y="4446878"/>
                  </a:cubicBezTo>
                  <a:cubicBezTo>
                    <a:pt x="1402470" y="4287219"/>
                    <a:pt x="1334303" y="4140399"/>
                    <a:pt x="1224454" y="4010475"/>
                  </a:cubicBezTo>
                  <a:cubicBezTo>
                    <a:pt x="1211598" y="3995264"/>
                    <a:pt x="1200254" y="3987563"/>
                    <a:pt x="1190732" y="3987563"/>
                  </a:cubicBezTo>
                  <a:cubicBezTo>
                    <a:pt x="1188411" y="3987563"/>
                    <a:pt x="1186314" y="3988028"/>
                    <a:pt x="1184664" y="3988887"/>
                  </a:cubicBezTo>
                  <a:cubicBezTo>
                    <a:pt x="1179611" y="3991396"/>
                    <a:pt x="1176191" y="3996261"/>
                    <a:pt x="1175520" y="4001881"/>
                  </a:cubicBezTo>
                  <a:lnTo>
                    <a:pt x="1172581" y="4027165"/>
                  </a:lnTo>
                  <a:cubicBezTo>
                    <a:pt x="1170312" y="4045934"/>
                    <a:pt x="1168129" y="4064359"/>
                    <a:pt x="1166170" y="4082819"/>
                  </a:cubicBezTo>
                  <a:cubicBezTo>
                    <a:pt x="1162784" y="4115339"/>
                    <a:pt x="1159071" y="4147807"/>
                    <a:pt x="1155341" y="4180292"/>
                  </a:cubicBezTo>
                  <a:lnTo>
                    <a:pt x="1154809" y="4184984"/>
                  </a:lnTo>
                  <a:cubicBezTo>
                    <a:pt x="1145527" y="4266094"/>
                    <a:pt x="1135902" y="4349972"/>
                    <a:pt x="1130814" y="4433953"/>
                  </a:cubicBezTo>
                  <a:cubicBezTo>
                    <a:pt x="1124902" y="4531924"/>
                    <a:pt x="1126655" y="4646344"/>
                    <a:pt x="1184561" y="4752188"/>
                  </a:cubicBezTo>
                  <a:cubicBezTo>
                    <a:pt x="1184870" y="4752720"/>
                    <a:pt x="1185145" y="4753287"/>
                    <a:pt x="1185455" y="4753820"/>
                  </a:cubicBezTo>
                  <a:cubicBezTo>
                    <a:pt x="1104963" y="4653168"/>
                    <a:pt x="1031485" y="4544849"/>
                    <a:pt x="965930" y="4430068"/>
                  </a:cubicBezTo>
                  <a:cubicBezTo>
                    <a:pt x="960138" y="4419858"/>
                    <a:pt x="959639" y="4410903"/>
                    <a:pt x="960722" y="4397909"/>
                  </a:cubicBezTo>
                  <a:cubicBezTo>
                    <a:pt x="965380" y="4342959"/>
                    <a:pt x="990921" y="4298305"/>
                    <a:pt x="1017821" y="4258257"/>
                  </a:cubicBezTo>
                  <a:cubicBezTo>
                    <a:pt x="1069780" y="4180705"/>
                    <a:pt x="1101234" y="4089041"/>
                    <a:pt x="1119814" y="3961025"/>
                  </a:cubicBezTo>
                  <a:cubicBezTo>
                    <a:pt x="1145785" y="3781996"/>
                    <a:pt x="1119556" y="3602398"/>
                    <a:pt x="1041901" y="3427184"/>
                  </a:cubicBezTo>
                  <a:cubicBezTo>
                    <a:pt x="1039770" y="3422354"/>
                    <a:pt x="1037277" y="3417696"/>
                    <a:pt x="1034613" y="3412695"/>
                  </a:cubicBezTo>
                  <a:lnTo>
                    <a:pt x="1028546" y="3401247"/>
                  </a:lnTo>
                  <a:cubicBezTo>
                    <a:pt x="1025641" y="3395661"/>
                    <a:pt x="1019436" y="3391983"/>
                    <a:pt x="1012888" y="3392275"/>
                  </a:cubicBezTo>
                  <a:cubicBezTo>
                    <a:pt x="1006356" y="3392619"/>
                    <a:pt x="1000598" y="3396761"/>
                    <a:pt x="998226" y="3402777"/>
                  </a:cubicBezTo>
                  <a:cubicBezTo>
                    <a:pt x="979388" y="3450285"/>
                    <a:pt x="961169" y="3496056"/>
                    <a:pt x="943070" y="3541484"/>
                  </a:cubicBezTo>
                  <a:lnTo>
                    <a:pt x="931503" y="3570515"/>
                  </a:lnTo>
                  <a:cubicBezTo>
                    <a:pt x="892898" y="3667472"/>
                    <a:pt x="849602" y="3780672"/>
                    <a:pt x="824439" y="3897464"/>
                  </a:cubicBezTo>
                  <a:cubicBezTo>
                    <a:pt x="806701" y="3979881"/>
                    <a:pt x="805618" y="4059426"/>
                    <a:pt x="821173" y="4135157"/>
                  </a:cubicBezTo>
                  <a:cubicBezTo>
                    <a:pt x="760809" y="3991482"/>
                    <a:pt x="711187" y="3839661"/>
                    <a:pt x="673185" y="3682237"/>
                  </a:cubicBezTo>
                  <a:cubicBezTo>
                    <a:pt x="672755" y="3680483"/>
                    <a:pt x="672617" y="3675946"/>
                    <a:pt x="676381" y="3665478"/>
                  </a:cubicBezTo>
                  <a:cubicBezTo>
                    <a:pt x="694154" y="3616836"/>
                    <a:pt x="726519" y="3572732"/>
                    <a:pt x="767529" y="3541295"/>
                  </a:cubicBezTo>
                  <a:cubicBezTo>
                    <a:pt x="857302" y="3472440"/>
                    <a:pt x="908230" y="3376738"/>
                    <a:pt x="946198" y="3292207"/>
                  </a:cubicBezTo>
                  <a:cubicBezTo>
                    <a:pt x="1023939" y="3119331"/>
                    <a:pt x="1045029" y="2935677"/>
                    <a:pt x="1010653" y="2730710"/>
                  </a:cubicBezTo>
                  <a:cubicBezTo>
                    <a:pt x="1010292" y="2728562"/>
                    <a:pt x="1009639" y="2726431"/>
                    <a:pt x="1008866" y="2724110"/>
                  </a:cubicBezTo>
                  <a:lnTo>
                    <a:pt x="1008247" y="2722254"/>
                  </a:lnTo>
                  <a:cubicBezTo>
                    <a:pt x="1006751" y="2717665"/>
                    <a:pt x="1003348" y="2713952"/>
                    <a:pt x="998845" y="2712010"/>
                  </a:cubicBezTo>
                  <a:cubicBezTo>
                    <a:pt x="994445" y="2710171"/>
                    <a:pt x="988910" y="2710515"/>
                    <a:pt x="985490" y="2712199"/>
                  </a:cubicBezTo>
                  <a:cubicBezTo>
                    <a:pt x="982052" y="2713454"/>
                    <a:pt x="976844" y="2715362"/>
                    <a:pt x="973458" y="2720329"/>
                  </a:cubicBezTo>
                  <a:cubicBezTo>
                    <a:pt x="954002" y="2746317"/>
                    <a:pt x="934253" y="2772546"/>
                    <a:pt x="914486" y="2798758"/>
                  </a:cubicBezTo>
                  <a:lnTo>
                    <a:pt x="911169" y="2803175"/>
                  </a:lnTo>
                  <a:cubicBezTo>
                    <a:pt x="861324" y="2869366"/>
                    <a:pt x="809777" y="2937774"/>
                    <a:pt x="760242" y="3005924"/>
                  </a:cubicBezTo>
                  <a:cubicBezTo>
                    <a:pt x="702851" y="3084662"/>
                    <a:pt x="662322" y="3161200"/>
                    <a:pt x="636316" y="3239921"/>
                  </a:cubicBezTo>
                  <a:cubicBezTo>
                    <a:pt x="623769" y="3277941"/>
                    <a:pt x="615570" y="3314534"/>
                    <a:pt x="611703" y="3350079"/>
                  </a:cubicBezTo>
                  <a:cubicBezTo>
                    <a:pt x="595186" y="3222355"/>
                    <a:pt x="585818" y="3091950"/>
                    <a:pt x="583773" y="2960462"/>
                  </a:cubicBezTo>
                  <a:cubicBezTo>
                    <a:pt x="583291" y="2929077"/>
                    <a:pt x="587279" y="2904137"/>
                    <a:pt x="608712" y="2876825"/>
                  </a:cubicBezTo>
                  <a:cubicBezTo>
                    <a:pt x="631401" y="2847709"/>
                    <a:pt x="652593" y="2831449"/>
                    <a:pt x="681813" y="2820724"/>
                  </a:cubicBezTo>
                  <a:cubicBezTo>
                    <a:pt x="801871" y="2776860"/>
                    <a:pt x="878890" y="2684165"/>
                    <a:pt x="932568" y="2608315"/>
                  </a:cubicBezTo>
                  <a:cubicBezTo>
                    <a:pt x="1019281" y="2485610"/>
                    <a:pt x="1070141" y="2342830"/>
                    <a:pt x="1088051" y="2171809"/>
                  </a:cubicBezTo>
                  <a:cubicBezTo>
                    <a:pt x="1089958" y="2154209"/>
                    <a:pt x="1091041" y="2136402"/>
                    <a:pt x="1092158" y="2117564"/>
                  </a:cubicBezTo>
                  <a:lnTo>
                    <a:pt x="1092434" y="2113284"/>
                  </a:lnTo>
                  <a:cubicBezTo>
                    <a:pt x="1092966" y="2104123"/>
                    <a:pt x="1093534" y="2094583"/>
                    <a:pt x="1094255" y="2084477"/>
                  </a:cubicBezTo>
                  <a:cubicBezTo>
                    <a:pt x="1094702" y="2077774"/>
                    <a:pt x="1091110" y="2071483"/>
                    <a:pt x="1085111" y="2068441"/>
                  </a:cubicBezTo>
                  <a:cubicBezTo>
                    <a:pt x="1079302" y="2065519"/>
                    <a:pt x="1071859" y="2066378"/>
                    <a:pt x="1066806" y="2070658"/>
                  </a:cubicBezTo>
                  <a:lnTo>
                    <a:pt x="1052557" y="2082861"/>
                  </a:lnTo>
                  <a:cubicBezTo>
                    <a:pt x="1047195" y="2087433"/>
                    <a:pt x="1042606" y="2091352"/>
                    <a:pt x="1037844" y="2095168"/>
                  </a:cubicBezTo>
                  <a:cubicBezTo>
                    <a:pt x="1014967" y="2113542"/>
                    <a:pt x="992004" y="2131727"/>
                    <a:pt x="968990" y="2149963"/>
                  </a:cubicBezTo>
                  <a:lnTo>
                    <a:pt x="966583" y="2151854"/>
                  </a:lnTo>
                  <a:cubicBezTo>
                    <a:pt x="916068" y="2191868"/>
                    <a:pt x="863816" y="2233239"/>
                    <a:pt x="813920" y="2275968"/>
                  </a:cubicBezTo>
                  <a:cubicBezTo>
                    <a:pt x="717100" y="2358539"/>
                    <a:pt x="654759" y="2440732"/>
                    <a:pt x="617719" y="2534664"/>
                  </a:cubicBezTo>
                  <a:cubicBezTo>
                    <a:pt x="611600" y="2550151"/>
                    <a:pt x="606237" y="2565465"/>
                    <a:pt x="601631" y="2580625"/>
                  </a:cubicBezTo>
                  <a:cubicBezTo>
                    <a:pt x="616860" y="2431365"/>
                    <a:pt x="641593" y="2284373"/>
                    <a:pt x="675556" y="2141765"/>
                  </a:cubicBezTo>
                  <a:cubicBezTo>
                    <a:pt x="679682" y="2124319"/>
                    <a:pt x="681985" y="2119197"/>
                    <a:pt x="690458" y="2116412"/>
                  </a:cubicBezTo>
                  <a:cubicBezTo>
                    <a:pt x="695787" y="2114608"/>
                    <a:pt x="700754" y="2111136"/>
                    <a:pt x="704381" y="2106839"/>
                  </a:cubicBezTo>
                  <a:cubicBezTo>
                    <a:pt x="729011" y="2078839"/>
                    <a:pt x="761445" y="2074405"/>
                    <a:pt x="792864" y="2073769"/>
                  </a:cubicBezTo>
                  <a:cubicBezTo>
                    <a:pt x="897711" y="2071311"/>
                    <a:pt x="980866" y="2019008"/>
                    <a:pt x="1048364" y="1968166"/>
                  </a:cubicBezTo>
                  <a:cubicBezTo>
                    <a:pt x="1213867" y="1843519"/>
                    <a:pt x="1327823" y="1527260"/>
                    <a:pt x="1327823" y="1516535"/>
                  </a:cubicBezTo>
                  <a:cubicBezTo>
                    <a:pt x="1327823" y="1510949"/>
                    <a:pt x="1325038" y="1505741"/>
                    <a:pt x="1320312" y="1502596"/>
                  </a:cubicBezTo>
                  <a:cubicBezTo>
                    <a:pt x="1315654" y="1499519"/>
                    <a:pt x="1309363" y="1499089"/>
                    <a:pt x="1304619" y="1501203"/>
                  </a:cubicBezTo>
                  <a:cubicBezTo>
                    <a:pt x="1270140" y="1515830"/>
                    <a:pt x="1235661" y="1530079"/>
                    <a:pt x="1199961" y="1544844"/>
                  </a:cubicBezTo>
                  <a:cubicBezTo>
                    <a:pt x="1121412" y="1577415"/>
                    <a:pt x="1040199" y="1611069"/>
                    <a:pt x="962200" y="1647868"/>
                  </a:cubicBezTo>
                  <a:cubicBezTo>
                    <a:pt x="883703" y="1685011"/>
                    <a:pt x="821671" y="1734685"/>
                    <a:pt x="777326" y="1795805"/>
                  </a:cubicBezTo>
                  <a:cubicBezTo>
                    <a:pt x="819592" y="1675713"/>
                    <a:pt x="868595" y="1557975"/>
                    <a:pt x="923459" y="1444827"/>
                  </a:cubicBezTo>
                  <a:cubicBezTo>
                    <a:pt x="929767" y="1432623"/>
                    <a:pt x="959399" y="1419664"/>
                    <a:pt x="1001887" y="1419664"/>
                  </a:cubicBezTo>
                  <a:cubicBezTo>
                    <a:pt x="1015706" y="1419664"/>
                    <a:pt x="1029096" y="1421142"/>
                    <a:pt x="1040663" y="1423926"/>
                  </a:cubicBezTo>
                  <a:cubicBezTo>
                    <a:pt x="1140491" y="1447852"/>
                    <a:pt x="1239477" y="1433345"/>
                    <a:pt x="1349033" y="1378601"/>
                  </a:cubicBezTo>
                  <a:cubicBezTo>
                    <a:pt x="1461115" y="1322569"/>
                    <a:pt x="1554102" y="1230957"/>
                    <a:pt x="1633305" y="1098455"/>
                  </a:cubicBezTo>
                  <a:cubicBezTo>
                    <a:pt x="1634817" y="1095894"/>
                    <a:pt x="1637791" y="1088073"/>
                    <a:pt x="1639389" y="1083690"/>
                  </a:cubicBezTo>
                  <a:cubicBezTo>
                    <a:pt x="1641400" y="1078328"/>
                    <a:pt x="1640592" y="1072415"/>
                    <a:pt x="1637258" y="1067929"/>
                  </a:cubicBezTo>
                  <a:cubicBezTo>
                    <a:pt x="1634164" y="1063666"/>
                    <a:pt x="1629214" y="1061122"/>
                    <a:pt x="1622906" y="1061122"/>
                  </a:cubicBezTo>
                  <a:cubicBezTo>
                    <a:pt x="1622854" y="1061122"/>
                    <a:pt x="1622820" y="1061122"/>
                    <a:pt x="1622768" y="1061122"/>
                  </a:cubicBezTo>
                  <a:lnTo>
                    <a:pt x="1583202" y="1063615"/>
                  </a:lnTo>
                  <a:cubicBezTo>
                    <a:pt x="1558949" y="1065144"/>
                    <a:pt x="1535402" y="1066640"/>
                    <a:pt x="1511854" y="1067843"/>
                  </a:cubicBezTo>
                  <a:lnTo>
                    <a:pt x="1486708" y="1069115"/>
                  </a:lnTo>
                  <a:cubicBezTo>
                    <a:pt x="1411631" y="1072896"/>
                    <a:pt x="1333976" y="1076781"/>
                    <a:pt x="1258005" y="1094880"/>
                  </a:cubicBezTo>
                  <a:cubicBezTo>
                    <a:pt x="1171361" y="1115711"/>
                    <a:pt x="1107748" y="1147698"/>
                    <a:pt x="1058969" y="1195137"/>
                  </a:cubicBezTo>
                  <a:cubicBezTo>
                    <a:pt x="1116703" y="1099039"/>
                    <a:pt x="1178528" y="1007599"/>
                    <a:pt x="1243653" y="921951"/>
                  </a:cubicBezTo>
                  <a:cubicBezTo>
                    <a:pt x="1245406" y="919683"/>
                    <a:pt x="1253811" y="916211"/>
                    <a:pt x="1260704" y="915059"/>
                  </a:cubicBezTo>
                  <a:cubicBezTo>
                    <a:pt x="1264141" y="914251"/>
                    <a:pt x="1276654" y="911621"/>
                    <a:pt x="1293292" y="911621"/>
                  </a:cubicBezTo>
                  <a:cubicBezTo>
                    <a:pt x="1315362" y="911621"/>
                    <a:pt x="1334681" y="916108"/>
                    <a:pt x="1351061" y="925114"/>
                  </a:cubicBezTo>
                  <a:cubicBezTo>
                    <a:pt x="1455134" y="976008"/>
                    <a:pt x="1572012" y="979789"/>
                    <a:pt x="1698911" y="936200"/>
                  </a:cubicBezTo>
                  <a:cubicBezTo>
                    <a:pt x="1803001" y="900638"/>
                    <a:pt x="1891159" y="834585"/>
                    <a:pt x="1968436" y="734328"/>
                  </a:cubicBezTo>
                  <a:cubicBezTo>
                    <a:pt x="1970945" y="731096"/>
                    <a:pt x="1973214" y="727573"/>
                    <a:pt x="1975276" y="723860"/>
                  </a:cubicBezTo>
                  <a:cubicBezTo>
                    <a:pt x="1977631" y="719580"/>
                    <a:pt x="1977786" y="714871"/>
                    <a:pt x="1975723" y="710574"/>
                  </a:cubicBezTo>
                  <a:cubicBezTo>
                    <a:pt x="1969742" y="698027"/>
                    <a:pt x="1943857" y="692131"/>
                    <a:pt x="1932960" y="690172"/>
                  </a:cubicBezTo>
                  <a:cubicBezTo>
                    <a:pt x="1906215" y="685497"/>
                    <a:pt x="1875913" y="680168"/>
                    <a:pt x="1845868" y="676095"/>
                  </a:cubicBezTo>
                  <a:cubicBezTo>
                    <a:pt x="1832101" y="674170"/>
                    <a:pt x="1818316" y="672159"/>
                    <a:pt x="1804497" y="670113"/>
                  </a:cubicBezTo>
                  <a:lnTo>
                    <a:pt x="1802726" y="669838"/>
                  </a:lnTo>
                  <a:cubicBezTo>
                    <a:pt x="1755906" y="662929"/>
                    <a:pt x="1707505" y="655779"/>
                    <a:pt x="1658743" y="653321"/>
                  </a:cubicBezTo>
                  <a:cubicBezTo>
                    <a:pt x="1569640" y="648766"/>
                    <a:pt x="1490524" y="666951"/>
                    <a:pt x="1425777" y="707205"/>
                  </a:cubicBezTo>
                  <a:cubicBezTo>
                    <a:pt x="1469314" y="660866"/>
                    <a:pt x="1513797" y="616899"/>
                    <a:pt x="1558967" y="575597"/>
                  </a:cubicBezTo>
                  <a:cubicBezTo>
                    <a:pt x="1573250" y="562568"/>
                    <a:pt x="1589407" y="549437"/>
                    <a:pt x="1611424" y="532953"/>
                  </a:cubicBezTo>
                  <a:cubicBezTo>
                    <a:pt x="1613126" y="531647"/>
                    <a:pt x="1617457" y="530117"/>
                    <a:pt x="1622768" y="529808"/>
                  </a:cubicBezTo>
                  <a:cubicBezTo>
                    <a:pt x="1778818" y="523706"/>
                    <a:pt x="1908673" y="454817"/>
                    <a:pt x="2019707" y="319238"/>
                  </a:cubicBezTo>
                  <a:cubicBezTo>
                    <a:pt x="2080192" y="245433"/>
                    <a:pt x="2126565" y="152343"/>
                    <a:pt x="2161508" y="34640"/>
                  </a:cubicBezTo>
                  <a:lnTo>
                    <a:pt x="2162711" y="30601"/>
                  </a:lnTo>
                  <a:cubicBezTo>
                    <a:pt x="2166441" y="18225"/>
                    <a:pt x="2168504" y="11419"/>
                    <a:pt x="2159927" y="3443"/>
                  </a:cubicBezTo>
                  <a:cubicBezTo>
                    <a:pt x="2153309" y="-2710"/>
                    <a:pt x="2141656" y="-888"/>
                    <a:pt x="2111371" y="11109"/>
                  </a:cubicBezTo>
                  <a:cubicBezTo>
                    <a:pt x="2083870" y="21680"/>
                    <a:pt x="2056197" y="31941"/>
                    <a:pt x="2027786" y="42477"/>
                  </a:cubicBezTo>
                  <a:cubicBezTo>
                    <a:pt x="1970704" y="63636"/>
                    <a:pt x="1911664" y="85516"/>
                    <a:pt x="1854686" y="110232"/>
                  </a:cubicBezTo>
                  <a:cubicBezTo>
                    <a:pt x="1759464" y="151621"/>
                    <a:pt x="1683425" y="214357"/>
                    <a:pt x="1628715" y="296670"/>
                  </a:cubicBezTo>
                  <a:cubicBezTo>
                    <a:pt x="1587052" y="359303"/>
                    <a:pt x="1570586" y="422228"/>
                    <a:pt x="1578337" y="488711"/>
                  </a:cubicBezTo>
                  <a:cubicBezTo>
                    <a:pt x="1578286" y="489451"/>
                    <a:pt x="1577633" y="491221"/>
                    <a:pt x="1577530" y="491427"/>
                  </a:cubicBezTo>
                  <a:cubicBezTo>
                    <a:pt x="1478132" y="577247"/>
                    <a:pt x="1383117" y="673860"/>
                    <a:pt x="1285558" y="788848"/>
                  </a:cubicBezTo>
                  <a:cubicBezTo>
                    <a:pt x="1350614" y="689381"/>
                    <a:pt x="1393017" y="574858"/>
                    <a:pt x="1414295" y="442098"/>
                  </a:cubicBezTo>
                  <a:cubicBezTo>
                    <a:pt x="1435746" y="308255"/>
                    <a:pt x="1437104" y="189125"/>
                    <a:pt x="1418472" y="77919"/>
                  </a:cubicBezTo>
                  <a:cubicBezTo>
                    <a:pt x="1417286" y="70958"/>
                    <a:pt x="1415688" y="63997"/>
                    <a:pt x="1413642" y="55282"/>
                  </a:cubicBezTo>
                  <a:lnTo>
                    <a:pt x="1410600" y="41859"/>
                  </a:lnTo>
                  <a:cubicBezTo>
                    <a:pt x="1409225" y="36101"/>
                    <a:pt x="1404894" y="31443"/>
                    <a:pt x="1399204" y="29655"/>
                  </a:cubicBezTo>
                  <a:cubicBezTo>
                    <a:pt x="1393515" y="27971"/>
                    <a:pt x="1387138" y="29466"/>
                    <a:pt x="1382893" y="33505"/>
                  </a:cubicBezTo>
                  <a:cubicBezTo>
                    <a:pt x="1376087" y="39916"/>
                    <a:pt x="1369418" y="45967"/>
                    <a:pt x="1362903" y="51845"/>
                  </a:cubicBezTo>
                  <a:lnTo>
                    <a:pt x="1358314" y="55987"/>
                  </a:lnTo>
                  <a:cubicBezTo>
                    <a:pt x="1341642" y="71009"/>
                    <a:pt x="1325898" y="85189"/>
                    <a:pt x="1311649" y="101226"/>
                  </a:cubicBezTo>
                  <a:cubicBezTo>
                    <a:pt x="1173200" y="257413"/>
                    <a:pt x="1092451" y="422383"/>
                    <a:pt x="1064795" y="605572"/>
                  </a:cubicBezTo>
                  <a:cubicBezTo>
                    <a:pt x="1052197" y="688367"/>
                    <a:pt x="1057422" y="758855"/>
                    <a:pt x="1080780" y="821006"/>
                  </a:cubicBezTo>
                  <a:cubicBezTo>
                    <a:pt x="1088515" y="841598"/>
                    <a:pt x="1100581" y="859989"/>
                    <a:pt x="1112595" y="878242"/>
                  </a:cubicBezTo>
                  <a:cubicBezTo>
                    <a:pt x="1118095" y="886579"/>
                    <a:pt x="1123595" y="894949"/>
                    <a:pt x="1128631" y="903543"/>
                  </a:cubicBezTo>
                  <a:cubicBezTo>
                    <a:pt x="1132344" y="909714"/>
                    <a:pt x="1132653" y="911312"/>
                    <a:pt x="1132636" y="911020"/>
                  </a:cubicBezTo>
                  <a:cubicBezTo>
                    <a:pt x="1130350" y="935513"/>
                    <a:pt x="1127067" y="962807"/>
                    <a:pt x="1122633" y="995568"/>
                  </a:cubicBezTo>
                  <a:cubicBezTo>
                    <a:pt x="1122444" y="995980"/>
                    <a:pt x="1121825" y="996943"/>
                    <a:pt x="1119848" y="999555"/>
                  </a:cubicBezTo>
                  <a:lnTo>
                    <a:pt x="1118250" y="1001772"/>
                  </a:lnTo>
                  <a:cubicBezTo>
                    <a:pt x="1042537" y="1107014"/>
                    <a:pt x="972685" y="1217963"/>
                    <a:pt x="909829" y="1332795"/>
                  </a:cubicBezTo>
                  <a:cubicBezTo>
                    <a:pt x="934545" y="1247028"/>
                    <a:pt x="954225" y="1138468"/>
                    <a:pt x="952833" y="1012326"/>
                  </a:cubicBezTo>
                  <a:cubicBezTo>
                    <a:pt x="951148" y="861020"/>
                    <a:pt x="916308" y="726077"/>
                    <a:pt x="846285" y="599729"/>
                  </a:cubicBezTo>
                  <a:cubicBezTo>
                    <a:pt x="843517" y="594813"/>
                    <a:pt x="838498" y="591616"/>
                    <a:pt x="831469" y="591135"/>
                  </a:cubicBezTo>
                  <a:cubicBezTo>
                    <a:pt x="826364" y="591135"/>
                    <a:pt x="821448" y="593661"/>
                    <a:pt x="818234" y="597975"/>
                  </a:cubicBezTo>
                  <a:cubicBezTo>
                    <a:pt x="816137" y="600897"/>
                    <a:pt x="814006" y="603647"/>
                    <a:pt x="811977" y="606260"/>
                  </a:cubicBezTo>
                  <a:cubicBezTo>
                    <a:pt x="807457" y="612104"/>
                    <a:pt x="803229" y="617639"/>
                    <a:pt x="799447" y="623551"/>
                  </a:cubicBezTo>
                  <a:cubicBezTo>
                    <a:pt x="743690" y="710986"/>
                    <a:pt x="713782" y="807394"/>
                    <a:pt x="693930" y="881628"/>
                  </a:cubicBezTo>
                  <a:cubicBezTo>
                    <a:pt x="657647" y="1017774"/>
                    <a:pt x="640974" y="1131456"/>
                    <a:pt x="641456" y="1239413"/>
                  </a:cubicBezTo>
                  <a:cubicBezTo>
                    <a:pt x="641731" y="1331180"/>
                    <a:pt x="658454" y="1401719"/>
                    <a:pt x="694102" y="1461413"/>
                  </a:cubicBezTo>
                  <a:cubicBezTo>
                    <a:pt x="705188" y="1479993"/>
                    <a:pt x="719145" y="1496253"/>
                    <a:pt x="733171" y="1512616"/>
                  </a:cubicBezTo>
                  <a:cubicBezTo>
                    <a:pt x="740613" y="1521296"/>
                    <a:pt x="748262" y="1530217"/>
                    <a:pt x="755188" y="1539361"/>
                  </a:cubicBezTo>
                  <a:cubicBezTo>
                    <a:pt x="760035" y="1545720"/>
                    <a:pt x="762373" y="1552200"/>
                    <a:pt x="762510" y="1555810"/>
                  </a:cubicBezTo>
                  <a:cubicBezTo>
                    <a:pt x="763421" y="1577569"/>
                    <a:pt x="762940" y="1599690"/>
                    <a:pt x="762476" y="1621072"/>
                  </a:cubicBezTo>
                  <a:lnTo>
                    <a:pt x="762149" y="1635854"/>
                  </a:lnTo>
                  <a:cubicBezTo>
                    <a:pt x="762098" y="1638398"/>
                    <a:pt x="761513" y="1641320"/>
                    <a:pt x="760637" y="1643554"/>
                  </a:cubicBezTo>
                  <a:cubicBezTo>
                    <a:pt x="715879" y="1751993"/>
                    <a:pt x="676536" y="1864694"/>
                    <a:pt x="642985" y="1980438"/>
                  </a:cubicBezTo>
                  <a:cubicBezTo>
                    <a:pt x="647918" y="1941026"/>
                    <a:pt x="650703" y="1902869"/>
                    <a:pt x="651407" y="1865640"/>
                  </a:cubicBezTo>
                  <a:cubicBezTo>
                    <a:pt x="655464" y="1654331"/>
                    <a:pt x="590648" y="1465624"/>
                    <a:pt x="458713" y="1304693"/>
                  </a:cubicBezTo>
                  <a:lnTo>
                    <a:pt x="431212" y="1271194"/>
                  </a:lnTo>
                  <a:cubicBezTo>
                    <a:pt x="428032" y="1267258"/>
                    <a:pt x="423323" y="1265023"/>
                    <a:pt x="418304" y="1265023"/>
                  </a:cubicBezTo>
                  <a:lnTo>
                    <a:pt x="415554" y="1265264"/>
                  </a:lnTo>
                  <a:cubicBezTo>
                    <a:pt x="409676" y="1266244"/>
                    <a:pt x="404726" y="1270317"/>
                    <a:pt x="402680" y="1275869"/>
                  </a:cubicBezTo>
                  <a:cubicBezTo>
                    <a:pt x="400171" y="1282555"/>
                    <a:pt x="397713" y="1288863"/>
                    <a:pt x="395324" y="1294965"/>
                  </a:cubicBezTo>
                  <a:cubicBezTo>
                    <a:pt x="390717" y="1306756"/>
                    <a:pt x="386369" y="1317928"/>
                    <a:pt x="382691" y="1329289"/>
                  </a:cubicBezTo>
                  <a:cubicBezTo>
                    <a:pt x="354382" y="1417962"/>
                    <a:pt x="340494" y="1514833"/>
                    <a:pt x="337675" y="1643331"/>
                  </a:cubicBezTo>
                  <a:lnTo>
                    <a:pt x="337624" y="1645840"/>
                  </a:lnTo>
                  <a:cubicBezTo>
                    <a:pt x="335510" y="1739325"/>
                    <a:pt x="332605" y="1867393"/>
                    <a:pt x="371003" y="1989943"/>
                  </a:cubicBezTo>
                  <a:cubicBezTo>
                    <a:pt x="408799" y="2110586"/>
                    <a:pt x="475454" y="2171551"/>
                    <a:pt x="488379" y="2182500"/>
                  </a:cubicBezTo>
                  <a:lnTo>
                    <a:pt x="489754" y="2183737"/>
                  </a:lnTo>
                  <a:cubicBezTo>
                    <a:pt x="524938" y="2215140"/>
                    <a:pt x="547850" y="2243861"/>
                    <a:pt x="552594" y="2262510"/>
                  </a:cubicBezTo>
                  <a:cubicBezTo>
                    <a:pt x="554502" y="2270038"/>
                    <a:pt x="556444" y="2277584"/>
                    <a:pt x="558713" y="2285044"/>
                  </a:cubicBezTo>
                  <a:cubicBezTo>
                    <a:pt x="568750" y="2318234"/>
                    <a:pt x="562477" y="2349859"/>
                    <a:pt x="555705" y="2384012"/>
                  </a:cubicBezTo>
                  <a:cubicBezTo>
                    <a:pt x="552336" y="2401251"/>
                    <a:pt x="548830" y="2419058"/>
                    <a:pt x="547609" y="2437329"/>
                  </a:cubicBezTo>
                  <a:cubicBezTo>
                    <a:pt x="542762" y="2510447"/>
                    <a:pt x="536815" y="2584802"/>
                    <a:pt x="531057" y="2656699"/>
                  </a:cubicBezTo>
                  <a:lnTo>
                    <a:pt x="530542" y="2663351"/>
                  </a:lnTo>
                  <a:cubicBezTo>
                    <a:pt x="529063" y="2681690"/>
                    <a:pt x="527585" y="2700030"/>
                    <a:pt x="526124" y="2718369"/>
                  </a:cubicBezTo>
                  <a:cubicBezTo>
                    <a:pt x="511446" y="2553846"/>
                    <a:pt x="456960" y="2404294"/>
                    <a:pt x="363217" y="2272032"/>
                  </a:cubicBezTo>
                  <a:cubicBezTo>
                    <a:pt x="305809" y="2191111"/>
                    <a:pt x="237366" y="2121878"/>
                    <a:pt x="159745" y="2066206"/>
                  </a:cubicBezTo>
                  <a:cubicBezTo>
                    <a:pt x="156394" y="2063800"/>
                    <a:pt x="152870" y="2061651"/>
                    <a:pt x="148161" y="2058850"/>
                  </a:cubicBezTo>
                  <a:cubicBezTo>
                    <a:pt x="145875" y="2057526"/>
                    <a:pt x="143228" y="2055945"/>
                    <a:pt x="140014" y="2053934"/>
                  </a:cubicBezTo>
                  <a:cubicBezTo>
                    <a:pt x="135167" y="2051029"/>
                    <a:pt x="128945" y="2050771"/>
                    <a:pt x="123943" y="2053212"/>
                  </a:cubicBezTo>
                  <a:cubicBezTo>
                    <a:pt x="118821" y="2055704"/>
                    <a:pt x="115297" y="2060775"/>
                    <a:pt x="114713" y="2066516"/>
                  </a:cubicBezTo>
                  <a:cubicBezTo>
                    <a:pt x="113665" y="2076914"/>
                    <a:pt x="112444" y="2086986"/>
                    <a:pt x="111155" y="2097437"/>
                  </a:cubicBezTo>
                  <a:cubicBezTo>
                    <a:pt x="108560" y="2118836"/>
                    <a:pt x="106102" y="2139049"/>
                    <a:pt x="105999" y="2159812"/>
                  </a:cubicBezTo>
                  <a:cubicBezTo>
                    <a:pt x="104847" y="2375040"/>
                    <a:pt x="150378" y="2576723"/>
                    <a:pt x="241371" y="2759191"/>
                  </a:cubicBezTo>
                  <a:cubicBezTo>
                    <a:pt x="266723" y="2810102"/>
                    <a:pt x="300223" y="2854137"/>
                    <a:pt x="340975" y="2890129"/>
                  </a:cubicBezTo>
                  <a:cubicBezTo>
                    <a:pt x="381384" y="2925622"/>
                    <a:pt x="424990" y="2946557"/>
                    <a:pt x="474199" y="2954085"/>
                  </a:cubicBezTo>
                  <a:cubicBezTo>
                    <a:pt x="475282" y="2954274"/>
                    <a:pt x="477860" y="2955838"/>
                    <a:pt x="478256" y="2956148"/>
                  </a:cubicBezTo>
                  <a:cubicBezTo>
                    <a:pt x="480920" y="2961493"/>
                    <a:pt x="483687" y="2966856"/>
                    <a:pt x="486454" y="2972236"/>
                  </a:cubicBezTo>
                  <a:cubicBezTo>
                    <a:pt x="496286" y="2991229"/>
                    <a:pt x="506444" y="3010874"/>
                    <a:pt x="511497" y="3030572"/>
                  </a:cubicBezTo>
                  <a:cubicBezTo>
                    <a:pt x="515708" y="3047227"/>
                    <a:pt x="515708" y="3065429"/>
                    <a:pt x="515708" y="3084714"/>
                  </a:cubicBezTo>
                  <a:cubicBezTo>
                    <a:pt x="515708" y="3091778"/>
                    <a:pt x="515708" y="3098894"/>
                    <a:pt x="515932" y="3105872"/>
                  </a:cubicBezTo>
                  <a:cubicBezTo>
                    <a:pt x="520658" y="3272595"/>
                    <a:pt x="526863" y="3330657"/>
                    <a:pt x="553539" y="3479625"/>
                  </a:cubicBezTo>
                  <a:cubicBezTo>
                    <a:pt x="537262" y="3435331"/>
                    <a:pt x="516826" y="3390918"/>
                    <a:pt x="490442" y="3348188"/>
                  </a:cubicBezTo>
                  <a:cubicBezTo>
                    <a:pt x="383602" y="3175260"/>
                    <a:pt x="247868" y="3057883"/>
                    <a:pt x="75490" y="2989389"/>
                  </a:cubicBezTo>
                  <a:cubicBezTo>
                    <a:pt x="64524" y="2984972"/>
                    <a:pt x="53524" y="2981792"/>
                    <a:pt x="40770" y="2978080"/>
                  </a:cubicBezTo>
                  <a:lnTo>
                    <a:pt x="38227" y="2977323"/>
                  </a:lnTo>
                  <a:cubicBezTo>
                    <a:pt x="33053" y="2975811"/>
                    <a:pt x="27570" y="2974195"/>
                    <a:pt x="21709" y="2972408"/>
                  </a:cubicBezTo>
                  <a:cubicBezTo>
                    <a:pt x="16415" y="2970672"/>
                    <a:pt x="10382" y="2971858"/>
                    <a:pt x="6068" y="2975433"/>
                  </a:cubicBezTo>
                  <a:cubicBezTo>
                    <a:pt x="1771" y="2978991"/>
                    <a:pt x="-481" y="2984439"/>
                    <a:pt x="86" y="2990111"/>
                  </a:cubicBezTo>
                  <a:cubicBezTo>
                    <a:pt x="1358" y="3001937"/>
                    <a:pt x="2235" y="3013435"/>
                    <a:pt x="3043" y="3024659"/>
                  </a:cubicBezTo>
                  <a:cubicBezTo>
                    <a:pt x="4813" y="3049272"/>
                    <a:pt x="6480" y="3072510"/>
                    <a:pt x="12445" y="3095508"/>
                  </a:cubicBezTo>
                  <a:cubicBezTo>
                    <a:pt x="68065" y="3310340"/>
                    <a:pt x="160124" y="3481447"/>
                    <a:pt x="293863" y="3618624"/>
                  </a:cubicBezTo>
                  <a:cubicBezTo>
                    <a:pt x="351048" y="3677269"/>
                    <a:pt x="411309" y="3710889"/>
                    <a:pt x="478084" y="3721425"/>
                  </a:cubicBezTo>
                  <a:cubicBezTo>
                    <a:pt x="494928" y="3724055"/>
                    <a:pt x="515519" y="3724381"/>
                    <a:pt x="550376" y="3722216"/>
                  </a:cubicBezTo>
                  <a:lnTo>
                    <a:pt x="560414" y="3721614"/>
                  </a:lnTo>
                  <a:cubicBezTo>
                    <a:pt x="561944" y="3721528"/>
                    <a:pt x="563285" y="3721442"/>
                    <a:pt x="564505" y="3721442"/>
                  </a:cubicBezTo>
                  <a:cubicBezTo>
                    <a:pt x="567255" y="3721442"/>
                    <a:pt x="567479" y="3721442"/>
                    <a:pt x="569386" y="3724261"/>
                  </a:cubicBezTo>
                  <a:lnTo>
                    <a:pt x="616086" y="3788389"/>
                  </a:lnTo>
                  <a:cubicBezTo>
                    <a:pt x="616688" y="3789231"/>
                    <a:pt x="617564" y="3792274"/>
                    <a:pt x="618166" y="3794371"/>
                  </a:cubicBezTo>
                  <a:lnTo>
                    <a:pt x="618853" y="3796674"/>
                  </a:lnTo>
                  <a:cubicBezTo>
                    <a:pt x="667323" y="3960991"/>
                    <a:pt x="727464" y="4119257"/>
                    <a:pt x="798382" y="4269464"/>
                  </a:cubicBezTo>
                  <a:cubicBezTo>
                    <a:pt x="766464" y="4225411"/>
                    <a:pt x="731486" y="4185191"/>
                    <a:pt x="692504" y="4147360"/>
                  </a:cubicBezTo>
                  <a:cubicBezTo>
                    <a:pt x="513233" y="3973418"/>
                    <a:pt x="206737" y="3968382"/>
                    <a:pt x="172379" y="3968382"/>
                  </a:cubicBezTo>
                  <a:lnTo>
                    <a:pt x="168099" y="3968416"/>
                  </a:lnTo>
                  <a:lnTo>
                    <a:pt x="165400" y="3968915"/>
                  </a:lnTo>
                  <a:cubicBezTo>
                    <a:pt x="156978" y="3971905"/>
                    <a:pt x="152423" y="3980912"/>
                    <a:pt x="155019" y="3989385"/>
                  </a:cubicBezTo>
                  <a:cubicBezTo>
                    <a:pt x="157408" y="3997378"/>
                    <a:pt x="159642" y="4005456"/>
                    <a:pt x="162203" y="4014944"/>
                  </a:cubicBezTo>
                  <a:cubicBezTo>
                    <a:pt x="167102" y="4032768"/>
                    <a:pt x="172190" y="4051176"/>
                    <a:pt x="179323" y="4068983"/>
                  </a:cubicBezTo>
                  <a:cubicBezTo>
                    <a:pt x="213286" y="4153857"/>
                    <a:pt x="268339" y="4235500"/>
                    <a:pt x="352612" y="4326012"/>
                  </a:cubicBezTo>
                  <a:cubicBezTo>
                    <a:pt x="410518" y="4388060"/>
                    <a:pt x="475798" y="4450986"/>
                    <a:pt x="560689" y="4490776"/>
                  </a:cubicBezTo>
                  <a:cubicBezTo>
                    <a:pt x="653659" y="4534433"/>
                    <a:pt x="737605" y="4545090"/>
                    <a:pt x="821087" y="4523708"/>
                  </a:cubicBezTo>
                  <a:cubicBezTo>
                    <a:pt x="835284" y="4519978"/>
                    <a:pt x="851613" y="4515251"/>
                    <a:pt x="865655" y="4506142"/>
                  </a:cubicBezTo>
                  <a:cubicBezTo>
                    <a:pt x="875659" y="4499731"/>
                    <a:pt x="878392" y="4499937"/>
                    <a:pt x="888223" y="4507259"/>
                  </a:cubicBezTo>
                  <a:cubicBezTo>
                    <a:pt x="899877" y="4515922"/>
                    <a:pt x="912269" y="4523192"/>
                    <a:pt x="924301" y="4530239"/>
                  </a:cubicBezTo>
                  <a:cubicBezTo>
                    <a:pt x="930953" y="4534141"/>
                    <a:pt x="937656" y="4538077"/>
                    <a:pt x="943912" y="4542030"/>
                  </a:cubicBezTo>
                  <a:cubicBezTo>
                    <a:pt x="944909" y="4542873"/>
                    <a:pt x="947040" y="4546361"/>
                    <a:pt x="947831" y="4547651"/>
                  </a:cubicBezTo>
                  <a:cubicBezTo>
                    <a:pt x="1022736" y="4669823"/>
                    <a:pt x="1105256" y="4783366"/>
                    <a:pt x="1194358" y="4886941"/>
                  </a:cubicBezTo>
                  <a:cubicBezTo>
                    <a:pt x="1146163" y="4851878"/>
                    <a:pt x="1096679" y="4826508"/>
                    <a:pt x="1044118" y="4809613"/>
                  </a:cubicBezTo>
                  <a:cubicBezTo>
                    <a:pt x="883497" y="4757860"/>
                    <a:pt x="715140" y="4764443"/>
                    <a:pt x="548400" y="4828915"/>
                  </a:cubicBezTo>
                  <a:cubicBezTo>
                    <a:pt x="523512" y="4838557"/>
                    <a:pt x="496234" y="4853167"/>
                    <a:pt x="494412" y="4854198"/>
                  </a:cubicBezTo>
                  <a:cubicBezTo>
                    <a:pt x="490597" y="4856707"/>
                    <a:pt x="487967" y="4860764"/>
                    <a:pt x="487142" y="4865422"/>
                  </a:cubicBezTo>
                  <a:cubicBezTo>
                    <a:pt x="486420" y="4869994"/>
                    <a:pt x="487606" y="4874669"/>
                    <a:pt x="490390" y="4878244"/>
                  </a:cubicBezTo>
                  <a:cubicBezTo>
                    <a:pt x="495598" y="4885016"/>
                    <a:pt x="500634" y="4891823"/>
                    <a:pt x="505619" y="4898577"/>
                  </a:cubicBezTo>
                  <a:lnTo>
                    <a:pt x="506719" y="4900056"/>
                  </a:lnTo>
                  <a:cubicBezTo>
                    <a:pt x="517977" y="4915387"/>
                    <a:pt x="530731" y="4932730"/>
                    <a:pt x="545031" y="4948096"/>
                  </a:cubicBezTo>
                  <a:cubicBezTo>
                    <a:pt x="609434" y="5017140"/>
                    <a:pt x="688860" y="5063427"/>
                    <a:pt x="765106" y="5103166"/>
                  </a:cubicBezTo>
                  <a:cubicBezTo>
                    <a:pt x="869952" y="5157566"/>
                    <a:pt x="977171" y="5186871"/>
                    <a:pt x="1083805" y="5190309"/>
                  </a:cubicBezTo>
                  <a:cubicBezTo>
                    <a:pt x="1088824" y="5190481"/>
                    <a:pt x="1093843" y="5190584"/>
                    <a:pt x="1098845" y="5190584"/>
                  </a:cubicBezTo>
                  <a:cubicBezTo>
                    <a:pt x="1196936" y="5190584"/>
                    <a:pt x="1273509" y="5158253"/>
                    <a:pt x="1332532" y="5092131"/>
                  </a:cubicBezTo>
                  <a:cubicBezTo>
                    <a:pt x="1333254" y="5091616"/>
                    <a:pt x="1335815" y="5090636"/>
                    <a:pt x="1337225" y="5090619"/>
                  </a:cubicBezTo>
                  <a:cubicBezTo>
                    <a:pt x="1359775" y="5092234"/>
                    <a:pt x="1381209" y="5095517"/>
                    <a:pt x="1397228" y="5098181"/>
                  </a:cubicBezTo>
                  <a:cubicBezTo>
                    <a:pt x="1399754" y="5098628"/>
                    <a:pt x="1402865" y="5100141"/>
                    <a:pt x="1404808" y="5101894"/>
                  </a:cubicBezTo>
                  <a:cubicBezTo>
                    <a:pt x="1503415" y="5189192"/>
                    <a:pt x="1607849" y="5265816"/>
                    <a:pt x="1716941" y="5331027"/>
                  </a:cubicBezTo>
                  <a:cubicBezTo>
                    <a:pt x="1700406" y="5326128"/>
                    <a:pt x="1683373" y="5321866"/>
                    <a:pt x="1665944" y="5318445"/>
                  </a:cubicBezTo>
                  <a:cubicBezTo>
                    <a:pt x="1549359" y="5296032"/>
                    <a:pt x="1430383" y="5310092"/>
                    <a:pt x="1299738" y="5362000"/>
                  </a:cubicBezTo>
                  <a:cubicBezTo>
                    <a:pt x="1211598" y="5397132"/>
                    <a:pt x="1129628" y="5448747"/>
                    <a:pt x="1049137" y="5519785"/>
                  </a:cubicBezTo>
                  <a:cubicBezTo>
                    <a:pt x="1042502" y="5525612"/>
                    <a:pt x="1041574" y="5535632"/>
                    <a:pt x="1047040" y="5542577"/>
                  </a:cubicBezTo>
                  <a:cubicBezTo>
                    <a:pt x="1075521" y="5578826"/>
                    <a:pt x="1112578" y="5599125"/>
                    <a:pt x="1145080" y="5614181"/>
                  </a:cubicBezTo>
                  <a:cubicBezTo>
                    <a:pt x="1224351" y="5651015"/>
                    <a:pt x="1313832" y="5674597"/>
                    <a:pt x="1418730" y="5686320"/>
                  </a:cubicBezTo>
                  <a:cubicBezTo>
                    <a:pt x="1419039" y="5686336"/>
                    <a:pt x="1452745" y="5689259"/>
                    <a:pt x="1500012" y="5689259"/>
                  </a:cubicBezTo>
                  <a:cubicBezTo>
                    <a:pt x="1534130" y="5689259"/>
                    <a:pt x="1565876" y="5687729"/>
                    <a:pt x="1594322" y="5684721"/>
                  </a:cubicBezTo>
                  <a:cubicBezTo>
                    <a:pt x="1621514" y="5681868"/>
                    <a:pt x="1648636" y="5677210"/>
                    <a:pt x="1674951" y="5670885"/>
                  </a:cubicBezTo>
                  <a:cubicBezTo>
                    <a:pt x="1795817" y="5641459"/>
                    <a:pt x="1877717" y="5580957"/>
                    <a:pt x="1924641" y="5487025"/>
                  </a:cubicBezTo>
                  <a:cubicBezTo>
                    <a:pt x="1925483" y="5486217"/>
                    <a:pt x="1929092" y="5484120"/>
                    <a:pt x="1933664" y="5483003"/>
                  </a:cubicBezTo>
                  <a:cubicBezTo>
                    <a:pt x="1955476" y="5477589"/>
                    <a:pt x="1975104" y="5473773"/>
                    <a:pt x="1993771" y="5471281"/>
                  </a:cubicBezTo>
                  <a:cubicBezTo>
                    <a:pt x="1998171" y="5470576"/>
                    <a:pt x="2003654" y="5471762"/>
                    <a:pt x="2010563" y="5474546"/>
                  </a:cubicBezTo>
                  <a:cubicBezTo>
                    <a:pt x="2094028" y="5506705"/>
                    <a:pt x="2182357" y="5533501"/>
                    <a:pt x="2272921" y="5554161"/>
                  </a:cubicBezTo>
                  <a:cubicBezTo>
                    <a:pt x="2274193" y="5554470"/>
                    <a:pt x="2275516" y="5554625"/>
                    <a:pt x="2276839" y="5554625"/>
                  </a:cubicBezTo>
                  <a:cubicBezTo>
                    <a:pt x="2282924" y="5554625"/>
                    <a:pt x="2288527" y="5551273"/>
                    <a:pt x="2291484" y="5545808"/>
                  </a:cubicBezTo>
                  <a:cubicBezTo>
                    <a:pt x="2300129" y="5529720"/>
                    <a:pt x="2310665" y="5514285"/>
                    <a:pt x="2322783" y="5499933"/>
                  </a:cubicBezTo>
                  <a:cubicBezTo>
                    <a:pt x="2326581" y="5495412"/>
                    <a:pt x="2327716" y="5489397"/>
                    <a:pt x="2325842" y="5483828"/>
                  </a:cubicBezTo>
                  <a:cubicBezTo>
                    <a:pt x="2324055" y="5478431"/>
                    <a:pt x="2319517" y="5474340"/>
                    <a:pt x="2313708" y="5472982"/>
                  </a:cubicBezTo>
                  <a:close/>
                </a:path>
              </a:pathLst>
            </a:custGeom>
            <a:grpFill/>
            <a:ln w="17188"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grpSp>
        <p:nvGrpSpPr>
          <p:cNvPr id="34" name="Graphic 10">
            <a:extLst>
              <a:ext uri="{FF2B5EF4-FFF2-40B4-BE49-F238E27FC236}">
                <a16:creationId xmlns:a16="http://schemas.microsoft.com/office/drawing/2014/main" id="{4180522F-B6E1-0D30-62FC-EFBD9C0FA3CF}"/>
              </a:ext>
            </a:extLst>
          </p:cNvPr>
          <p:cNvGrpSpPr/>
          <p:nvPr userDrawn="1"/>
        </p:nvGrpSpPr>
        <p:grpSpPr>
          <a:xfrm>
            <a:off x="741392" y="4350871"/>
            <a:ext cx="3253482" cy="1553208"/>
            <a:chOff x="-4653512" y="542621"/>
            <a:chExt cx="12250752" cy="5689460"/>
          </a:xfrm>
          <a:solidFill>
            <a:srgbClr val="E5DFD3"/>
          </a:solidFill>
        </p:grpSpPr>
        <p:sp>
          <p:nvSpPr>
            <p:cNvPr id="35" name="Freeform 13">
              <a:extLst>
                <a:ext uri="{FF2B5EF4-FFF2-40B4-BE49-F238E27FC236}">
                  <a16:creationId xmlns:a16="http://schemas.microsoft.com/office/drawing/2014/main" id="{7211F511-5511-A015-410A-A2303064FF1A}"/>
                </a:ext>
              </a:extLst>
            </p:cNvPr>
            <p:cNvSpPr/>
            <p:nvPr/>
          </p:nvSpPr>
          <p:spPr>
            <a:xfrm>
              <a:off x="5270511" y="542720"/>
              <a:ext cx="2326729" cy="5689361"/>
            </a:xfrm>
            <a:custGeom>
              <a:avLst/>
              <a:gdLst>
                <a:gd name="connsiteX0" fmla="*/ 2320660 w 2326735"/>
                <a:gd name="connsiteY0" fmla="*/ 2975382 h 5689362"/>
                <a:gd name="connsiteX1" fmla="*/ 2305139 w 2326735"/>
                <a:gd name="connsiteY1" fmla="*/ 2972323 h 5689362"/>
                <a:gd name="connsiteX2" fmla="*/ 2288501 w 2326735"/>
                <a:gd name="connsiteY2" fmla="*/ 2977273 h 5689362"/>
                <a:gd name="connsiteX3" fmla="*/ 2285974 w 2326735"/>
                <a:gd name="connsiteY3" fmla="*/ 2978012 h 5689362"/>
                <a:gd name="connsiteX4" fmla="*/ 2251289 w 2326735"/>
                <a:gd name="connsiteY4" fmla="*/ 2989322 h 5689362"/>
                <a:gd name="connsiteX5" fmla="*/ 1836268 w 2326735"/>
                <a:gd name="connsiteY5" fmla="*/ 3348138 h 5689362"/>
                <a:gd name="connsiteX6" fmla="*/ 1773171 w 2326735"/>
                <a:gd name="connsiteY6" fmla="*/ 3479574 h 5689362"/>
                <a:gd name="connsiteX7" fmla="*/ 1810779 w 2326735"/>
                <a:gd name="connsiteY7" fmla="*/ 3105839 h 5689362"/>
                <a:gd name="connsiteX8" fmla="*/ 1811002 w 2326735"/>
                <a:gd name="connsiteY8" fmla="*/ 3084663 h 5689362"/>
                <a:gd name="connsiteX9" fmla="*/ 1815213 w 2326735"/>
                <a:gd name="connsiteY9" fmla="*/ 3030539 h 5689362"/>
                <a:gd name="connsiteX10" fmla="*/ 1840256 w 2326735"/>
                <a:gd name="connsiteY10" fmla="*/ 2972185 h 5689362"/>
                <a:gd name="connsiteX11" fmla="*/ 1848077 w 2326735"/>
                <a:gd name="connsiteY11" fmla="*/ 2956699 h 5689362"/>
                <a:gd name="connsiteX12" fmla="*/ 1852425 w 2326735"/>
                <a:gd name="connsiteY12" fmla="*/ 2954052 h 5689362"/>
                <a:gd name="connsiteX13" fmla="*/ 1985770 w 2326735"/>
                <a:gd name="connsiteY13" fmla="*/ 2890061 h 5689362"/>
                <a:gd name="connsiteX14" fmla="*/ 2085356 w 2326735"/>
                <a:gd name="connsiteY14" fmla="*/ 2759140 h 5689362"/>
                <a:gd name="connsiteX15" fmla="*/ 2220729 w 2326735"/>
                <a:gd name="connsiteY15" fmla="*/ 2159762 h 5689362"/>
                <a:gd name="connsiteX16" fmla="*/ 2215504 w 2326735"/>
                <a:gd name="connsiteY16" fmla="*/ 2096802 h 5689362"/>
                <a:gd name="connsiteX17" fmla="*/ 2212015 w 2326735"/>
                <a:gd name="connsiteY17" fmla="*/ 2066448 h 5689362"/>
                <a:gd name="connsiteX18" fmla="*/ 2202802 w 2326735"/>
                <a:gd name="connsiteY18" fmla="*/ 2053162 h 5689362"/>
                <a:gd name="connsiteX19" fmla="*/ 2186594 w 2326735"/>
                <a:gd name="connsiteY19" fmla="*/ 2053970 h 5689362"/>
                <a:gd name="connsiteX20" fmla="*/ 2178498 w 2326735"/>
                <a:gd name="connsiteY20" fmla="*/ 2058851 h 5689362"/>
                <a:gd name="connsiteX21" fmla="*/ 2167017 w 2326735"/>
                <a:gd name="connsiteY21" fmla="*/ 2066156 h 5689362"/>
                <a:gd name="connsiteX22" fmla="*/ 1963511 w 2326735"/>
                <a:gd name="connsiteY22" fmla="*/ 2271982 h 5689362"/>
                <a:gd name="connsiteX23" fmla="*/ 1800621 w 2326735"/>
                <a:gd name="connsiteY23" fmla="*/ 2718319 h 5689362"/>
                <a:gd name="connsiteX24" fmla="*/ 1796203 w 2326735"/>
                <a:gd name="connsiteY24" fmla="*/ 2663300 h 5689362"/>
                <a:gd name="connsiteX25" fmla="*/ 1795688 w 2326735"/>
                <a:gd name="connsiteY25" fmla="*/ 2656649 h 5689362"/>
                <a:gd name="connsiteX26" fmla="*/ 1779136 w 2326735"/>
                <a:gd name="connsiteY26" fmla="*/ 2437278 h 5689362"/>
                <a:gd name="connsiteX27" fmla="*/ 1770920 w 2326735"/>
                <a:gd name="connsiteY27" fmla="*/ 2383326 h 5689362"/>
                <a:gd name="connsiteX28" fmla="*/ 1768049 w 2326735"/>
                <a:gd name="connsiteY28" fmla="*/ 2285027 h 5689362"/>
                <a:gd name="connsiteX29" fmla="*/ 1774185 w 2326735"/>
                <a:gd name="connsiteY29" fmla="*/ 2262460 h 5689362"/>
                <a:gd name="connsiteX30" fmla="*/ 1837025 w 2326735"/>
                <a:gd name="connsiteY30" fmla="*/ 2183687 h 5689362"/>
                <a:gd name="connsiteX31" fmla="*/ 1838348 w 2326735"/>
                <a:gd name="connsiteY31" fmla="*/ 2182501 h 5689362"/>
                <a:gd name="connsiteX32" fmla="*/ 1955794 w 2326735"/>
                <a:gd name="connsiteY32" fmla="*/ 1989893 h 5689362"/>
                <a:gd name="connsiteX33" fmla="*/ 1989156 w 2326735"/>
                <a:gd name="connsiteY33" fmla="*/ 1645790 h 5689362"/>
                <a:gd name="connsiteX34" fmla="*/ 1989104 w 2326735"/>
                <a:gd name="connsiteY34" fmla="*/ 1643297 h 5689362"/>
                <a:gd name="connsiteX35" fmla="*/ 1944071 w 2326735"/>
                <a:gd name="connsiteY35" fmla="*/ 1329204 h 5689362"/>
                <a:gd name="connsiteX36" fmla="*/ 1931456 w 2326735"/>
                <a:gd name="connsiteY36" fmla="*/ 1294914 h 5689362"/>
                <a:gd name="connsiteX37" fmla="*/ 1924116 w 2326735"/>
                <a:gd name="connsiteY37" fmla="*/ 1275853 h 5689362"/>
                <a:gd name="connsiteX38" fmla="*/ 1911311 w 2326735"/>
                <a:gd name="connsiteY38" fmla="*/ 1265214 h 5689362"/>
                <a:gd name="connsiteX39" fmla="*/ 1908475 w 2326735"/>
                <a:gd name="connsiteY39" fmla="*/ 1264956 h 5689362"/>
                <a:gd name="connsiteX40" fmla="*/ 1895584 w 2326735"/>
                <a:gd name="connsiteY40" fmla="*/ 1271092 h 5689362"/>
                <a:gd name="connsiteX41" fmla="*/ 1868066 w 2326735"/>
                <a:gd name="connsiteY41" fmla="*/ 1304626 h 5689362"/>
                <a:gd name="connsiteX42" fmla="*/ 1675372 w 2326735"/>
                <a:gd name="connsiteY42" fmla="*/ 1865572 h 5689362"/>
                <a:gd name="connsiteX43" fmla="*/ 1683794 w 2326735"/>
                <a:gd name="connsiteY43" fmla="*/ 1980371 h 5689362"/>
                <a:gd name="connsiteX44" fmla="*/ 1566211 w 2326735"/>
                <a:gd name="connsiteY44" fmla="*/ 1643624 h 5689362"/>
                <a:gd name="connsiteX45" fmla="*/ 1564613 w 2326735"/>
                <a:gd name="connsiteY45" fmla="*/ 1635821 h 5689362"/>
                <a:gd name="connsiteX46" fmla="*/ 1564303 w 2326735"/>
                <a:gd name="connsiteY46" fmla="*/ 1621005 h 5689362"/>
                <a:gd name="connsiteX47" fmla="*/ 1564269 w 2326735"/>
                <a:gd name="connsiteY47" fmla="*/ 1555742 h 5689362"/>
                <a:gd name="connsiteX48" fmla="*/ 1571608 w 2326735"/>
                <a:gd name="connsiteY48" fmla="*/ 1539276 h 5689362"/>
                <a:gd name="connsiteX49" fmla="*/ 1594124 w 2326735"/>
                <a:gd name="connsiteY49" fmla="*/ 1511947 h 5689362"/>
                <a:gd name="connsiteX50" fmla="*/ 1632694 w 2326735"/>
                <a:gd name="connsiteY50" fmla="*/ 1461380 h 5689362"/>
                <a:gd name="connsiteX51" fmla="*/ 1685358 w 2326735"/>
                <a:gd name="connsiteY51" fmla="*/ 1239363 h 5689362"/>
                <a:gd name="connsiteX52" fmla="*/ 1632883 w 2326735"/>
                <a:gd name="connsiteY52" fmla="*/ 881578 h 5689362"/>
                <a:gd name="connsiteX53" fmla="*/ 1527349 w 2326735"/>
                <a:gd name="connsiteY53" fmla="*/ 623466 h 5689362"/>
                <a:gd name="connsiteX54" fmla="*/ 1514836 w 2326735"/>
                <a:gd name="connsiteY54" fmla="*/ 606192 h 5689362"/>
                <a:gd name="connsiteX55" fmla="*/ 1508511 w 2326735"/>
                <a:gd name="connsiteY55" fmla="*/ 597856 h 5689362"/>
                <a:gd name="connsiteX56" fmla="*/ 1493936 w 2326735"/>
                <a:gd name="connsiteY56" fmla="*/ 591136 h 5689362"/>
                <a:gd name="connsiteX57" fmla="*/ 1480495 w 2326735"/>
                <a:gd name="connsiteY57" fmla="*/ 599713 h 5689362"/>
                <a:gd name="connsiteX58" fmla="*/ 1373998 w 2326735"/>
                <a:gd name="connsiteY58" fmla="*/ 1012258 h 5689362"/>
                <a:gd name="connsiteX59" fmla="*/ 1416985 w 2326735"/>
                <a:gd name="connsiteY59" fmla="*/ 1332728 h 5689362"/>
                <a:gd name="connsiteX60" fmla="*/ 1208564 w 2326735"/>
                <a:gd name="connsiteY60" fmla="*/ 1001705 h 5689362"/>
                <a:gd name="connsiteX61" fmla="*/ 1206828 w 2326735"/>
                <a:gd name="connsiteY61" fmla="*/ 999316 h 5689362"/>
                <a:gd name="connsiteX62" fmla="*/ 1204508 w 2326735"/>
                <a:gd name="connsiteY62" fmla="*/ 996703 h 5689362"/>
                <a:gd name="connsiteX63" fmla="*/ 1194161 w 2326735"/>
                <a:gd name="connsiteY63" fmla="*/ 911691 h 5689362"/>
                <a:gd name="connsiteX64" fmla="*/ 1198199 w 2326735"/>
                <a:gd name="connsiteY64" fmla="*/ 903424 h 5689362"/>
                <a:gd name="connsiteX65" fmla="*/ 1214511 w 2326735"/>
                <a:gd name="connsiteY65" fmla="*/ 877711 h 5689362"/>
                <a:gd name="connsiteX66" fmla="*/ 1245999 w 2326735"/>
                <a:gd name="connsiteY66" fmla="*/ 820956 h 5689362"/>
                <a:gd name="connsiteX67" fmla="*/ 1261984 w 2326735"/>
                <a:gd name="connsiteY67" fmla="*/ 605539 h 5689362"/>
                <a:gd name="connsiteX68" fmla="*/ 1015130 w 2326735"/>
                <a:gd name="connsiteY68" fmla="*/ 101175 h 5689362"/>
                <a:gd name="connsiteX69" fmla="*/ 968482 w 2326735"/>
                <a:gd name="connsiteY69" fmla="*/ 55971 h 5689362"/>
                <a:gd name="connsiteX70" fmla="*/ 963876 w 2326735"/>
                <a:gd name="connsiteY70" fmla="*/ 51794 h 5689362"/>
                <a:gd name="connsiteX71" fmla="*/ 943921 w 2326735"/>
                <a:gd name="connsiteY71" fmla="*/ 33489 h 5689362"/>
                <a:gd name="connsiteX72" fmla="*/ 927506 w 2326735"/>
                <a:gd name="connsiteY72" fmla="*/ 29622 h 5689362"/>
                <a:gd name="connsiteX73" fmla="*/ 916179 w 2326735"/>
                <a:gd name="connsiteY73" fmla="*/ 41894 h 5689362"/>
                <a:gd name="connsiteX74" fmla="*/ 913154 w 2326735"/>
                <a:gd name="connsiteY74" fmla="*/ 55163 h 5689362"/>
                <a:gd name="connsiteX75" fmla="*/ 908307 w 2326735"/>
                <a:gd name="connsiteY75" fmla="*/ 77886 h 5689362"/>
                <a:gd name="connsiteX76" fmla="*/ 912484 w 2326735"/>
                <a:gd name="connsiteY76" fmla="*/ 442064 h 5689362"/>
                <a:gd name="connsiteX77" fmla="*/ 1041222 w 2326735"/>
                <a:gd name="connsiteY77" fmla="*/ 788797 h 5689362"/>
                <a:gd name="connsiteX78" fmla="*/ 749593 w 2326735"/>
                <a:gd name="connsiteY78" fmla="*/ 491772 h 5689362"/>
                <a:gd name="connsiteX79" fmla="*/ 748442 w 2326735"/>
                <a:gd name="connsiteY79" fmla="*/ 488970 h 5689362"/>
                <a:gd name="connsiteX80" fmla="*/ 698064 w 2326735"/>
                <a:gd name="connsiteY80" fmla="*/ 296654 h 5689362"/>
                <a:gd name="connsiteX81" fmla="*/ 472111 w 2326735"/>
                <a:gd name="connsiteY81" fmla="*/ 110216 h 5689362"/>
                <a:gd name="connsiteX82" fmla="*/ 298289 w 2326735"/>
                <a:gd name="connsiteY82" fmla="*/ 42186 h 5689362"/>
                <a:gd name="connsiteX83" fmla="*/ 214394 w 2326735"/>
                <a:gd name="connsiteY83" fmla="*/ 10681 h 5689362"/>
                <a:gd name="connsiteX84" fmla="*/ 166835 w 2326735"/>
                <a:gd name="connsiteY84" fmla="*/ 3410 h 5689362"/>
                <a:gd name="connsiteX85" fmla="*/ 164068 w 2326735"/>
                <a:gd name="connsiteY85" fmla="*/ 30567 h 5689362"/>
                <a:gd name="connsiteX86" fmla="*/ 165271 w 2326735"/>
                <a:gd name="connsiteY86" fmla="*/ 34606 h 5689362"/>
                <a:gd name="connsiteX87" fmla="*/ 307072 w 2326735"/>
                <a:gd name="connsiteY87" fmla="*/ 319188 h 5689362"/>
                <a:gd name="connsiteX88" fmla="*/ 703856 w 2326735"/>
                <a:gd name="connsiteY88" fmla="*/ 529758 h 5689362"/>
                <a:gd name="connsiteX89" fmla="*/ 715424 w 2326735"/>
                <a:gd name="connsiteY89" fmla="*/ 532972 h 5689362"/>
                <a:gd name="connsiteX90" fmla="*/ 767813 w 2326735"/>
                <a:gd name="connsiteY90" fmla="*/ 575581 h 5689362"/>
                <a:gd name="connsiteX91" fmla="*/ 900985 w 2326735"/>
                <a:gd name="connsiteY91" fmla="*/ 707172 h 5689362"/>
                <a:gd name="connsiteX92" fmla="*/ 668036 w 2326735"/>
                <a:gd name="connsiteY92" fmla="*/ 653305 h 5689362"/>
                <a:gd name="connsiteX93" fmla="*/ 524070 w 2326735"/>
                <a:gd name="connsiteY93" fmla="*/ 669822 h 5689362"/>
                <a:gd name="connsiteX94" fmla="*/ 522282 w 2326735"/>
                <a:gd name="connsiteY94" fmla="*/ 670097 h 5689362"/>
                <a:gd name="connsiteX95" fmla="*/ 480945 w 2326735"/>
                <a:gd name="connsiteY95" fmla="*/ 676079 h 5689362"/>
                <a:gd name="connsiteX96" fmla="*/ 393768 w 2326735"/>
                <a:gd name="connsiteY96" fmla="*/ 690156 h 5689362"/>
                <a:gd name="connsiteX97" fmla="*/ 351056 w 2326735"/>
                <a:gd name="connsiteY97" fmla="*/ 710558 h 5689362"/>
                <a:gd name="connsiteX98" fmla="*/ 351503 w 2326735"/>
                <a:gd name="connsiteY98" fmla="*/ 723844 h 5689362"/>
                <a:gd name="connsiteX99" fmla="*/ 358309 w 2326735"/>
                <a:gd name="connsiteY99" fmla="*/ 734277 h 5689362"/>
                <a:gd name="connsiteX100" fmla="*/ 627868 w 2326735"/>
                <a:gd name="connsiteY100" fmla="*/ 936184 h 5689362"/>
                <a:gd name="connsiteX101" fmla="*/ 976097 w 2326735"/>
                <a:gd name="connsiteY101" fmla="*/ 924909 h 5689362"/>
                <a:gd name="connsiteX102" fmla="*/ 1033504 w 2326735"/>
                <a:gd name="connsiteY102" fmla="*/ 911623 h 5689362"/>
                <a:gd name="connsiteX103" fmla="*/ 1066798 w 2326735"/>
                <a:gd name="connsiteY103" fmla="*/ 915198 h 5689362"/>
                <a:gd name="connsiteX104" fmla="*/ 1083143 w 2326735"/>
                <a:gd name="connsiteY104" fmla="*/ 921935 h 5689362"/>
                <a:gd name="connsiteX105" fmla="*/ 1267845 w 2326735"/>
                <a:gd name="connsiteY105" fmla="*/ 1195155 h 5689362"/>
                <a:gd name="connsiteX106" fmla="*/ 1068791 w 2326735"/>
                <a:gd name="connsiteY106" fmla="*/ 1094898 h 5689362"/>
                <a:gd name="connsiteX107" fmla="*/ 840105 w 2326735"/>
                <a:gd name="connsiteY107" fmla="*/ 1069133 h 5689362"/>
                <a:gd name="connsiteX108" fmla="*/ 814959 w 2326735"/>
                <a:gd name="connsiteY108" fmla="*/ 1067861 h 5689362"/>
                <a:gd name="connsiteX109" fmla="*/ 743612 w 2326735"/>
                <a:gd name="connsiteY109" fmla="*/ 1063633 h 5689362"/>
                <a:gd name="connsiteX110" fmla="*/ 702945 w 2326735"/>
                <a:gd name="connsiteY110" fmla="*/ 1061124 h 5689362"/>
                <a:gd name="connsiteX111" fmla="*/ 689625 w 2326735"/>
                <a:gd name="connsiteY111" fmla="*/ 1067896 h 5689362"/>
                <a:gd name="connsiteX112" fmla="*/ 687424 w 2326735"/>
                <a:gd name="connsiteY112" fmla="*/ 1083674 h 5689362"/>
                <a:gd name="connsiteX113" fmla="*/ 693561 w 2326735"/>
                <a:gd name="connsiteY113" fmla="*/ 1098542 h 5689362"/>
                <a:gd name="connsiteX114" fmla="*/ 977798 w 2326735"/>
                <a:gd name="connsiteY114" fmla="*/ 1378637 h 5689362"/>
                <a:gd name="connsiteX115" fmla="*/ 1286184 w 2326735"/>
                <a:gd name="connsiteY115" fmla="*/ 1423962 h 5689362"/>
                <a:gd name="connsiteX116" fmla="*/ 1324961 w 2326735"/>
                <a:gd name="connsiteY116" fmla="*/ 1419699 h 5689362"/>
                <a:gd name="connsiteX117" fmla="*/ 1403269 w 2326735"/>
                <a:gd name="connsiteY117" fmla="*/ 1444656 h 5689362"/>
                <a:gd name="connsiteX118" fmla="*/ 1549504 w 2326735"/>
                <a:gd name="connsiteY118" fmla="*/ 1795841 h 5689362"/>
                <a:gd name="connsiteX119" fmla="*/ 1364631 w 2326735"/>
                <a:gd name="connsiteY119" fmla="*/ 1647904 h 5689362"/>
                <a:gd name="connsiteX120" fmla="*/ 1125511 w 2326735"/>
                <a:gd name="connsiteY120" fmla="*/ 1544312 h 5689362"/>
                <a:gd name="connsiteX121" fmla="*/ 1022366 w 2326735"/>
                <a:gd name="connsiteY121" fmla="*/ 1501290 h 5689362"/>
                <a:gd name="connsiteX122" fmla="*/ 1006468 w 2326735"/>
                <a:gd name="connsiteY122" fmla="*/ 1502665 h 5689362"/>
                <a:gd name="connsiteX123" fmla="*/ 999008 w 2326735"/>
                <a:gd name="connsiteY123" fmla="*/ 1516553 h 5689362"/>
                <a:gd name="connsiteX124" fmla="*/ 1278468 w 2326735"/>
                <a:gd name="connsiteY124" fmla="*/ 1968184 h 5689362"/>
                <a:gd name="connsiteX125" fmla="*/ 1534001 w 2326735"/>
                <a:gd name="connsiteY125" fmla="*/ 2073787 h 5689362"/>
                <a:gd name="connsiteX126" fmla="*/ 1622347 w 2326735"/>
                <a:gd name="connsiteY126" fmla="*/ 2106720 h 5689362"/>
                <a:gd name="connsiteX127" fmla="*/ 1636475 w 2326735"/>
                <a:gd name="connsiteY127" fmla="*/ 2116448 h 5689362"/>
                <a:gd name="connsiteX128" fmla="*/ 1651274 w 2326735"/>
                <a:gd name="connsiteY128" fmla="*/ 2141783 h 5689362"/>
                <a:gd name="connsiteX129" fmla="*/ 1725200 w 2326735"/>
                <a:gd name="connsiteY129" fmla="*/ 2580592 h 5689362"/>
                <a:gd name="connsiteX130" fmla="*/ 1709112 w 2326735"/>
                <a:gd name="connsiteY130" fmla="*/ 2534665 h 5689362"/>
                <a:gd name="connsiteX131" fmla="*/ 1512928 w 2326735"/>
                <a:gd name="connsiteY131" fmla="*/ 2275986 h 5689362"/>
                <a:gd name="connsiteX132" fmla="*/ 1360248 w 2326735"/>
                <a:gd name="connsiteY132" fmla="*/ 2151855 h 5689362"/>
                <a:gd name="connsiteX133" fmla="*/ 1357841 w 2326735"/>
                <a:gd name="connsiteY133" fmla="*/ 2149964 h 5689362"/>
                <a:gd name="connsiteX134" fmla="*/ 1288969 w 2326735"/>
                <a:gd name="connsiteY134" fmla="*/ 2095169 h 5689362"/>
                <a:gd name="connsiteX135" fmla="*/ 1274291 w 2326735"/>
                <a:gd name="connsiteY135" fmla="*/ 2082880 h 5689362"/>
                <a:gd name="connsiteX136" fmla="*/ 1260008 w 2326735"/>
                <a:gd name="connsiteY136" fmla="*/ 2070642 h 5689362"/>
                <a:gd name="connsiteX137" fmla="*/ 1241720 w 2326735"/>
                <a:gd name="connsiteY137" fmla="*/ 2068459 h 5689362"/>
                <a:gd name="connsiteX138" fmla="*/ 1232593 w 2326735"/>
                <a:gd name="connsiteY138" fmla="*/ 2084512 h 5689362"/>
                <a:gd name="connsiteX139" fmla="*/ 1234397 w 2326735"/>
                <a:gd name="connsiteY139" fmla="*/ 2113302 h 5689362"/>
                <a:gd name="connsiteX140" fmla="*/ 1234673 w 2326735"/>
                <a:gd name="connsiteY140" fmla="*/ 2117582 h 5689362"/>
                <a:gd name="connsiteX141" fmla="*/ 1238780 w 2326735"/>
                <a:gd name="connsiteY141" fmla="*/ 2171793 h 5689362"/>
                <a:gd name="connsiteX142" fmla="*/ 1394263 w 2326735"/>
                <a:gd name="connsiteY142" fmla="*/ 2608333 h 5689362"/>
                <a:gd name="connsiteX143" fmla="*/ 1645018 w 2326735"/>
                <a:gd name="connsiteY143" fmla="*/ 2820742 h 5689362"/>
                <a:gd name="connsiteX144" fmla="*/ 1718136 w 2326735"/>
                <a:gd name="connsiteY144" fmla="*/ 2876861 h 5689362"/>
                <a:gd name="connsiteX145" fmla="*/ 1743058 w 2326735"/>
                <a:gd name="connsiteY145" fmla="*/ 2960480 h 5689362"/>
                <a:gd name="connsiteX146" fmla="*/ 1715128 w 2326735"/>
                <a:gd name="connsiteY146" fmla="*/ 3350097 h 5689362"/>
                <a:gd name="connsiteX147" fmla="*/ 1690515 w 2326735"/>
                <a:gd name="connsiteY147" fmla="*/ 3239940 h 5689362"/>
                <a:gd name="connsiteX148" fmla="*/ 1566589 w 2326735"/>
                <a:gd name="connsiteY148" fmla="*/ 3005960 h 5689362"/>
                <a:gd name="connsiteX149" fmla="*/ 1415662 w 2326735"/>
                <a:gd name="connsiteY149" fmla="*/ 2803193 h 5689362"/>
                <a:gd name="connsiteX150" fmla="*/ 1412345 w 2326735"/>
                <a:gd name="connsiteY150" fmla="*/ 2798776 h 5689362"/>
                <a:gd name="connsiteX151" fmla="*/ 1353596 w 2326735"/>
                <a:gd name="connsiteY151" fmla="*/ 2720639 h 5689362"/>
                <a:gd name="connsiteX152" fmla="*/ 1341771 w 2326735"/>
                <a:gd name="connsiteY152" fmla="*/ 2712424 h 5689362"/>
                <a:gd name="connsiteX153" fmla="*/ 1327900 w 2326735"/>
                <a:gd name="connsiteY153" fmla="*/ 2712063 h 5689362"/>
                <a:gd name="connsiteX154" fmla="*/ 1318567 w 2326735"/>
                <a:gd name="connsiteY154" fmla="*/ 2722255 h 5689362"/>
                <a:gd name="connsiteX155" fmla="*/ 1317982 w 2326735"/>
                <a:gd name="connsiteY155" fmla="*/ 2724043 h 5689362"/>
                <a:gd name="connsiteX156" fmla="*/ 1316161 w 2326735"/>
                <a:gd name="connsiteY156" fmla="*/ 2730712 h 5689362"/>
                <a:gd name="connsiteX157" fmla="*/ 1380616 w 2326735"/>
                <a:gd name="connsiteY157" fmla="*/ 3292225 h 5689362"/>
                <a:gd name="connsiteX158" fmla="*/ 1559302 w 2326735"/>
                <a:gd name="connsiteY158" fmla="*/ 3541313 h 5689362"/>
                <a:gd name="connsiteX159" fmla="*/ 1650432 w 2326735"/>
                <a:gd name="connsiteY159" fmla="*/ 3665479 h 5689362"/>
                <a:gd name="connsiteX160" fmla="*/ 1653629 w 2326735"/>
                <a:gd name="connsiteY160" fmla="*/ 3682238 h 5689362"/>
                <a:gd name="connsiteX161" fmla="*/ 1505641 w 2326735"/>
                <a:gd name="connsiteY161" fmla="*/ 4135158 h 5689362"/>
                <a:gd name="connsiteX162" fmla="*/ 1502375 w 2326735"/>
                <a:gd name="connsiteY162" fmla="*/ 3897465 h 5689362"/>
                <a:gd name="connsiteX163" fmla="*/ 1395311 w 2326735"/>
                <a:gd name="connsiteY163" fmla="*/ 3570516 h 5689362"/>
                <a:gd name="connsiteX164" fmla="*/ 1383744 w 2326735"/>
                <a:gd name="connsiteY164" fmla="*/ 3541485 h 5689362"/>
                <a:gd name="connsiteX165" fmla="*/ 1328605 w 2326735"/>
                <a:gd name="connsiteY165" fmla="*/ 3402813 h 5689362"/>
                <a:gd name="connsiteX166" fmla="*/ 1312774 w 2326735"/>
                <a:gd name="connsiteY166" fmla="*/ 3392225 h 5689362"/>
                <a:gd name="connsiteX167" fmla="*/ 1298268 w 2326735"/>
                <a:gd name="connsiteY167" fmla="*/ 3401283 h 5689362"/>
                <a:gd name="connsiteX168" fmla="*/ 1292200 w 2326735"/>
                <a:gd name="connsiteY168" fmla="*/ 3412696 h 5689362"/>
                <a:gd name="connsiteX169" fmla="*/ 1284913 w 2326735"/>
                <a:gd name="connsiteY169" fmla="*/ 3427168 h 5689362"/>
                <a:gd name="connsiteX170" fmla="*/ 1207000 w 2326735"/>
                <a:gd name="connsiteY170" fmla="*/ 3961026 h 5689362"/>
                <a:gd name="connsiteX171" fmla="*/ 1308993 w 2326735"/>
                <a:gd name="connsiteY171" fmla="*/ 4258258 h 5689362"/>
                <a:gd name="connsiteX172" fmla="*/ 1366092 w 2326735"/>
                <a:gd name="connsiteY172" fmla="*/ 4397910 h 5689362"/>
                <a:gd name="connsiteX173" fmla="*/ 1360884 w 2326735"/>
                <a:gd name="connsiteY173" fmla="*/ 4430052 h 5689362"/>
                <a:gd name="connsiteX174" fmla="*/ 1141341 w 2326735"/>
                <a:gd name="connsiteY174" fmla="*/ 4753839 h 5689362"/>
                <a:gd name="connsiteX175" fmla="*/ 1142253 w 2326735"/>
                <a:gd name="connsiteY175" fmla="*/ 4752189 h 5689362"/>
                <a:gd name="connsiteX176" fmla="*/ 1196000 w 2326735"/>
                <a:gd name="connsiteY176" fmla="*/ 4433953 h 5689362"/>
                <a:gd name="connsiteX177" fmla="*/ 1172005 w 2326735"/>
                <a:gd name="connsiteY177" fmla="*/ 4184986 h 5689362"/>
                <a:gd name="connsiteX178" fmla="*/ 1171472 w 2326735"/>
                <a:gd name="connsiteY178" fmla="*/ 4180293 h 5689362"/>
                <a:gd name="connsiteX179" fmla="*/ 1160644 w 2326735"/>
                <a:gd name="connsiteY179" fmla="*/ 4082803 h 5689362"/>
                <a:gd name="connsiteX180" fmla="*/ 1154250 w 2326735"/>
                <a:gd name="connsiteY180" fmla="*/ 4027200 h 5689362"/>
                <a:gd name="connsiteX181" fmla="*/ 1151276 w 2326735"/>
                <a:gd name="connsiteY181" fmla="*/ 4001865 h 5689362"/>
                <a:gd name="connsiteX182" fmla="*/ 1142287 w 2326735"/>
                <a:gd name="connsiteY182" fmla="*/ 3988974 h 5689362"/>
                <a:gd name="connsiteX183" fmla="*/ 1102360 w 2326735"/>
                <a:gd name="connsiteY183" fmla="*/ 4010476 h 5689362"/>
                <a:gd name="connsiteX184" fmla="*/ 899731 w 2326735"/>
                <a:gd name="connsiteY184" fmla="*/ 4446879 h 5689362"/>
                <a:gd name="connsiteX185" fmla="*/ 942081 w 2326735"/>
                <a:gd name="connsiteY185" fmla="*/ 4879964 h 5689362"/>
                <a:gd name="connsiteX186" fmla="*/ 943474 w 2326735"/>
                <a:gd name="connsiteY186" fmla="*/ 4892443 h 5689362"/>
                <a:gd name="connsiteX187" fmla="*/ 940569 w 2326735"/>
                <a:gd name="connsiteY187" fmla="*/ 4964873 h 5689362"/>
                <a:gd name="connsiteX188" fmla="*/ 935120 w 2326735"/>
                <a:gd name="connsiteY188" fmla="*/ 4978142 h 5689362"/>
                <a:gd name="connsiteX189" fmla="*/ 575067 w 2326735"/>
                <a:gd name="connsiteY189" fmla="*/ 5252049 h 5689362"/>
                <a:gd name="connsiteX190" fmla="*/ 709099 w 2326735"/>
                <a:gd name="connsiteY190" fmla="*/ 5032576 h 5689362"/>
                <a:gd name="connsiteX191" fmla="*/ 772797 w 2326735"/>
                <a:gd name="connsiteY191" fmla="*/ 4722660 h 5689362"/>
                <a:gd name="connsiteX192" fmla="*/ 774172 w 2326735"/>
                <a:gd name="connsiteY192" fmla="*/ 4713533 h 5689362"/>
                <a:gd name="connsiteX193" fmla="*/ 791532 w 2326735"/>
                <a:gd name="connsiteY193" fmla="*/ 4604802 h 5689362"/>
                <a:gd name="connsiteX194" fmla="*/ 798252 w 2326735"/>
                <a:gd name="connsiteY194" fmla="*/ 4563259 h 5689362"/>
                <a:gd name="connsiteX195" fmla="*/ 792134 w 2326735"/>
                <a:gd name="connsiteY195" fmla="*/ 4547531 h 5689362"/>
                <a:gd name="connsiteX196" fmla="*/ 775375 w 2326735"/>
                <a:gd name="connsiteY196" fmla="*/ 4545228 h 5689362"/>
                <a:gd name="connsiteX197" fmla="*/ 769514 w 2326735"/>
                <a:gd name="connsiteY197" fmla="*/ 4547652 h 5689362"/>
                <a:gd name="connsiteX198" fmla="*/ 752670 w 2326735"/>
                <a:gd name="connsiteY198" fmla="*/ 4555129 h 5689362"/>
                <a:gd name="connsiteX199" fmla="*/ 369189 w 2326735"/>
                <a:gd name="connsiteY199" fmla="*/ 5233693 h 5689362"/>
                <a:gd name="connsiteX200" fmla="*/ 357295 w 2326735"/>
                <a:gd name="connsiteY200" fmla="*/ 5355418 h 5689362"/>
                <a:gd name="connsiteX201" fmla="*/ 351331 w 2326735"/>
                <a:gd name="connsiteY201" fmla="*/ 5363565 h 5689362"/>
                <a:gd name="connsiteX202" fmla="*/ 13003 w 2326735"/>
                <a:gd name="connsiteY202" fmla="*/ 5473018 h 5689362"/>
                <a:gd name="connsiteX203" fmla="*/ 885 w 2326735"/>
                <a:gd name="connsiteY203" fmla="*/ 5483950 h 5689362"/>
                <a:gd name="connsiteX204" fmla="*/ 3962 w 2326735"/>
                <a:gd name="connsiteY204" fmla="*/ 5500072 h 5689362"/>
                <a:gd name="connsiteX205" fmla="*/ 35261 w 2326735"/>
                <a:gd name="connsiteY205" fmla="*/ 5545964 h 5689362"/>
                <a:gd name="connsiteX206" fmla="*/ 53635 w 2326735"/>
                <a:gd name="connsiteY206" fmla="*/ 5554300 h 5689362"/>
                <a:gd name="connsiteX207" fmla="*/ 316250 w 2326735"/>
                <a:gd name="connsiteY207" fmla="*/ 5474599 h 5689362"/>
                <a:gd name="connsiteX208" fmla="*/ 332991 w 2326735"/>
                <a:gd name="connsiteY208" fmla="*/ 5471385 h 5689362"/>
                <a:gd name="connsiteX209" fmla="*/ 393046 w 2326735"/>
                <a:gd name="connsiteY209" fmla="*/ 5483090 h 5689362"/>
                <a:gd name="connsiteX210" fmla="*/ 401348 w 2326735"/>
                <a:gd name="connsiteY210" fmla="*/ 5486081 h 5689362"/>
                <a:gd name="connsiteX211" fmla="*/ 651760 w 2326735"/>
                <a:gd name="connsiteY211" fmla="*/ 5671006 h 5689362"/>
                <a:gd name="connsiteX212" fmla="*/ 732371 w 2326735"/>
                <a:gd name="connsiteY212" fmla="*/ 5684825 h 5689362"/>
                <a:gd name="connsiteX213" fmla="*/ 826698 w 2326735"/>
                <a:gd name="connsiteY213" fmla="*/ 5689363 h 5689362"/>
                <a:gd name="connsiteX214" fmla="*/ 908084 w 2326735"/>
                <a:gd name="connsiteY214" fmla="*/ 5686407 h 5689362"/>
                <a:gd name="connsiteX215" fmla="*/ 1181596 w 2326735"/>
                <a:gd name="connsiteY215" fmla="*/ 5614303 h 5689362"/>
                <a:gd name="connsiteX216" fmla="*/ 1279654 w 2326735"/>
                <a:gd name="connsiteY216" fmla="*/ 5542681 h 5689362"/>
                <a:gd name="connsiteX217" fmla="*/ 1277574 w 2326735"/>
                <a:gd name="connsiteY217" fmla="*/ 5519890 h 5689362"/>
                <a:gd name="connsiteX218" fmla="*/ 1026939 w 2326735"/>
                <a:gd name="connsiteY218" fmla="*/ 5362104 h 5689362"/>
                <a:gd name="connsiteX219" fmla="*/ 660732 w 2326735"/>
                <a:gd name="connsiteY219" fmla="*/ 5318567 h 5689362"/>
                <a:gd name="connsiteX220" fmla="*/ 609752 w 2326735"/>
                <a:gd name="connsiteY220" fmla="*/ 5331114 h 5689362"/>
                <a:gd name="connsiteX221" fmla="*/ 921937 w 2326735"/>
                <a:gd name="connsiteY221" fmla="*/ 5101947 h 5689362"/>
                <a:gd name="connsiteX222" fmla="*/ 929363 w 2326735"/>
                <a:gd name="connsiteY222" fmla="*/ 5098286 h 5689362"/>
                <a:gd name="connsiteX223" fmla="*/ 988867 w 2326735"/>
                <a:gd name="connsiteY223" fmla="*/ 5090723 h 5689362"/>
                <a:gd name="connsiteX224" fmla="*/ 993766 w 2326735"/>
                <a:gd name="connsiteY224" fmla="*/ 5091806 h 5689362"/>
                <a:gd name="connsiteX225" fmla="*/ 1227866 w 2326735"/>
                <a:gd name="connsiteY225" fmla="*/ 5190654 h 5689362"/>
                <a:gd name="connsiteX226" fmla="*/ 1242888 w 2326735"/>
                <a:gd name="connsiteY226" fmla="*/ 5190379 h 5689362"/>
                <a:gd name="connsiteX227" fmla="*/ 1561622 w 2326735"/>
                <a:gd name="connsiteY227" fmla="*/ 5103236 h 5689362"/>
                <a:gd name="connsiteX228" fmla="*/ 1781697 w 2326735"/>
                <a:gd name="connsiteY228" fmla="*/ 4948166 h 5689362"/>
                <a:gd name="connsiteX229" fmla="*/ 1819991 w 2326735"/>
                <a:gd name="connsiteY229" fmla="*/ 4900143 h 5689362"/>
                <a:gd name="connsiteX230" fmla="*/ 1821091 w 2326735"/>
                <a:gd name="connsiteY230" fmla="*/ 4898647 h 5689362"/>
                <a:gd name="connsiteX231" fmla="*/ 1836286 w 2326735"/>
                <a:gd name="connsiteY231" fmla="*/ 4878366 h 5689362"/>
                <a:gd name="connsiteX232" fmla="*/ 1839551 w 2326735"/>
                <a:gd name="connsiteY232" fmla="*/ 4865354 h 5689362"/>
                <a:gd name="connsiteX233" fmla="*/ 1831645 w 2326735"/>
                <a:gd name="connsiteY233" fmla="*/ 4853856 h 5689362"/>
                <a:gd name="connsiteX234" fmla="*/ 1778328 w 2326735"/>
                <a:gd name="connsiteY234" fmla="*/ 4828968 h 5689362"/>
                <a:gd name="connsiteX235" fmla="*/ 1282610 w 2326735"/>
                <a:gd name="connsiteY235" fmla="*/ 4809683 h 5689362"/>
                <a:gd name="connsiteX236" fmla="*/ 1132370 w 2326735"/>
                <a:gd name="connsiteY236" fmla="*/ 4887011 h 5689362"/>
                <a:gd name="connsiteX237" fmla="*/ 1378879 w 2326735"/>
                <a:gd name="connsiteY237" fmla="*/ 4547721 h 5689362"/>
                <a:gd name="connsiteX238" fmla="*/ 1382506 w 2326735"/>
                <a:gd name="connsiteY238" fmla="*/ 4542307 h 5689362"/>
                <a:gd name="connsiteX239" fmla="*/ 1402444 w 2326735"/>
                <a:gd name="connsiteY239" fmla="*/ 4530275 h 5689362"/>
                <a:gd name="connsiteX240" fmla="*/ 1438487 w 2326735"/>
                <a:gd name="connsiteY240" fmla="*/ 4507312 h 5689362"/>
                <a:gd name="connsiteX241" fmla="*/ 1461020 w 2326735"/>
                <a:gd name="connsiteY241" fmla="*/ 4506178 h 5689362"/>
                <a:gd name="connsiteX242" fmla="*/ 1505675 w 2326735"/>
                <a:gd name="connsiteY242" fmla="*/ 4523778 h 5689362"/>
                <a:gd name="connsiteX243" fmla="*/ 1766021 w 2326735"/>
                <a:gd name="connsiteY243" fmla="*/ 4490845 h 5689362"/>
                <a:gd name="connsiteX244" fmla="*/ 1974133 w 2326735"/>
                <a:gd name="connsiteY244" fmla="*/ 4326065 h 5689362"/>
                <a:gd name="connsiteX245" fmla="*/ 2147405 w 2326735"/>
                <a:gd name="connsiteY245" fmla="*/ 4069053 h 5689362"/>
                <a:gd name="connsiteX246" fmla="*/ 2164920 w 2326735"/>
                <a:gd name="connsiteY246" fmla="*/ 4013587 h 5689362"/>
                <a:gd name="connsiteX247" fmla="*/ 2171709 w 2326735"/>
                <a:gd name="connsiteY247" fmla="*/ 3989490 h 5689362"/>
                <a:gd name="connsiteX248" fmla="*/ 2161345 w 2326735"/>
                <a:gd name="connsiteY248" fmla="*/ 3968967 h 5689362"/>
                <a:gd name="connsiteX249" fmla="*/ 2154366 w 2326735"/>
                <a:gd name="connsiteY249" fmla="*/ 3968435 h 5689362"/>
                <a:gd name="connsiteX250" fmla="*/ 1634241 w 2326735"/>
                <a:gd name="connsiteY250" fmla="*/ 4147413 h 5689362"/>
                <a:gd name="connsiteX251" fmla="*/ 1528363 w 2326735"/>
                <a:gd name="connsiteY251" fmla="*/ 4269516 h 5689362"/>
                <a:gd name="connsiteX252" fmla="*/ 1707891 w 2326735"/>
                <a:gd name="connsiteY252" fmla="*/ 3796744 h 5689362"/>
                <a:gd name="connsiteX253" fmla="*/ 1708596 w 2326735"/>
                <a:gd name="connsiteY253" fmla="*/ 3794338 h 5689362"/>
                <a:gd name="connsiteX254" fmla="*/ 1710642 w 2326735"/>
                <a:gd name="connsiteY254" fmla="*/ 3788459 h 5689362"/>
                <a:gd name="connsiteX255" fmla="*/ 1757530 w 2326735"/>
                <a:gd name="connsiteY255" fmla="*/ 3724073 h 5689362"/>
                <a:gd name="connsiteX256" fmla="*/ 1762240 w 2326735"/>
                <a:gd name="connsiteY256" fmla="*/ 3721495 h 5689362"/>
                <a:gd name="connsiteX257" fmla="*/ 1766330 w 2326735"/>
                <a:gd name="connsiteY257" fmla="*/ 3721667 h 5689362"/>
                <a:gd name="connsiteX258" fmla="*/ 1776351 w 2326735"/>
                <a:gd name="connsiteY258" fmla="*/ 3722268 h 5689362"/>
                <a:gd name="connsiteX259" fmla="*/ 1848678 w 2326735"/>
                <a:gd name="connsiteY259" fmla="*/ 3721478 h 5689362"/>
                <a:gd name="connsiteX260" fmla="*/ 2032882 w 2326735"/>
                <a:gd name="connsiteY260" fmla="*/ 3618677 h 5689362"/>
                <a:gd name="connsiteX261" fmla="*/ 2314300 w 2326735"/>
                <a:gd name="connsiteY261" fmla="*/ 3095578 h 5689362"/>
                <a:gd name="connsiteX262" fmla="*/ 2323719 w 2326735"/>
                <a:gd name="connsiteY262" fmla="*/ 3024677 h 5689362"/>
                <a:gd name="connsiteX263" fmla="*/ 2326658 w 2326735"/>
                <a:gd name="connsiteY263" fmla="*/ 2990095 h 5689362"/>
                <a:gd name="connsiteX264" fmla="*/ 2320660 w 2326735"/>
                <a:gd name="connsiteY264" fmla="*/ 2975382 h 5689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326735" h="5689362">
                  <a:moveTo>
                    <a:pt x="2320660" y="2975382"/>
                  </a:moveTo>
                  <a:cubicBezTo>
                    <a:pt x="2316329" y="2971807"/>
                    <a:pt x="2310038" y="2970673"/>
                    <a:pt x="2305139" y="2972323"/>
                  </a:cubicBezTo>
                  <a:cubicBezTo>
                    <a:pt x="2299158" y="2974162"/>
                    <a:pt x="2293675" y="2975761"/>
                    <a:pt x="2288501" y="2977273"/>
                  </a:cubicBezTo>
                  <a:lnTo>
                    <a:pt x="2285974" y="2978012"/>
                  </a:lnTo>
                  <a:cubicBezTo>
                    <a:pt x="2273221" y="2981742"/>
                    <a:pt x="2262203" y="2984939"/>
                    <a:pt x="2251289" y="2989322"/>
                  </a:cubicBezTo>
                  <a:cubicBezTo>
                    <a:pt x="2078859" y="3057833"/>
                    <a:pt x="1943109" y="3175210"/>
                    <a:pt x="1836268" y="3348138"/>
                  </a:cubicBezTo>
                  <a:cubicBezTo>
                    <a:pt x="1809885" y="3390867"/>
                    <a:pt x="1789448" y="3435281"/>
                    <a:pt x="1773171" y="3479574"/>
                  </a:cubicBezTo>
                  <a:cubicBezTo>
                    <a:pt x="1799864" y="3330589"/>
                    <a:pt x="1806052" y="3272545"/>
                    <a:pt x="1810779" y="3105839"/>
                  </a:cubicBezTo>
                  <a:cubicBezTo>
                    <a:pt x="1811002" y="3098844"/>
                    <a:pt x="1811002" y="3091728"/>
                    <a:pt x="1811002" y="3084663"/>
                  </a:cubicBezTo>
                  <a:cubicBezTo>
                    <a:pt x="1811002" y="3065378"/>
                    <a:pt x="1811002" y="3047159"/>
                    <a:pt x="1815213" y="3030539"/>
                  </a:cubicBezTo>
                  <a:cubicBezTo>
                    <a:pt x="1820266" y="3010841"/>
                    <a:pt x="1830424" y="2991195"/>
                    <a:pt x="1840256" y="2972185"/>
                  </a:cubicBezTo>
                  <a:cubicBezTo>
                    <a:pt x="1843023" y="2966805"/>
                    <a:pt x="1845791" y="2961426"/>
                    <a:pt x="1848077" y="2956699"/>
                  </a:cubicBezTo>
                  <a:cubicBezTo>
                    <a:pt x="1848867" y="2955771"/>
                    <a:pt x="1851428" y="2954207"/>
                    <a:pt x="1852425" y="2954052"/>
                  </a:cubicBezTo>
                  <a:cubicBezTo>
                    <a:pt x="1901738" y="2946524"/>
                    <a:pt x="1945343" y="2925589"/>
                    <a:pt x="1985770" y="2890061"/>
                  </a:cubicBezTo>
                  <a:cubicBezTo>
                    <a:pt x="2026505" y="2854087"/>
                    <a:pt x="2060005" y="2810051"/>
                    <a:pt x="2085356" y="2759140"/>
                  </a:cubicBezTo>
                  <a:cubicBezTo>
                    <a:pt x="2176350" y="2576673"/>
                    <a:pt x="2221881" y="2374989"/>
                    <a:pt x="2220729" y="2159762"/>
                  </a:cubicBezTo>
                  <a:cubicBezTo>
                    <a:pt x="2220626" y="2138998"/>
                    <a:pt x="2218185" y="2118785"/>
                    <a:pt x="2215504" y="2096802"/>
                  </a:cubicBezTo>
                  <a:cubicBezTo>
                    <a:pt x="2214284" y="2086953"/>
                    <a:pt x="2213046" y="2076881"/>
                    <a:pt x="2212015" y="2066448"/>
                  </a:cubicBezTo>
                  <a:cubicBezTo>
                    <a:pt x="2211431" y="2060725"/>
                    <a:pt x="2207907" y="2055637"/>
                    <a:pt x="2202802" y="2053162"/>
                  </a:cubicBezTo>
                  <a:cubicBezTo>
                    <a:pt x="2197766" y="2050721"/>
                    <a:pt x="2191681" y="2050893"/>
                    <a:pt x="2186594" y="2053970"/>
                  </a:cubicBezTo>
                  <a:cubicBezTo>
                    <a:pt x="2183517" y="2055895"/>
                    <a:pt x="2180887" y="2057459"/>
                    <a:pt x="2178498" y="2058851"/>
                  </a:cubicBezTo>
                  <a:cubicBezTo>
                    <a:pt x="2173875" y="2061601"/>
                    <a:pt x="2170351" y="2063750"/>
                    <a:pt x="2167017" y="2066156"/>
                  </a:cubicBezTo>
                  <a:cubicBezTo>
                    <a:pt x="2089396" y="2121793"/>
                    <a:pt x="2020936" y="2191061"/>
                    <a:pt x="1963511" y="2271982"/>
                  </a:cubicBezTo>
                  <a:cubicBezTo>
                    <a:pt x="1869802" y="2404243"/>
                    <a:pt x="1815299" y="2553796"/>
                    <a:pt x="1800621" y="2718319"/>
                  </a:cubicBezTo>
                  <a:cubicBezTo>
                    <a:pt x="1799159" y="2699979"/>
                    <a:pt x="1797681" y="2681640"/>
                    <a:pt x="1796203" y="2663300"/>
                  </a:cubicBezTo>
                  <a:lnTo>
                    <a:pt x="1795688" y="2656649"/>
                  </a:lnTo>
                  <a:cubicBezTo>
                    <a:pt x="1789930" y="2584751"/>
                    <a:pt x="1783983" y="2510396"/>
                    <a:pt x="1779136" y="2437278"/>
                  </a:cubicBezTo>
                  <a:cubicBezTo>
                    <a:pt x="1777915" y="2418767"/>
                    <a:pt x="1774357" y="2400754"/>
                    <a:pt x="1770920" y="2383326"/>
                  </a:cubicBezTo>
                  <a:cubicBezTo>
                    <a:pt x="1764285" y="2349826"/>
                    <a:pt x="1758012" y="2318183"/>
                    <a:pt x="1768049" y="2285027"/>
                  </a:cubicBezTo>
                  <a:cubicBezTo>
                    <a:pt x="1770335" y="2277534"/>
                    <a:pt x="1772260" y="2269988"/>
                    <a:pt x="1774185" y="2262460"/>
                  </a:cubicBezTo>
                  <a:cubicBezTo>
                    <a:pt x="1778929" y="2243811"/>
                    <a:pt x="1801841" y="2215090"/>
                    <a:pt x="1837025" y="2183687"/>
                  </a:cubicBezTo>
                  <a:lnTo>
                    <a:pt x="1838348" y="2182501"/>
                  </a:lnTo>
                  <a:cubicBezTo>
                    <a:pt x="1851325" y="2171501"/>
                    <a:pt x="1917980" y="2110518"/>
                    <a:pt x="1955794" y="1989893"/>
                  </a:cubicBezTo>
                  <a:cubicBezTo>
                    <a:pt x="1994174" y="1867343"/>
                    <a:pt x="1991269" y="1739292"/>
                    <a:pt x="1989156" y="1645790"/>
                  </a:cubicBezTo>
                  <a:lnTo>
                    <a:pt x="1989104" y="1643297"/>
                  </a:lnTo>
                  <a:cubicBezTo>
                    <a:pt x="1986285" y="1514766"/>
                    <a:pt x="1972397" y="1417911"/>
                    <a:pt x="1944071" y="1329204"/>
                  </a:cubicBezTo>
                  <a:cubicBezTo>
                    <a:pt x="1940411" y="1317860"/>
                    <a:pt x="1936062" y="1306671"/>
                    <a:pt x="1931456" y="1294914"/>
                  </a:cubicBezTo>
                  <a:cubicBezTo>
                    <a:pt x="1929066" y="1288795"/>
                    <a:pt x="1926626" y="1282470"/>
                    <a:pt x="1924116" y="1275853"/>
                  </a:cubicBezTo>
                  <a:cubicBezTo>
                    <a:pt x="1922054" y="1270250"/>
                    <a:pt x="1917103" y="1266176"/>
                    <a:pt x="1911311" y="1265214"/>
                  </a:cubicBezTo>
                  <a:lnTo>
                    <a:pt x="1908475" y="1264956"/>
                  </a:lnTo>
                  <a:cubicBezTo>
                    <a:pt x="1903456" y="1264956"/>
                    <a:pt x="1898764" y="1267207"/>
                    <a:pt x="1895584" y="1271092"/>
                  </a:cubicBezTo>
                  <a:lnTo>
                    <a:pt x="1868066" y="1304626"/>
                  </a:lnTo>
                  <a:cubicBezTo>
                    <a:pt x="1736131" y="1465539"/>
                    <a:pt x="1671316" y="1654263"/>
                    <a:pt x="1675372" y="1865572"/>
                  </a:cubicBezTo>
                  <a:cubicBezTo>
                    <a:pt x="1676077" y="1902784"/>
                    <a:pt x="1678861" y="1940959"/>
                    <a:pt x="1683794" y="1980371"/>
                  </a:cubicBezTo>
                  <a:cubicBezTo>
                    <a:pt x="1650260" y="1864644"/>
                    <a:pt x="1610934" y="1751994"/>
                    <a:pt x="1566211" y="1643624"/>
                  </a:cubicBezTo>
                  <a:cubicBezTo>
                    <a:pt x="1565283" y="1641252"/>
                    <a:pt x="1564681" y="1638313"/>
                    <a:pt x="1564613" y="1635821"/>
                  </a:cubicBezTo>
                  <a:lnTo>
                    <a:pt x="1564303" y="1621005"/>
                  </a:lnTo>
                  <a:cubicBezTo>
                    <a:pt x="1563839" y="1599623"/>
                    <a:pt x="1563358" y="1577502"/>
                    <a:pt x="1564269" y="1555742"/>
                  </a:cubicBezTo>
                  <a:cubicBezTo>
                    <a:pt x="1564406" y="1552132"/>
                    <a:pt x="1566744" y="1545652"/>
                    <a:pt x="1571608" y="1539276"/>
                  </a:cubicBezTo>
                  <a:cubicBezTo>
                    <a:pt x="1578518" y="1530149"/>
                    <a:pt x="1586183" y="1521228"/>
                    <a:pt x="1594124" y="1511947"/>
                  </a:cubicBezTo>
                  <a:cubicBezTo>
                    <a:pt x="1607651" y="1496203"/>
                    <a:pt x="1621625" y="1479943"/>
                    <a:pt x="1632694" y="1461380"/>
                  </a:cubicBezTo>
                  <a:cubicBezTo>
                    <a:pt x="1668342" y="1401669"/>
                    <a:pt x="1685083" y="1331129"/>
                    <a:pt x="1685358" y="1239363"/>
                  </a:cubicBezTo>
                  <a:cubicBezTo>
                    <a:pt x="1685839" y="1131337"/>
                    <a:pt x="1669184" y="1017655"/>
                    <a:pt x="1632883" y="881578"/>
                  </a:cubicBezTo>
                  <a:cubicBezTo>
                    <a:pt x="1613048" y="807343"/>
                    <a:pt x="1583107" y="710902"/>
                    <a:pt x="1527349" y="623466"/>
                  </a:cubicBezTo>
                  <a:cubicBezTo>
                    <a:pt x="1523568" y="617588"/>
                    <a:pt x="1519339" y="612054"/>
                    <a:pt x="1514836" y="606192"/>
                  </a:cubicBezTo>
                  <a:cubicBezTo>
                    <a:pt x="1512808" y="603597"/>
                    <a:pt x="1510677" y="600830"/>
                    <a:pt x="1508511" y="597856"/>
                  </a:cubicBezTo>
                  <a:cubicBezTo>
                    <a:pt x="1505348" y="593611"/>
                    <a:pt x="1500983" y="591136"/>
                    <a:pt x="1493936" y="591136"/>
                  </a:cubicBezTo>
                  <a:cubicBezTo>
                    <a:pt x="1488315" y="591548"/>
                    <a:pt x="1483296" y="594745"/>
                    <a:pt x="1480495" y="599713"/>
                  </a:cubicBezTo>
                  <a:cubicBezTo>
                    <a:pt x="1410505" y="726027"/>
                    <a:pt x="1375648" y="860970"/>
                    <a:pt x="1373998" y="1012258"/>
                  </a:cubicBezTo>
                  <a:cubicBezTo>
                    <a:pt x="1372589" y="1138401"/>
                    <a:pt x="1392286" y="1246943"/>
                    <a:pt x="1416985" y="1332728"/>
                  </a:cubicBezTo>
                  <a:cubicBezTo>
                    <a:pt x="1354129" y="1217895"/>
                    <a:pt x="1284277" y="1106947"/>
                    <a:pt x="1208564" y="1001705"/>
                  </a:cubicBezTo>
                  <a:lnTo>
                    <a:pt x="1206828" y="999316"/>
                  </a:lnTo>
                  <a:cubicBezTo>
                    <a:pt x="1205109" y="997030"/>
                    <a:pt x="1204387" y="995912"/>
                    <a:pt x="1204508" y="996703"/>
                  </a:cubicBezTo>
                  <a:cubicBezTo>
                    <a:pt x="1199746" y="962654"/>
                    <a:pt x="1196446" y="935411"/>
                    <a:pt x="1194161" y="911691"/>
                  </a:cubicBezTo>
                  <a:cubicBezTo>
                    <a:pt x="1194212" y="911330"/>
                    <a:pt x="1194659" y="909337"/>
                    <a:pt x="1198199" y="903424"/>
                  </a:cubicBezTo>
                  <a:cubicBezTo>
                    <a:pt x="1203201" y="894899"/>
                    <a:pt x="1208684" y="886545"/>
                    <a:pt x="1214511" y="877711"/>
                  </a:cubicBezTo>
                  <a:cubicBezTo>
                    <a:pt x="1226199" y="859938"/>
                    <a:pt x="1238265" y="841547"/>
                    <a:pt x="1245999" y="820956"/>
                  </a:cubicBezTo>
                  <a:cubicBezTo>
                    <a:pt x="1269341" y="758804"/>
                    <a:pt x="1274583" y="688317"/>
                    <a:pt x="1261984" y="605539"/>
                  </a:cubicBezTo>
                  <a:cubicBezTo>
                    <a:pt x="1234328" y="422333"/>
                    <a:pt x="1153563" y="257363"/>
                    <a:pt x="1015130" y="101175"/>
                  </a:cubicBezTo>
                  <a:cubicBezTo>
                    <a:pt x="1000881" y="85139"/>
                    <a:pt x="985137" y="70959"/>
                    <a:pt x="968482" y="55971"/>
                  </a:cubicBezTo>
                  <a:lnTo>
                    <a:pt x="963876" y="51794"/>
                  </a:lnTo>
                  <a:cubicBezTo>
                    <a:pt x="957362" y="45899"/>
                    <a:pt x="950675" y="39866"/>
                    <a:pt x="943921" y="33489"/>
                  </a:cubicBezTo>
                  <a:cubicBezTo>
                    <a:pt x="939624" y="29399"/>
                    <a:pt x="933470" y="27869"/>
                    <a:pt x="927506" y="29622"/>
                  </a:cubicBezTo>
                  <a:cubicBezTo>
                    <a:pt x="921869" y="31410"/>
                    <a:pt x="917520" y="36085"/>
                    <a:pt x="916179" y="41894"/>
                  </a:cubicBezTo>
                  <a:lnTo>
                    <a:pt x="913154" y="55163"/>
                  </a:lnTo>
                  <a:cubicBezTo>
                    <a:pt x="911091" y="63963"/>
                    <a:pt x="909493" y="70907"/>
                    <a:pt x="908307" y="77886"/>
                  </a:cubicBezTo>
                  <a:cubicBezTo>
                    <a:pt x="889675" y="189092"/>
                    <a:pt x="891033" y="308205"/>
                    <a:pt x="912484" y="442064"/>
                  </a:cubicBezTo>
                  <a:cubicBezTo>
                    <a:pt x="933762" y="574824"/>
                    <a:pt x="976165" y="689331"/>
                    <a:pt x="1041222" y="788797"/>
                  </a:cubicBezTo>
                  <a:cubicBezTo>
                    <a:pt x="943663" y="673844"/>
                    <a:pt x="848768" y="577317"/>
                    <a:pt x="749593" y="491772"/>
                  </a:cubicBezTo>
                  <a:cubicBezTo>
                    <a:pt x="749146" y="491188"/>
                    <a:pt x="748493" y="489417"/>
                    <a:pt x="748442" y="488970"/>
                  </a:cubicBezTo>
                  <a:cubicBezTo>
                    <a:pt x="756194" y="422195"/>
                    <a:pt x="739727" y="359287"/>
                    <a:pt x="698064" y="296654"/>
                  </a:cubicBezTo>
                  <a:cubicBezTo>
                    <a:pt x="643354" y="214341"/>
                    <a:pt x="567332" y="151605"/>
                    <a:pt x="472111" y="110216"/>
                  </a:cubicBezTo>
                  <a:cubicBezTo>
                    <a:pt x="415133" y="85500"/>
                    <a:pt x="356092" y="63620"/>
                    <a:pt x="298289" y="42186"/>
                  </a:cubicBezTo>
                  <a:cubicBezTo>
                    <a:pt x="270599" y="31908"/>
                    <a:pt x="242909" y="21664"/>
                    <a:pt x="214394" y="10681"/>
                  </a:cubicBezTo>
                  <a:cubicBezTo>
                    <a:pt x="185742" y="-715"/>
                    <a:pt x="173487" y="-2743"/>
                    <a:pt x="166835" y="3410"/>
                  </a:cubicBezTo>
                  <a:cubicBezTo>
                    <a:pt x="158276" y="11386"/>
                    <a:pt x="160338" y="18192"/>
                    <a:pt x="164068" y="30567"/>
                  </a:cubicBezTo>
                  <a:lnTo>
                    <a:pt x="165271" y="34606"/>
                  </a:lnTo>
                  <a:cubicBezTo>
                    <a:pt x="200215" y="152310"/>
                    <a:pt x="246588" y="245400"/>
                    <a:pt x="307072" y="319188"/>
                  </a:cubicBezTo>
                  <a:cubicBezTo>
                    <a:pt x="418106" y="454784"/>
                    <a:pt x="547961" y="523673"/>
                    <a:pt x="703856" y="529758"/>
                  </a:cubicBezTo>
                  <a:cubicBezTo>
                    <a:pt x="709322" y="530084"/>
                    <a:pt x="713653" y="531597"/>
                    <a:pt x="715424" y="532972"/>
                  </a:cubicBezTo>
                  <a:cubicBezTo>
                    <a:pt x="737373" y="549403"/>
                    <a:pt x="753529" y="562552"/>
                    <a:pt x="767813" y="575581"/>
                  </a:cubicBezTo>
                  <a:cubicBezTo>
                    <a:pt x="812983" y="616866"/>
                    <a:pt x="857465" y="660850"/>
                    <a:pt x="900985" y="707172"/>
                  </a:cubicBezTo>
                  <a:cubicBezTo>
                    <a:pt x="836255" y="666952"/>
                    <a:pt x="757139" y="648801"/>
                    <a:pt x="668036" y="653305"/>
                  </a:cubicBezTo>
                  <a:cubicBezTo>
                    <a:pt x="619274" y="655763"/>
                    <a:pt x="570873" y="662913"/>
                    <a:pt x="524070" y="669822"/>
                  </a:cubicBezTo>
                  <a:lnTo>
                    <a:pt x="522282" y="670097"/>
                  </a:lnTo>
                  <a:cubicBezTo>
                    <a:pt x="508446" y="672125"/>
                    <a:pt x="494679" y="674137"/>
                    <a:pt x="480945" y="676079"/>
                  </a:cubicBezTo>
                  <a:cubicBezTo>
                    <a:pt x="450866" y="680152"/>
                    <a:pt x="420547" y="685480"/>
                    <a:pt x="393768" y="690156"/>
                  </a:cubicBezTo>
                  <a:cubicBezTo>
                    <a:pt x="382922" y="692098"/>
                    <a:pt x="357020" y="697993"/>
                    <a:pt x="351056" y="710558"/>
                  </a:cubicBezTo>
                  <a:cubicBezTo>
                    <a:pt x="348993" y="714855"/>
                    <a:pt x="349165" y="719564"/>
                    <a:pt x="351503" y="723844"/>
                  </a:cubicBezTo>
                  <a:cubicBezTo>
                    <a:pt x="353566" y="727574"/>
                    <a:pt x="355834" y="731080"/>
                    <a:pt x="358309" y="734277"/>
                  </a:cubicBezTo>
                  <a:cubicBezTo>
                    <a:pt x="435603" y="834569"/>
                    <a:pt x="523778" y="900622"/>
                    <a:pt x="627868" y="936184"/>
                  </a:cubicBezTo>
                  <a:cubicBezTo>
                    <a:pt x="754784" y="979773"/>
                    <a:pt x="871353" y="976181"/>
                    <a:pt x="976097" y="924909"/>
                  </a:cubicBezTo>
                  <a:cubicBezTo>
                    <a:pt x="992116" y="916091"/>
                    <a:pt x="1011435" y="911623"/>
                    <a:pt x="1033504" y="911623"/>
                  </a:cubicBezTo>
                  <a:cubicBezTo>
                    <a:pt x="1050159" y="911623"/>
                    <a:pt x="1062655" y="914252"/>
                    <a:pt x="1066798" y="915198"/>
                  </a:cubicBezTo>
                  <a:cubicBezTo>
                    <a:pt x="1073002" y="916229"/>
                    <a:pt x="1081424" y="919701"/>
                    <a:pt x="1083143" y="921935"/>
                  </a:cubicBezTo>
                  <a:cubicBezTo>
                    <a:pt x="1148286" y="1007583"/>
                    <a:pt x="1210111" y="1099058"/>
                    <a:pt x="1267845" y="1195155"/>
                  </a:cubicBezTo>
                  <a:cubicBezTo>
                    <a:pt x="1219065" y="1147717"/>
                    <a:pt x="1155453" y="1115730"/>
                    <a:pt x="1068791" y="1094898"/>
                  </a:cubicBezTo>
                  <a:cubicBezTo>
                    <a:pt x="992838" y="1076799"/>
                    <a:pt x="915182" y="1072915"/>
                    <a:pt x="840105" y="1069133"/>
                  </a:cubicBezTo>
                  <a:lnTo>
                    <a:pt x="814959" y="1067861"/>
                  </a:lnTo>
                  <a:cubicBezTo>
                    <a:pt x="791412" y="1066658"/>
                    <a:pt x="767864" y="1065163"/>
                    <a:pt x="743612" y="1063633"/>
                  </a:cubicBezTo>
                  <a:lnTo>
                    <a:pt x="702945" y="1061124"/>
                  </a:lnTo>
                  <a:cubicBezTo>
                    <a:pt x="697686" y="1061124"/>
                    <a:pt x="692684" y="1063667"/>
                    <a:pt x="689625" y="1067896"/>
                  </a:cubicBezTo>
                  <a:cubicBezTo>
                    <a:pt x="686238" y="1072450"/>
                    <a:pt x="685431" y="1078363"/>
                    <a:pt x="687424" y="1083674"/>
                  </a:cubicBezTo>
                  <a:cubicBezTo>
                    <a:pt x="689057" y="1088109"/>
                    <a:pt x="692031" y="1095929"/>
                    <a:pt x="693561" y="1098542"/>
                  </a:cubicBezTo>
                  <a:cubicBezTo>
                    <a:pt x="772746" y="1230992"/>
                    <a:pt x="865733" y="1322604"/>
                    <a:pt x="977798" y="1378637"/>
                  </a:cubicBezTo>
                  <a:cubicBezTo>
                    <a:pt x="1087354" y="1433363"/>
                    <a:pt x="1186340" y="1447836"/>
                    <a:pt x="1286184" y="1423962"/>
                  </a:cubicBezTo>
                  <a:cubicBezTo>
                    <a:pt x="1297735" y="1421177"/>
                    <a:pt x="1311125" y="1419699"/>
                    <a:pt x="1324961" y="1419699"/>
                  </a:cubicBezTo>
                  <a:cubicBezTo>
                    <a:pt x="1367432" y="1419699"/>
                    <a:pt x="1397047" y="1432659"/>
                    <a:pt x="1403269" y="1444656"/>
                  </a:cubicBezTo>
                  <a:cubicBezTo>
                    <a:pt x="1458202" y="1557976"/>
                    <a:pt x="1507222" y="1675731"/>
                    <a:pt x="1549504" y="1795841"/>
                  </a:cubicBezTo>
                  <a:cubicBezTo>
                    <a:pt x="1505160" y="1734703"/>
                    <a:pt x="1443145" y="1685047"/>
                    <a:pt x="1364631" y="1647904"/>
                  </a:cubicBezTo>
                  <a:cubicBezTo>
                    <a:pt x="1286631" y="1611087"/>
                    <a:pt x="1205419" y="1577433"/>
                    <a:pt x="1125511" y="1544312"/>
                  </a:cubicBezTo>
                  <a:cubicBezTo>
                    <a:pt x="1091170" y="1530115"/>
                    <a:pt x="1056691" y="1515866"/>
                    <a:pt x="1022366" y="1501290"/>
                  </a:cubicBezTo>
                  <a:cubicBezTo>
                    <a:pt x="1017262" y="1499056"/>
                    <a:pt x="1011229" y="1499520"/>
                    <a:pt x="1006468" y="1502665"/>
                  </a:cubicBezTo>
                  <a:cubicBezTo>
                    <a:pt x="1001792" y="1505776"/>
                    <a:pt x="999008" y="1510967"/>
                    <a:pt x="999008" y="1516553"/>
                  </a:cubicBezTo>
                  <a:cubicBezTo>
                    <a:pt x="999008" y="1527279"/>
                    <a:pt x="1112964" y="1843554"/>
                    <a:pt x="1278468" y="1968184"/>
                  </a:cubicBezTo>
                  <a:cubicBezTo>
                    <a:pt x="1345982" y="2019026"/>
                    <a:pt x="1429137" y="2071329"/>
                    <a:pt x="1534001" y="2073787"/>
                  </a:cubicBezTo>
                  <a:cubicBezTo>
                    <a:pt x="1565386" y="2074423"/>
                    <a:pt x="1597837" y="2078858"/>
                    <a:pt x="1622347" y="2106720"/>
                  </a:cubicBezTo>
                  <a:cubicBezTo>
                    <a:pt x="1626094" y="2111154"/>
                    <a:pt x="1631061" y="2114609"/>
                    <a:pt x="1636475" y="2116448"/>
                  </a:cubicBezTo>
                  <a:cubicBezTo>
                    <a:pt x="1644846" y="2119198"/>
                    <a:pt x="1647149" y="2124320"/>
                    <a:pt x="1651274" y="2141783"/>
                  </a:cubicBezTo>
                  <a:cubicBezTo>
                    <a:pt x="1685238" y="2284374"/>
                    <a:pt x="1709971" y="2431349"/>
                    <a:pt x="1725200" y="2580592"/>
                  </a:cubicBezTo>
                  <a:cubicBezTo>
                    <a:pt x="1720594" y="2565449"/>
                    <a:pt x="1715248" y="2550152"/>
                    <a:pt x="1709112" y="2534665"/>
                  </a:cubicBezTo>
                  <a:cubicBezTo>
                    <a:pt x="1672072" y="2440733"/>
                    <a:pt x="1609731" y="2358540"/>
                    <a:pt x="1512928" y="2275986"/>
                  </a:cubicBezTo>
                  <a:cubicBezTo>
                    <a:pt x="1463032" y="2233257"/>
                    <a:pt x="1410780" y="2191886"/>
                    <a:pt x="1360248" y="2151855"/>
                  </a:cubicBezTo>
                  <a:lnTo>
                    <a:pt x="1357841" y="2149964"/>
                  </a:lnTo>
                  <a:cubicBezTo>
                    <a:pt x="1334827" y="2131728"/>
                    <a:pt x="1311864" y="2113560"/>
                    <a:pt x="1288969" y="2095169"/>
                  </a:cubicBezTo>
                  <a:cubicBezTo>
                    <a:pt x="1284243" y="2091370"/>
                    <a:pt x="1279636" y="2087452"/>
                    <a:pt x="1274291" y="2082880"/>
                  </a:cubicBezTo>
                  <a:lnTo>
                    <a:pt x="1260008" y="2070642"/>
                  </a:lnTo>
                  <a:cubicBezTo>
                    <a:pt x="1255006" y="2066414"/>
                    <a:pt x="1247563" y="2065537"/>
                    <a:pt x="1241720" y="2068459"/>
                  </a:cubicBezTo>
                  <a:cubicBezTo>
                    <a:pt x="1235721" y="2071501"/>
                    <a:pt x="1232129" y="2077792"/>
                    <a:pt x="1232593" y="2084512"/>
                  </a:cubicBezTo>
                  <a:cubicBezTo>
                    <a:pt x="1233297" y="2094602"/>
                    <a:pt x="1233865" y="2104141"/>
                    <a:pt x="1234397" y="2113302"/>
                  </a:cubicBezTo>
                  <a:lnTo>
                    <a:pt x="1234673" y="2117582"/>
                  </a:lnTo>
                  <a:cubicBezTo>
                    <a:pt x="1235807" y="2136438"/>
                    <a:pt x="1236872" y="2154227"/>
                    <a:pt x="1238780" y="2171793"/>
                  </a:cubicBezTo>
                  <a:cubicBezTo>
                    <a:pt x="1256690" y="2342831"/>
                    <a:pt x="1307549" y="2485628"/>
                    <a:pt x="1394263" y="2608333"/>
                  </a:cubicBezTo>
                  <a:cubicBezTo>
                    <a:pt x="1447941" y="2684184"/>
                    <a:pt x="1524943" y="2776896"/>
                    <a:pt x="1645018" y="2820742"/>
                  </a:cubicBezTo>
                  <a:cubicBezTo>
                    <a:pt x="1674238" y="2831467"/>
                    <a:pt x="1695430" y="2847710"/>
                    <a:pt x="1718136" y="2876861"/>
                  </a:cubicBezTo>
                  <a:cubicBezTo>
                    <a:pt x="1739552" y="2904155"/>
                    <a:pt x="1743539" y="2929095"/>
                    <a:pt x="1743058" y="2960480"/>
                  </a:cubicBezTo>
                  <a:cubicBezTo>
                    <a:pt x="1741013" y="3091951"/>
                    <a:pt x="1731645" y="3222373"/>
                    <a:pt x="1715128" y="3350097"/>
                  </a:cubicBezTo>
                  <a:cubicBezTo>
                    <a:pt x="1711260" y="3314553"/>
                    <a:pt x="1703079" y="3277959"/>
                    <a:pt x="1690515" y="3239940"/>
                  </a:cubicBezTo>
                  <a:cubicBezTo>
                    <a:pt x="1664509" y="3161219"/>
                    <a:pt x="1623980" y="3084681"/>
                    <a:pt x="1566589" y="3005960"/>
                  </a:cubicBezTo>
                  <a:cubicBezTo>
                    <a:pt x="1517053" y="2937792"/>
                    <a:pt x="1465507" y="2869384"/>
                    <a:pt x="1415662" y="2803193"/>
                  </a:cubicBezTo>
                  <a:lnTo>
                    <a:pt x="1412345" y="2798776"/>
                  </a:lnTo>
                  <a:cubicBezTo>
                    <a:pt x="1392578" y="2772564"/>
                    <a:pt x="1372829" y="2746318"/>
                    <a:pt x="1353596" y="2720639"/>
                  </a:cubicBezTo>
                  <a:cubicBezTo>
                    <a:pt x="1349986" y="2715363"/>
                    <a:pt x="1344779" y="2713472"/>
                    <a:pt x="1341771" y="2712424"/>
                  </a:cubicBezTo>
                  <a:cubicBezTo>
                    <a:pt x="1337508" y="2710344"/>
                    <a:pt x="1332420" y="2710137"/>
                    <a:pt x="1327900" y="2712063"/>
                  </a:cubicBezTo>
                  <a:cubicBezTo>
                    <a:pt x="1323465" y="2713953"/>
                    <a:pt x="1320062" y="2717683"/>
                    <a:pt x="1318567" y="2722255"/>
                  </a:cubicBezTo>
                  <a:lnTo>
                    <a:pt x="1317982" y="2724043"/>
                  </a:lnTo>
                  <a:cubicBezTo>
                    <a:pt x="1317157" y="2726449"/>
                    <a:pt x="1316504" y="2728580"/>
                    <a:pt x="1316161" y="2730712"/>
                  </a:cubicBezTo>
                  <a:cubicBezTo>
                    <a:pt x="1281785" y="2935695"/>
                    <a:pt x="1302874" y="3119349"/>
                    <a:pt x="1380616" y="3292225"/>
                  </a:cubicBezTo>
                  <a:cubicBezTo>
                    <a:pt x="1418583" y="3376756"/>
                    <a:pt x="1469512" y="3472458"/>
                    <a:pt x="1559302" y="3541313"/>
                  </a:cubicBezTo>
                  <a:cubicBezTo>
                    <a:pt x="1600295" y="3572750"/>
                    <a:pt x="1632660" y="3616855"/>
                    <a:pt x="1650432" y="3665479"/>
                  </a:cubicBezTo>
                  <a:cubicBezTo>
                    <a:pt x="1654196" y="3675947"/>
                    <a:pt x="1654059" y="3680484"/>
                    <a:pt x="1653629" y="3682238"/>
                  </a:cubicBezTo>
                  <a:cubicBezTo>
                    <a:pt x="1615627" y="3839645"/>
                    <a:pt x="1565988" y="3991466"/>
                    <a:pt x="1505641" y="4135158"/>
                  </a:cubicBezTo>
                  <a:cubicBezTo>
                    <a:pt x="1521178" y="4059428"/>
                    <a:pt x="1520113" y="3979881"/>
                    <a:pt x="1502375" y="3897465"/>
                  </a:cubicBezTo>
                  <a:cubicBezTo>
                    <a:pt x="1477195" y="3780656"/>
                    <a:pt x="1433915" y="3667456"/>
                    <a:pt x="1395311" y="3570516"/>
                  </a:cubicBezTo>
                  <a:lnTo>
                    <a:pt x="1383744" y="3541485"/>
                  </a:lnTo>
                  <a:cubicBezTo>
                    <a:pt x="1365645" y="3496058"/>
                    <a:pt x="1347426" y="3450269"/>
                    <a:pt x="1328605" y="3402813"/>
                  </a:cubicBezTo>
                  <a:cubicBezTo>
                    <a:pt x="1326215" y="3396745"/>
                    <a:pt x="1320458" y="3392603"/>
                    <a:pt x="1312774" y="3392225"/>
                  </a:cubicBezTo>
                  <a:cubicBezTo>
                    <a:pt x="1306724" y="3392225"/>
                    <a:pt x="1301155" y="3395680"/>
                    <a:pt x="1298268" y="3401283"/>
                  </a:cubicBezTo>
                  <a:lnTo>
                    <a:pt x="1292200" y="3412696"/>
                  </a:lnTo>
                  <a:cubicBezTo>
                    <a:pt x="1289536" y="3417697"/>
                    <a:pt x="1287044" y="3422355"/>
                    <a:pt x="1284913" y="3427168"/>
                  </a:cubicBezTo>
                  <a:cubicBezTo>
                    <a:pt x="1207258" y="3602382"/>
                    <a:pt x="1181029" y="3781997"/>
                    <a:pt x="1207000" y="3961026"/>
                  </a:cubicBezTo>
                  <a:cubicBezTo>
                    <a:pt x="1225563" y="4089042"/>
                    <a:pt x="1257017" y="4180706"/>
                    <a:pt x="1308993" y="4258258"/>
                  </a:cubicBezTo>
                  <a:cubicBezTo>
                    <a:pt x="1335892" y="4298341"/>
                    <a:pt x="1361451" y="4342995"/>
                    <a:pt x="1366092" y="4397910"/>
                  </a:cubicBezTo>
                  <a:cubicBezTo>
                    <a:pt x="1367192" y="4410904"/>
                    <a:pt x="1366676" y="4419860"/>
                    <a:pt x="1360884" y="4430052"/>
                  </a:cubicBezTo>
                  <a:cubicBezTo>
                    <a:pt x="1295329" y="4544851"/>
                    <a:pt x="1221833" y="4653186"/>
                    <a:pt x="1141341" y="4753839"/>
                  </a:cubicBezTo>
                  <a:cubicBezTo>
                    <a:pt x="1141651" y="4753289"/>
                    <a:pt x="1141943" y="4752739"/>
                    <a:pt x="1142253" y="4752189"/>
                  </a:cubicBezTo>
                  <a:cubicBezTo>
                    <a:pt x="1200159" y="4646362"/>
                    <a:pt x="1201912" y="4531942"/>
                    <a:pt x="1196000" y="4433953"/>
                  </a:cubicBezTo>
                  <a:cubicBezTo>
                    <a:pt x="1190895" y="4349956"/>
                    <a:pt x="1181270" y="4266078"/>
                    <a:pt x="1172005" y="4184986"/>
                  </a:cubicBezTo>
                  <a:lnTo>
                    <a:pt x="1171472" y="4180293"/>
                  </a:lnTo>
                  <a:cubicBezTo>
                    <a:pt x="1167742" y="4147808"/>
                    <a:pt x="1164030" y="4115340"/>
                    <a:pt x="1160644" y="4082803"/>
                  </a:cubicBezTo>
                  <a:cubicBezTo>
                    <a:pt x="1158684" y="4064360"/>
                    <a:pt x="1156502" y="4045918"/>
                    <a:pt x="1154250" y="4027200"/>
                  </a:cubicBezTo>
                  <a:lnTo>
                    <a:pt x="1151276" y="4001865"/>
                  </a:lnTo>
                  <a:cubicBezTo>
                    <a:pt x="1150623" y="3996262"/>
                    <a:pt x="1147203" y="3991415"/>
                    <a:pt x="1142287" y="3988974"/>
                  </a:cubicBezTo>
                  <a:cubicBezTo>
                    <a:pt x="1133143" y="3984196"/>
                    <a:pt x="1118344" y="3991570"/>
                    <a:pt x="1102360" y="4010476"/>
                  </a:cubicBezTo>
                  <a:cubicBezTo>
                    <a:pt x="992511" y="4140400"/>
                    <a:pt x="924343" y="4287220"/>
                    <a:pt x="899731" y="4446879"/>
                  </a:cubicBezTo>
                  <a:cubicBezTo>
                    <a:pt x="874206" y="4612416"/>
                    <a:pt x="888042" y="4754079"/>
                    <a:pt x="942081" y="4879964"/>
                  </a:cubicBezTo>
                  <a:cubicBezTo>
                    <a:pt x="943526" y="4883316"/>
                    <a:pt x="943491" y="4890157"/>
                    <a:pt x="943474" y="4892443"/>
                  </a:cubicBezTo>
                  <a:lnTo>
                    <a:pt x="940569" y="4964873"/>
                  </a:lnTo>
                  <a:cubicBezTo>
                    <a:pt x="940139" y="4970081"/>
                    <a:pt x="937389" y="4975959"/>
                    <a:pt x="935120" y="4978142"/>
                  </a:cubicBezTo>
                  <a:cubicBezTo>
                    <a:pt x="825427" y="5083779"/>
                    <a:pt x="704664" y="5175615"/>
                    <a:pt x="575067" y="5252049"/>
                  </a:cubicBezTo>
                  <a:cubicBezTo>
                    <a:pt x="636411" y="5196601"/>
                    <a:pt x="680515" y="5124257"/>
                    <a:pt x="709099" y="5032576"/>
                  </a:cubicBezTo>
                  <a:cubicBezTo>
                    <a:pt x="740776" y="4930961"/>
                    <a:pt x="757036" y="4825203"/>
                    <a:pt x="772797" y="4722660"/>
                  </a:cubicBezTo>
                  <a:lnTo>
                    <a:pt x="774172" y="4713533"/>
                  </a:lnTo>
                  <a:cubicBezTo>
                    <a:pt x="779758" y="4677507"/>
                    <a:pt x="785585" y="4641550"/>
                    <a:pt x="791532" y="4604802"/>
                  </a:cubicBezTo>
                  <a:lnTo>
                    <a:pt x="798252" y="4563259"/>
                  </a:lnTo>
                  <a:cubicBezTo>
                    <a:pt x="799215" y="4557209"/>
                    <a:pt x="796826" y="4551158"/>
                    <a:pt x="792134" y="4547531"/>
                  </a:cubicBezTo>
                  <a:cubicBezTo>
                    <a:pt x="787476" y="4543819"/>
                    <a:pt x="780738" y="4542925"/>
                    <a:pt x="775375" y="4545228"/>
                  </a:cubicBezTo>
                  <a:lnTo>
                    <a:pt x="769514" y="4547652"/>
                  </a:lnTo>
                  <a:cubicBezTo>
                    <a:pt x="763258" y="4550213"/>
                    <a:pt x="757809" y="4552499"/>
                    <a:pt x="752670" y="4555129"/>
                  </a:cubicBezTo>
                  <a:cubicBezTo>
                    <a:pt x="507673" y="4677490"/>
                    <a:pt x="346398" y="4962879"/>
                    <a:pt x="369189" y="5233693"/>
                  </a:cubicBezTo>
                  <a:cubicBezTo>
                    <a:pt x="372765" y="5276112"/>
                    <a:pt x="368880" y="5315954"/>
                    <a:pt x="357295" y="5355418"/>
                  </a:cubicBezTo>
                  <a:cubicBezTo>
                    <a:pt x="356212" y="5359010"/>
                    <a:pt x="352740" y="5362912"/>
                    <a:pt x="351331" y="5363565"/>
                  </a:cubicBezTo>
                  <a:cubicBezTo>
                    <a:pt x="234969" y="5412636"/>
                    <a:pt x="124329" y="5448439"/>
                    <a:pt x="13003" y="5473018"/>
                  </a:cubicBezTo>
                  <a:cubicBezTo>
                    <a:pt x="7279" y="5474341"/>
                    <a:pt x="2742" y="5478432"/>
                    <a:pt x="885" y="5483950"/>
                  </a:cubicBezTo>
                  <a:cubicBezTo>
                    <a:pt x="-988" y="5489501"/>
                    <a:pt x="146" y="5495534"/>
                    <a:pt x="3962" y="5500072"/>
                  </a:cubicBezTo>
                  <a:cubicBezTo>
                    <a:pt x="16062" y="5514407"/>
                    <a:pt x="26599" y="5529824"/>
                    <a:pt x="35261" y="5545964"/>
                  </a:cubicBezTo>
                  <a:cubicBezTo>
                    <a:pt x="38819" y="5552564"/>
                    <a:pt x="47293" y="5555950"/>
                    <a:pt x="53635" y="5554300"/>
                  </a:cubicBezTo>
                  <a:cubicBezTo>
                    <a:pt x="144336" y="5533605"/>
                    <a:pt x="232665" y="5506809"/>
                    <a:pt x="316250" y="5474599"/>
                  </a:cubicBezTo>
                  <a:cubicBezTo>
                    <a:pt x="323005" y="5471884"/>
                    <a:pt x="328162" y="5470594"/>
                    <a:pt x="332991" y="5471385"/>
                  </a:cubicBezTo>
                  <a:cubicBezTo>
                    <a:pt x="351589" y="5473860"/>
                    <a:pt x="371235" y="5477676"/>
                    <a:pt x="393046" y="5483090"/>
                  </a:cubicBezTo>
                  <a:cubicBezTo>
                    <a:pt x="397549" y="5484190"/>
                    <a:pt x="401279" y="5486270"/>
                    <a:pt x="401348" y="5486081"/>
                  </a:cubicBezTo>
                  <a:cubicBezTo>
                    <a:pt x="448993" y="5581062"/>
                    <a:pt x="530876" y="5641563"/>
                    <a:pt x="651760" y="5671006"/>
                  </a:cubicBezTo>
                  <a:cubicBezTo>
                    <a:pt x="678057" y="5677314"/>
                    <a:pt x="705180" y="5681972"/>
                    <a:pt x="732371" y="5684825"/>
                  </a:cubicBezTo>
                  <a:cubicBezTo>
                    <a:pt x="760834" y="5687833"/>
                    <a:pt x="792581" y="5689363"/>
                    <a:pt x="826698" y="5689363"/>
                  </a:cubicBezTo>
                  <a:cubicBezTo>
                    <a:pt x="873965" y="5689363"/>
                    <a:pt x="907671" y="5686441"/>
                    <a:pt x="908084" y="5686407"/>
                  </a:cubicBezTo>
                  <a:cubicBezTo>
                    <a:pt x="1012862" y="5674684"/>
                    <a:pt x="1102342" y="5651103"/>
                    <a:pt x="1181596" y="5614303"/>
                  </a:cubicBezTo>
                  <a:cubicBezTo>
                    <a:pt x="1214115" y="5599229"/>
                    <a:pt x="1251173" y="5578930"/>
                    <a:pt x="1279654" y="5542681"/>
                  </a:cubicBezTo>
                  <a:cubicBezTo>
                    <a:pt x="1285102" y="5535737"/>
                    <a:pt x="1284191" y="5525716"/>
                    <a:pt x="1277574" y="5519890"/>
                  </a:cubicBezTo>
                  <a:cubicBezTo>
                    <a:pt x="1197065" y="5448851"/>
                    <a:pt x="1115096" y="5397236"/>
                    <a:pt x="1026939" y="5362104"/>
                  </a:cubicBezTo>
                  <a:cubicBezTo>
                    <a:pt x="896327" y="5310196"/>
                    <a:pt x="777352" y="5296137"/>
                    <a:pt x="660732" y="5318567"/>
                  </a:cubicBezTo>
                  <a:cubicBezTo>
                    <a:pt x="643303" y="5321953"/>
                    <a:pt x="626287" y="5326216"/>
                    <a:pt x="609752" y="5331114"/>
                  </a:cubicBezTo>
                  <a:cubicBezTo>
                    <a:pt x="718844" y="5265903"/>
                    <a:pt x="823295" y="5189261"/>
                    <a:pt x="921937" y="5101947"/>
                  </a:cubicBezTo>
                  <a:cubicBezTo>
                    <a:pt x="923828" y="5100228"/>
                    <a:pt x="926939" y="5098716"/>
                    <a:pt x="929363" y="5098286"/>
                  </a:cubicBezTo>
                  <a:cubicBezTo>
                    <a:pt x="945502" y="5095605"/>
                    <a:pt x="966936" y="5092304"/>
                    <a:pt x="988867" y="5090723"/>
                  </a:cubicBezTo>
                  <a:cubicBezTo>
                    <a:pt x="990895" y="5090723"/>
                    <a:pt x="993473" y="5091703"/>
                    <a:pt x="993766" y="5091806"/>
                  </a:cubicBezTo>
                  <a:cubicBezTo>
                    <a:pt x="1053202" y="5158323"/>
                    <a:pt x="1129774" y="5190654"/>
                    <a:pt x="1227866" y="5190654"/>
                  </a:cubicBezTo>
                  <a:cubicBezTo>
                    <a:pt x="1232868" y="5190654"/>
                    <a:pt x="1237886" y="5190551"/>
                    <a:pt x="1242888" y="5190379"/>
                  </a:cubicBezTo>
                  <a:cubicBezTo>
                    <a:pt x="1349539" y="5186941"/>
                    <a:pt x="1456758" y="5157636"/>
                    <a:pt x="1561622" y="5103236"/>
                  </a:cubicBezTo>
                  <a:cubicBezTo>
                    <a:pt x="1637833" y="5063480"/>
                    <a:pt x="1717276" y="5017193"/>
                    <a:pt x="1781697" y="4948166"/>
                  </a:cubicBezTo>
                  <a:cubicBezTo>
                    <a:pt x="1795980" y="4932817"/>
                    <a:pt x="1808733" y="4915457"/>
                    <a:pt x="1819991" y="4900143"/>
                  </a:cubicBezTo>
                  <a:lnTo>
                    <a:pt x="1821091" y="4898647"/>
                  </a:lnTo>
                  <a:cubicBezTo>
                    <a:pt x="1826076" y="4891893"/>
                    <a:pt x="1831112" y="4885086"/>
                    <a:pt x="1836286" y="4878366"/>
                  </a:cubicBezTo>
                  <a:cubicBezTo>
                    <a:pt x="1839104" y="4874739"/>
                    <a:pt x="1840290" y="4870064"/>
                    <a:pt x="1839551" y="4865354"/>
                  </a:cubicBezTo>
                  <a:cubicBezTo>
                    <a:pt x="1838761" y="4860817"/>
                    <a:pt x="1836131" y="4856778"/>
                    <a:pt x="1831645" y="4853856"/>
                  </a:cubicBezTo>
                  <a:cubicBezTo>
                    <a:pt x="1830510" y="4853237"/>
                    <a:pt x="1803233" y="4838610"/>
                    <a:pt x="1778328" y="4828968"/>
                  </a:cubicBezTo>
                  <a:cubicBezTo>
                    <a:pt x="1611570" y="4764530"/>
                    <a:pt x="1443214" y="4757929"/>
                    <a:pt x="1282610" y="4809683"/>
                  </a:cubicBezTo>
                  <a:cubicBezTo>
                    <a:pt x="1230031" y="4826578"/>
                    <a:pt x="1180547" y="4851948"/>
                    <a:pt x="1132370" y="4887011"/>
                  </a:cubicBezTo>
                  <a:cubicBezTo>
                    <a:pt x="1221472" y="4783436"/>
                    <a:pt x="1303974" y="4669893"/>
                    <a:pt x="1378879" y="4547721"/>
                  </a:cubicBezTo>
                  <a:cubicBezTo>
                    <a:pt x="1379687" y="4546432"/>
                    <a:pt x="1381819" y="4542942"/>
                    <a:pt x="1382506" y="4542307"/>
                  </a:cubicBezTo>
                  <a:cubicBezTo>
                    <a:pt x="1389055" y="4538130"/>
                    <a:pt x="1395758" y="4534177"/>
                    <a:pt x="1402444" y="4530275"/>
                  </a:cubicBezTo>
                  <a:cubicBezTo>
                    <a:pt x="1414424" y="4523245"/>
                    <a:pt x="1426834" y="4515974"/>
                    <a:pt x="1438487" y="4507312"/>
                  </a:cubicBezTo>
                  <a:cubicBezTo>
                    <a:pt x="1448319" y="4499972"/>
                    <a:pt x="1451086" y="4499784"/>
                    <a:pt x="1461020" y="4506178"/>
                  </a:cubicBezTo>
                  <a:cubicBezTo>
                    <a:pt x="1475081" y="4515304"/>
                    <a:pt x="1491426" y="4520048"/>
                    <a:pt x="1505675" y="4523778"/>
                  </a:cubicBezTo>
                  <a:cubicBezTo>
                    <a:pt x="1589037" y="4545125"/>
                    <a:pt x="1673069" y="4534486"/>
                    <a:pt x="1766021" y="4490845"/>
                  </a:cubicBezTo>
                  <a:cubicBezTo>
                    <a:pt x="1850930" y="4451039"/>
                    <a:pt x="1916210" y="4388113"/>
                    <a:pt x="1974133" y="4326065"/>
                  </a:cubicBezTo>
                  <a:cubicBezTo>
                    <a:pt x="2058388" y="4235553"/>
                    <a:pt x="2113442" y="4153893"/>
                    <a:pt x="2147405" y="4069053"/>
                  </a:cubicBezTo>
                  <a:cubicBezTo>
                    <a:pt x="2154538" y="4051246"/>
                    <a:pt x="2159626" y="4032838"/>
                    <a:pt x="2164920" y="4013587"/>
                  </a:cubicBezTo>
                  <a:cubicBezTo>
                    <a:pt x="2167103" y="4005509"/>
                    <a:pt x="2169337" y="3997430"/>
                    <a:pt x="2171709" y="3989490"/>
                  </a:cubicBezTo>
                  <a:cubicBezTo>
                    <a:pt x="2174304" y="3980965"/>
                    <a:pt x="2169767" y="3971941"/>
                    <a:pt x="2161345" y="3968967"/>
                  </a:cubicBezTo>
                  <a:lnTo>
                    <a:pt x="2154366" y="3968435"/>
                  </a:lnTo>
                  <a:cubicBezTo>
                    <a:pt x="2120008" y="3968435"/>
                    <a:pt x="1813512" y="3973471"/>
                    <a:pt x="1634241" y="4147413"/>
                  </a:cubicBezTo>
                  <a:cubicBezTo>
                    <a:pt x="1595242" y="4185261"/>
                    <a:pt x="1560281" y="4225480"/>
                    <a:pt x="1528363" y="4269516"/>
                  </a:cubicBezTo>
                  <a:cubicBezTo>
                    <a:pt x="1599281" y="4119328"/>
                    <a:pt x="1659422" y="3961044"/>
                    <a:pt x="1707891" y="3796744"/>
                  </a:cubicBezTo>
                  <a:lnTo>
                    <a:pt x="1708596" y="3794338"/>
                  </a:lnTo>
                  <a:cubicBezTo>
                    <a:pt x="1709181" y="3792327"/>
                    <a:pt x="1710057" y="3789284"/>
                    <a:pt x="1710642" y="3788459"/>
                  </a:cubicBezTo>
                  <a:lnTo>
                    <a:pt x="1757530" y="3724073"/>
                  </a:lnTo>
                  <a:cubicBezTo>
                    <a:pt x="1759284" y="3721495"/>
                    <a:pt x="1759490" y="3721495"/>
                    <a:pt x="1762240" y="3721495"/>
                  </a:cubicBezTo>
                  <a:cubicBezTo>
                    <a:pt x="1763460" y="3721495"/>
                    <a:pt x="1764801" y="3721581"/>
                    <a:pt x="1766330" y="3721667"/>
                  </a:cubicBezTo>
                  <a:lnTo>
                    <a:pt x="1776351" y="3722268"/>
                  </a:lnTo>
                  <a:cubicBezTo>
                    <a:pt x="1811243" y="3724434"/>
                    <a:pt x="1831782" y="3724125"/>
                    <a:pt x="1848678" y="3721478"/>
                  </a:cubicBezTo>
                  <a:cubicBezTo>
                    <a:pt x="1915436" y="3710941"/>
                    <a:pt x="1975697" y="3677322"/>
                    <a:pt x="2032882" y="3618677"/>
                  </a:cubicBezTo>
                  <a:cubicBezTo>
                    <a:pt x="2166621" y="3481516"/>
                    <a:pt x="2258680" y="3310393"/>
                    <a:pt x="2314300" y="3095578"/>
                  </a:cubicBezTo>
                  <a:cubicBezTo>
                    <a:pt x="2320265" y="3072563"/>
                    <a:pt x="2321932" y="3049325"/>
                    <a:pt x="2323719" y="3024677"/>
                  </a:cubicBezTo>
                  <a:cubicBezTo>
                    <a:pt x="2324510" y="3013505"/>
                    <a:pt x="2325386" y="3001989"/>
                    <a:pt x="2326658" y="2990095"/>
                  </a:cubicBezTo>
                  <a:cubicBezTo>
                    <a:pt x="2327191" y="2984389"/>
                    <a:pt x="2324957" y="2978940"/>
                    <a:pt x="2320660" y="2975382"/>
                  </a:cubicBezTo>
                  <a:close/>
                </a:path>
              </a:pathLst>
            </a:custGeom>
            <a:grpFill/>
            <a:ln w="17188"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6" name="Freeform 14">
              <a:extLst>
                <a:ext uri="{FF2B5EF4-FFF2-40B4-BE49-F238E27FC236}">
                  <a16:creationId xmlns:a16="http://schemas.microsoft.com/office/drawing/2014/main" id="{B2B6ABDD-9E47-8208-E288-333423113607}"/>
                </a:ext>
              </a:extLst>
            </p:cNvPr>
            <p:cNvSpPr/>
            <p:nvPr/>
          </p:nvSpPr>
          <p:spPr>
            <a:xfrm>
              <a:off x="-4653512" y="542621"/>
              <a:ext cx="2326729" cy="5689259"/>
            </a:xfrm>
            <a:custGeom>
              <a:avLst/>
              <a:gdLst>
                <a:gd name="connsiteX0" fmla="*/ 2313708 w 2326728"/>
                <a:gd name="connsiteY0" fmla="*/ 5472982 h 5689258"/>
                <a:gd name="connsiteX1" fmla="*/ 1975465 w 2326728"/>
                <a:gd name="connsiteY1" fmla="*/ 5363546 h 5689258"/>
                <a:gd name="connsiteX2" fmla="*/ 1969536 w 2326728"/>
                <a:gd name="connsiteY2" fmla="*/ 5355485 h 5689258"/>
                <a:gd name="connsiteX3" fmla="*/ 1957624 w 2326728"/>
                <a:gd name="connsiteY3" fmla="*/ 5233674 h 5689258"/>
                <a:gd name="connsiteX4" fmla="*/ 1574195 w 2326728"/>
                <a:gd name="connsiteY4" fmla="*/ 4555127 h 5689258"/>
                <a:gd name="connsiteX5" fmla="*/ 1557299 w 2326728"/>
                <a:gd name="connsiteY5" fmla="*/ 4547633 h 5689258"/>
                <a:gd name="connsiteX6" fmla="*/ 1551490 w 2326728"/>
                <a:gd name="connsiteY6" fmla="*/ 4545227 h 5689258"/>
                <a:gd name="connsiteX7" fmla="*/ 1534800 w 2326728"/>
                <a:gd name="connsiteY7" fmla="*/ 4547427 h 5689258"/>
                <a:gd name="connsiteX8" fmla="*/ 1528578 w 2326728"/>
                <a:gd name="connsiteY8" fmla="*/ 4563257 h 5689258"/>
                <a:gd name="connsiteX9" fmla="*/ 1535282 w 2326728"/>
                <a:gd name="connsiteY9" fmla="*/ 4604784 h 5689258"/>
                <a:gd name="connsiteX10" fmla="*/ 1552641 w 2326728"/>
                <a:gd name="connsiteY10" fmla="*/ 4713480 h 5689258"/>
                <a:gd name="connsiteX11" fmla="*/ 1554051 w 2326728"/>
                <a:gd name="connsiteY11" fmla="*/ 4722900 h 5689258"/>
                <a:gd name="connsiteX12" fmla="*/ 1617715 w 2326728"/>
                <a:gd name="connsiteY12" fmla="*/ 5032575 h 5689258"/>
                <a:gd name="connsiteX13" fmla="*/ 1751747 w 2326728"/>
                <a:gd name="connsiteY13" fmla="*/ 5252031 h 5689258"/>
                <a:gd name="connsiteX14" fmla="*/ 1391711 w 2326728"/>
                <a:gd name="connsiteY14" fmla="*/ 4978158 h 5689258"/>
                <a:gd name="connsiteX15" fmla="*/ 1386279 w 2326728"/>
                <a:gd name="connsiteY15" fmla="*/ 4965215 h 5689258"/>
                <a:gd name="connsiteX16" fmla="*/ 1383340 w 2326728"/>
                <a:gd name="connsiteY16" fmla="*/ 4892734 h 5689258"/>
                <a:gd name="connsiteX17" fmla="*/ 1384749 w 2326728"/>
                <a:gd name="connsiteY17" fmla="*/ 4879929 h 5689258"/>
                <a:gd name="connsiteX18" fmla="*/ 1427083 w 2326728"/>
                <a:gd name="connsiteY18" fmla="*/ 4446878 h 5689258"/>
                <a:gd name="connsiteX19" fmla="*/ 1224454 w 2326728"/>
                <a:gd name="connsiteY19" fmla="*/ 4010475 h 5689258"/>
                <a:gd name="connsiteX20" fmla="*/ 1190732 w 2326728"/>
                <a:gd name="connsiteY20" fmla="*/ 3987563 h 5689258"/>
                <a:gd name="connsiteX21" fmla="*/ 1184664 w 2326728"/>
                <a:gd name="connsiteY21" fmla="*/ 3988887 h 5689258"/>
                <a:gd name="connsiteX22" fmla="*/ 1175520 w 2326728"/>
                <a:gd name="connsiteY22" fmla="*/ 4001881 h 5689258"/>
                <a:gd name="connsiteX23" fmla="*/ 1172581 w 2326728"/>
                <a:gd name="connsiteY23" fmla="*/ 4027165 h 5689258"/>
                <a:gd name="connsiteX24" fmla="*/ 1166170 w 2326728"/>
                <a:gd name="connsiteY24" fmla="*/ 4082819 h 5689258"/>
                <a:gd name="connsiteX25" fmla="*/ 1155341 w 2326728"/>
                <a:gd name="connsiteY25" fmla="*/ 4180292 h 5689258"/>
                <a:gd name="connsiteX26" fmla="*/ 1154809 w 2326728"/>
                <a:gd name="connsiteY26" fmla="*/ 4184984 h 5689258"/>
                <a:gd name="connsiteX27" fmla="*/ 1130814 w 2326728"/>
                <a:gd name="connsiteY27" fmla="*/ 4433953 h 5689258"/>
                <a:gd name="connsiteX28" fmla="*/ 1184561 w 2326728"/>
                <a:gd name="connsiteY28" fmla="*/ 4752188 h 5689258"/>
                <a:gd name="connsiteX29" fmla="*/ 1185455 w 2326728"/>
                <a:gd name="connsiteY29" fmla="*/ 4753820 h 5689258"/>
                <a:gd name="connsiteX30" fmla="*/ 965930 w 2326728"/>
                <a:gd name="connsiteY30" fmla="*/ 4430068 h 5689258"/>
                <a:gd name="connsiteX31" fmla="*/ 960722 w 2326728"/>
                <a:gd name="connsiteY31" fmla="*/ 4397909 h 5689258"/>
                <a:gd name="connsiteX32" fmla="*/ 1017821 w 2326728"/>
                <a:gd name="connsiteY32" fmla="*/ 4258257 h 5689258"/>
                <a:gd name="connsiteX33" fmla="*/ 1119814 w 2326728"/>
                <a:gd name="connsiteY33" fmla="*/ 3961025 h 5689258"/>
                <a:gd name="connsiteX34" fmla="*/ 1041901 w 2326728"/>
                <a:gd name="connsiteY34" fmla="*/ 3427184 h 5689258"/>
                <a:gd name="connsiteX35" fmla="*/ 1034613 w 2326728"/>
                <a:gd name="connsiteY35" fmla="*/ 3412695 h 5689258"/>
                <a:gd name="connsiteX36" fmla="*/ 1028546 w 2326728"/>
                <a:gd name="connsiteY36" fmla="*/ 3401247 h 5689258"/>
                <a:gd name="connsiteX37" fmla="*/ 1012888 w 2326728"/>
                <a:gd name="connsiteY37" fmla="*/ 3392275 h 5689258"/>
                <a:gd name="connsiteX38" fmla="*/ 998226 w 2326728"/>
                <a:gd name="connsiteY38" fmla="*/ 3402777 h 5689258"/>
                <a:gd name="connsiteX39" fmla="*/ 943070 w 2326728"/>
                <a:gd name="connsiteY39" fmla="*/ 3541484 h 5689258"/>
                <a:gd name="connsiteX40" fmla="*/ 931503 w 2326728"/>
                <a:gd name="connsiteY40" fmla="*/ 3570515 h 5689258"/>
                <a:gd name="connsiteX41" fmla="*/ 824439 w 2326728"/>
                <a:gd name="connsiteY41" fmla="*/ 3897464 h 5689258"/>
                <a:gd name="connsiteX42" fmla="*/ 821173 w 2326728"/>
                <a:gd name="connsiteY42" fmla="*/ 4135157 h 5689258"/>
                <a:gd name="connsiteX43" fmla="*/ 673185 w 2326728"/>
                <a:gd name="connsiteY43" fmla="*/ 3682237 h 5689258"/>
                <a:gd name="connsiteX44" fmla="*/ 676381 w 2326728"/>
                <a:gd name="connsiteY44" fmla="*/ 3665478 h 5689258"/>
                <a:gd name="connsiteX45" fmla="*/ 767529 w 2326728"/>
                <a:gd name="connsiteY45" fmla="*/ 3541295 h 5689258"/>
                <a:gd name="connsiteX46" fmla="*/ 946198 w 2326728"/>
                <a:gd name="connsiteY46" fmla="*/ 3292207 h 5689258"/>
                <a:gd name="connsiteX47" fmla="*/ 1010653 w 2326728"/>
                <a:gd name="connsiteY47" fmla="*/ 2730710 h 5689258"/>
                <a:gd name="connsiteX48" fmla="*/ 1008866 w 2326728"/>
                <a:gd name="connsiteY48" fmla="*/ 2724110 h 5689258"/>
                <a:gd name="connsiteX49" fmla="*/ 1008247 w 2326728"/>
                <a:gd name="connsiteY49" fmla="*/ 2722254 h 5689258"/>
                <a:gd name="connsiteX50" fmla="*/ 998845 w 2326728"/>
                <a:gd name="connsiteY50" fmla="*/ 2712010 h 5689258"/>
                <a:gd name="connsiteX51" fmla="*/ 985490 w 2326728"/>
                <a:gd name="connsiteY51" fmla="*/ 2712199 h 5689258"/>
                <a:gd name="connsiteX52" fmla="*/ 973458 w 2326728"/>
                <a:gd name="connsiteY52" fmla="*/ 2720329 h 5689258"/>
                <a:gd name="connsiteX53" fmla="*/ 914486 w 2326728"/>
                <a:gd name="connsiteY53" fmla="*/ 2798758 h 5689258"/>
                <a:gd name="connsiteX54" fmla="*/ 911169 w 2326728"/>
                <a:gd name="connsiteY54" fmla="*/ 2803175 h 5689258"/>
                <a:gd name="connsiteX55" fmla="*/ 760242 w 2326728"/>
                <a:gd name="connsiteY55" fmla="*/ 3005924 h 5689258"/>
                <a:gd name="connsiteX56" fmla="*/ 636316 w 2326728"/>
                <a:gd name="connsiteY56" fmla="*/ 3239921 h 5689258"/>
                <a:gd name="connsiteX57" fmla="*/ 611703 w 2326728"/>
                <a:gd name="connsiteY57" fmla="*/ 3350079 h 5689258"/>
                <a:gd name="connsiteX58" fmla="*/ 583773 w 2326728"/>
                <a:gd name="connsiteY58" fmla="*/ 2960462 h 5689258"/>
                <a:gd name="connsiteX59" fmla="*/ 608712 w 2326728"/>
                <a:gd name="connsiteY59" fmla="*/ 2876825 h 5689258"/>
                <a:gd name="connsiteX60" fmla="*/ 681813 w 2326728"/>
                <a:gd name="connsiteY60" fmla="*/ 2820724 h 5689258"/>
                <a:gd name="connsiteX61" fmla="*/ 932568 w 2326728"/>
                <a:gd name="connsiteY61" fmla="*/ 2608315 h 5689258"/>
                <a:gd name="connsiteX62" fmla="*/ 1088051 w 2326728"/>
                <a:gd name="connsiteY62" fmla="*/ 2171809 h 5689258"/>
                <a:gd name="connsiteX63" fmla="*/ 1092158 w 2326728"/>
                <a:gd name="connsiteY63" fmla="*/ 2117564 h 5689258"/>
                <a:gd name="connsiteX64" fmla="*/ 1092434 w 2326728"/>
                <a:gd name="connsiteY64" fmla="*/ 2113284 h 5689258"/>
                <a:gd name="connsiteX65" fmla="*/ 1094255 w 2326728"/>
                <a:gd name="connsiteY65" fmla="*/ 2084477 h 5689258"/>
                <a:gd name="connsiteX66" fmla="*/ 1085111 w 2326728"/>
                <a:gd name="connsiteY66" fmla="*/ 2068441 h 5689258"/>
                <a:gd name="connsiteX67" fmla="*/ 1066806 w 2326728"/>
                <a:gd name="connsiteY67" fmla="*/ 2070658 h 5689258"/>
                <a:gd name="connsiteX68" fmla="*/ 1052557 w 2326728"/>
                <a:gd name="connsiteY68" fmla="*/ 2082861 h 5689258"/>
                <a:gd name="connsiteX69" fmla="*/ 1037844 w 2326728"/>
                <a:gd name="connsiteY69" fmla="*/ 2095168 h 5689258"/>
                <a:gd name="connsiteX70" fmla="*/ 968990 w 2326728"/>
                <a:gd name="connsiteY70" fmla="*/ 2149963 h 5689258"/>
                <a:gd name="connsiteX71" fmla="*/ 966583 w 2326728"/>
                <a:gd name="connsiteY71" fmla="*/ 2151854 h 5689258"/>
                <a:gd name="connsiteX72" fmla="*/ 813920 w 2326728"/>
                <a:gd name="connsiteY72" fmla="*/ 2275968 h 5689258"/>
                <a:gd name="connsiteX73" fmla="*/ 617719 w 2326728"/>
                <a:gd name="connsiteY73" fmla="*/ 2534664 h 5689258"/>
                <a:gd name="connsiteX74" fmla="*/ 601631 w 2326728"/>
                <a:gd name="connsiteY74" fmla="*/ 2580625 h 5689258"/>
                <a:gd name="connsiteX75" fmla="*/ 675556 w 2326728"/>
                <a:gd name="connsiteY75" fmla="*/ 2141765 h 5689258"/>
                <a:gd name="connsiteX76" fmla="*/ 690458 w 2326728"/>
                <a:gd name="connsiteY76" fmla="*/ 2116412 h 5689258"/>
                <a:gd name="connsiteX77" fmla="*/ 704381 w 2326728"/>
                <a:gd name="connsiteY77" fmla="*/ 2106839 h 5689258"/>
                <a:gd name="connsiteX78" fmla="*/ 792864 w 2326728"/>
                <a:gd name="connsiteY78" fmla="*/ 2073769 h 5689258"/>
                <a:gd name="connsiteX79" fmla="*/ 1048364 w 2326728"/>
                <a:gd name="connsiteY79" fmla="*/ 1968166 h 5689258"/>
                <a:gd name="connsiteX80" fmla="*/ 1327823 w 2326728"/>
                <a:gd name="connsiteY80" fmla="*/ 1516535 h 5689258"/>
                <a:gd name="connsiteX81" fmla="*/ 1320312 w 2326728"/>
                <a:gd name="connsiteY81" fmla="*/ 1502596 h 5689258"/>
                <a:gd name="connsiteX82" fmla="*/ 1304619 w 2326728"/>
                <a:gd name="connsiteY82" fmla="*/ 1501203 h 5689258"/>
                <a:gd name="connsiteX83" fmla="*/ 1199961 w 2326728"/>
                <a:gd name="connsiteY83" fmla="*/ 1544844 h 5689258"/>
                <a:gd name="connsiteX84" fmla="*/ 962200 w 2326728"/>
                <a:gd name="connsiteY84" fmla="*/ 1647868 h 5689258"/>
                <a:gd name="connsiteX85" fmla="*/ 777326 w 2326728"/>
                <a:gd name="connsiteY85" fmla="*/ 1795805 h 5689258"/>
                <a:gd name="connsiteX86" fmla="*/ 923459 w 2326728"/>
                <a:gd name="connsiteY86" fmla="*/ 1444827 h 5689258"/>
                <a:gd name="connsiteX87" fmla="*/ 1001887 w 2326728"/>
                <a:gd name="connsiteY87" fmla="*/ 1419664 h 5689258"/>
                <a:gd name="connsiteX88" fmla="*/ 1040663 w 2326728"/>
                <a:gd name="connsiteY88" fmla="*/ 1423926 h 5689258"/>
                <a:gd name="connsiteX89" fmla="*/ 1349033 w 2326728"/>
                <a:gd name="connsiteY89" fmla="*/ 1378601 h 5689258"/>
                <a:gd name="connsiteX90" fmla="*/ 1633305 w 2326728"/>
                <a:gd name="connsiteY90" fmla="*/ 1098455 h 5689258"/>
                <a:gd name="connsiteX91" fmla="*/ 1639389 w 2326728"/>
                <a:gd name="connsiteY91" fmla="*/ 1083690 h 5689258"/>
                <a:gd name="connsiteX92" fmla="*/ 1637258 w 2326728"/>
                <a:gd name="connsiteY92" fmla="*/ 1067929 h 5689258"/>
                <a:gd name="connsiteX93" fmla="*/ 1622906 w 2326728"/>
                <a:gd name="connsiteY93" fmla="*/ 1061122 h 5689258"/>
                <a:gd name="connsiteX94" fmla="*/ 1622768 w 2326728"/>
                <a:gd name="connsiteY94" fmla="*/ 1061122 h 5689258"/>
                <a:gd name="connsiteX95" fmla="*/ 1583202 w 2326728"/>
                <a:gd name="connsiteY95" fmla="*/ 1063615 h 5689258"/>
                <a:gd name="connsiteX96" fmla="*/ 1511854 w 2326728"/>
                <a:gd name="connsiteY96" fmla="*/ 1067843 h 5689258"/>
                <a:gd name="connsiteX97" fmla="*/ 1486708 w 2326728"/>
                <a:gd name="connsiteY97" fmla="*/ 1069115 h 5689258"/>
                <a:gd name="connsiteX98" fmla="*/ 1258005 w 2326728"/>
                <a:gd name="connsiteY98" fmla="*/ 1094880 h 5689258"/>
                <a:gd name="connsiteX99" fmla="*/ 1058969 w 2326728"/>
                <a:gd name="connsiteY99" fmla="*/ 1195137 h 5689258"/>
                <a:gd name="connsiteX100" fmla="*/ 1243653 w 2326728"/>
                <a:gd name="connsiteY100" fmla="*/ 921951 h 5689258"/>
                <a:gd name="connsiteX101" fmla="*/ 1260704 w 2326728"/>
                <a:gd name="connsiteY101" fmla="*/ 915059 h 5689258"/>
                <a:gd name="connsiteX102" fmla="*/ 1293292 w 2326728"/>
                <a:gd name="connsiteY102" fmla="*/ 911621 h 5689258"/>
                <a:gd name="connsiteX103" fmla="*/ 1351061 w 2326728"/>
                <a:gd name="connsiteY103" fmla="*/ 925114 h 5689258"/>
                <a:gd name="connsiteX104" fmla="*/ 1698911 w 2326728"/>
                <a:gd name="connsiteY104" fmla="*/ 936200 h 5689258"/>
                <a:gd name="connsiteX105" fmla="*/ 1968436 w 2326728"/>
                <a:gd name="connsiteY105" fmla="*/ 734328 h 5689258"/>
                <a:gd name="connsiteX106" fmla="*/ 1975276 w 2326728"/>
                <a:gd name="connsiteY106" fmla="*/ 723860 h 5689258"/>
                <a:gd name="connsiteX107" fmla="*/ 1975723 w 2326728"/>
                <a:gd name="connsiteY107" fmla="*/ 710574 h 5689258"/>
                <a:gd name="connsiteX108" fmla="*/ 1932960 w 2326728"/>
                <a:gd name="connsiteY108" fmla="*/ 690172 h 5689258"/>
                <a:gd name="connsiteX109" fmla="*/ 1845868 w 2326728"/>
                <a:gd name="connsiteY109" fmla="*/ 676095 h 5689258"/>
                <a:gd name="connsiteX110" fmla="*/ 1804497 w 2326728"/>
                <a:gd name="connsiteY110" fmla="*/ 670113 h 5689258"/>
                <a:gd name="connsiteX111" fmla="*/ 1802726 w 2326728"/>
                <a:gd name="connsiteY111" fmla="*/ 669838 h 5689258"/>
                <a:gd name="connsiteX112" fmla="*/ 1658743 w 2326728"/>
                <a:gd name="connsiteY112" fmla="*/ 653321 h 5689258"/>
                <a:gd name="connsiteX113" fmla="*/ 1425777 w 2326728"/>
                <a:gd name="connsiteY113" fmla="*/ 707205 h 5689258"/>
                <a:gd name="connsiteX114" fmla="*/ 1558967 w 2326728"/>
                <a:gd name="connsiteY114" fmla="*/ 575597 h 5689258"/>
                <a:gd name="connsiteX115" fmla="*/ 1611424 w 2326728"/>
                <a:gd name="connsiteY115" fmla="*/ 532953 h 5689258"/>
                <a:gd name="connsiteX116" fmla="*/ 1622768 w 2326728"/>
                <a:gd name="connsiteY116" fmla="*/ 529808 h 5689258"/>
                <a:gd name="connsiteX117" fmla="*/ 2019707 w 2326728"/>
                <a:gd name="connsiteY117" fmla="*/ 319238 h 5689258"/>
                <a:gd name="connsiteX118" fmla="*/ 2161508 w 2326728"/>
                <a:gd name="connsiteY118" fmla="*/ 34640 h 5689258"/>
                <a:gd name="connsiteX119" fmla="*/ 2162711 w 2326728"/>
                <a:gd name="connsiteY119" fmla="*/ 30601 h 5689258"/>
                <a:gd name="connsiteX120" fmla="*/ 2159927 w 2326728"/>
                <a:gd name="connsiteY120" fmla="*/ 3443 h 5689258"/>
                <a:gd name="connsiteX121" fmla="*/ 2111371 w 2326728"/>
                <a:gd name="connsiteY121" fmla="*/ 11109 h 5689258"/>
                <a:gd name="connsiteX122" fmla="*/ 2027786 w 2326728"/>
                <a:gd name="connsiteY122" fmla="*/ 42477 h 5689258"/>
                <a:gd name="connsiteX123" fmla="*/ 1854686 w 2326728"/>
                <a:gd name="connsiteY123" fmla="*/ 110232 h 5689258"/>
                <a:gd name="connsiteX124" fmla="*/ 1628715 w 2326728"/>
                <a:gd name="connsiteY124" fmla="*/ 296670 h 5689258"/>
                <a:gd name="connsiteX125" fmla="*/ 1578337 w 2326728"/>
                <a:gd name="connsiteY125" fmla="*/ 488711 h 5689258"/>
                <a:gd name="connsiteX126" fmla="*/ 1577530 w 2326728"/>
                <a:gd name="connsiteY126" fmla="*/ 491427 h 5689258"/>
                <a:gd name="connsiteX127" fmla="*/ 1285558 w 2326728"/>
                <a:gd name="connsiteY127" fmla="*/ 788848 h 5689258"/>
                <a:gd name="connsiteX128" fmla="*/ 1414295 w 2326728"/>
                <a:gd name="connsiteY128" fmla="*/ 442098 h 5689258"/>
                <a:gd name="connsiteX129" fmla="*/ 1418472 w 2326728"/>
                <a:gd name="connsiteY129" fmla="*/ 77919 h 5689258"/>
                <a:gd name="connsiteX130" fmla="*/ 1413642 w 2326728"/>
                <a:gd name="connsiteY130" fmla="*/ 55282 h 5689258"/>
                <a:gd name="connsiteX131" fmla="*/ 1410600 w 2326728"/>
                <a:gd name="connsiteY131" fmla="*/ 41859 h 5689258"/>
                <a:gd name="connsiteX132" fmla="*/ 1399204 w 2326728"/>
                <a:gd name="connsiteY132" fmla="*/ 29655 h 5689258"/>
                <a:gd name="connsiteX133" fmla="*/ 1382893 w 2326728"/>
                <a:gd name="connsiteY133" fmla="*/ 33505 h 5689258"/>
                <a:gd name="connsiteX134" fmla="*/ 1362903 w 2326728"/>
                <a:gd name="connsiteY134" fmla="*/ 51845 h 5689258"/>
                <a:gd name="connsiteX135" fmla="*/ 1358314 w 2326728"/>
                <a:gd name="connsiteY135" fmla="*/ 55987 h 5689258"/>
                <a:gd name="connsiteX136" fmla="*/ 1311649 w 2326728"/>
                <a:gd name="connsiteY136" fmla="*/ 101226 h 5689258"/>
                <a:gd name="connsiteX137" fmla="*/ 1064795 w 2326728"/>
                <a:gd name="connsiteY137" fmla="*/ 605572 h 5689258"/>
                <a:gd name="connsiteX138" fmla="*/ 1080780 w 2326728"/>
                <a:gd name="connsiteY138" fmla="*/ 821006 h 5689258"/>
                <a:gd name="connsiteX139" fmla="*/ 1112595 w 2326728"/>
                <a:gd name="connsiteY139" fmla="*/ 878242 h 5689258"/>
                <a:gd name="connsiteX140" fmla="*/ 1128631 w 2326728"/>
                <a:gd name="connsiteY140" fmla="*/ 903543 h 5689258"/>
                <a:gd name="connsiteX141" fmla="*/ 1132636 w 2326728"/>
                <a:gd name="connsiteY141" fmla="*/ 911020 h 5689258"/>
                <a:gd name="connsiteX142" fmla="*/ 1122633 w 2326728"/>
                <a:gd name="connsiteY142" fmla="*/ 995568 h 5689258"/>
                <a:gd name="connsiteX143" fmla="*/ 1119848 w 2326728"/>
                <a:gd name="connsiteY143" fmla="*/ 999555 h 5689258"/>
                <a:gd name="connsiteX144" fmla="*/ 1118250 w 2326728"/>
                <a:gd name="connsiteY144" fmla="*/ 1001772 h 5689258"/>
                <a:gd name="connsiteX145" fmla="*/ 909829 w 2326728"/>
                <a:gd name="connsiteY145" fmla="*/ 1332795 h 5689258"/>
                <a:gd name="connsiteX146" fmla="*/ 952833 w 2326728"/>
                <a:gd name="connsiteY146" fmla="*/ 1012326 h 5689258"/>
                <a:gd name="connsiteX147" fmla="*/ 846285 w 2326728"/>
                <a:gd name="connsiteY147" fmla="*/ 599729 h 5689258"/>
                <a:gd name="connsiteX148" fmla="*/ 831469 w 2326728"/>
                <a:gd name="connsiteY148" fmla="*/ 591135 h 5689258"/>
                <a:gd name="connsiteX149" fmla="*/ 818234 w 2326728"/>
                <a:gd name="connsiteY149" fmla="*/ 597975 h 5689258"/>
                <a:gd name="connsiteX150" fmla="*/ 811977 w 2326728"/>
                <a:gd name="connsiteY150" fmla="*/ 606260 h 5689258"/>
                <a:gd name="connsiteX151" fmla="*/ 799447 w 2326728"/>
                <a:gd name="connsiteY151" fmla="*/ 623551 h 5689258"/>
                <a:gd name="connsiteX152" fmla="*/ 693930 w 2326728"/>
                <a:gd name="connsiteY152" fmla="*/ 881628 h 5689258"/>
                <a:gd name="connsiteX153" fmla="*/ 641456 w 2326728"/>
                <a:gd name="connsiteY153" fmla="*/ 1239413 h 5689258"/>
                <a:gd name="connsiteX154" fmla="*/ 694102 w 2326728"/>
                <a:gd name="connsiteY154" fmla="*/ 1461413 h 5689258"/>
                <a:gd name="connsiteX155" fmla="*/ 733171 w 2326728"/>
                <a:gd name="connsiteY155" fmla="*/ 1512616 h 5689258"/>
                <a:gd name="connsiteX156" fmla="*/ 755188 w 2326728"/>
                <a:gd name="connsiteY156" fmla="*/ 1539361 h 5689258"/>
                <a:gd name="connsiteX157" fmla="*/ 762510 w 2326728"/>
                <a:gd name="connsiteY157" fmla="*/ 1555810 h 5689258"/>
                <a:gd name="connsiteX158" fmla="*/ 762476 w 2326728"/>
                <a:gd name="connsiteY158" fmla="*/ 1621072 h 5689258"/>
                <a:gd name="connsiteX159" fmla="*/ 762149 w 2326728"/>
                <a:gd name="connsiteY159" fmla="*/ 1635854 h 5689258"/>
                <a:gd name="connsiteX160" fmla="*/ 760637 w 2326728"/>
                <a:gd name="connsiteY160" fmla="*/ 1643554 h 5689258"/>
                <a:gd name="connsiteX161" fmla="*/ 642985 w 2326728"/>
                <a:gd name="connsiteY161" fmla="*/ 1980438 h 5689258"/>
                <a:gd name="connsiteX162" fmla="*/ 651407 w 2326728"/>
                <a:gd name="connsiteY162" fmla="*/ 1865640 h 5689258"/>
                <a:gd name="connsiteX163" fmla="*/ 458713 w 2326728"/>
                <a:gd name="connsiteY163" fmla="*/ 1304693 h 5689258"/>
                <a:gd name="connsiteX164" fmla="*/ 431212 w 2326728"/>
                <a:gd name="connsiteY164" fmla="*/ 1271194 h 5689258"/>
                <a:gd name="connsiteX165" fmla="*/ 418304 w 2326728"/>
                <a:gd name="connsiteY165" fmla="*/ 1265023 h 5689258"/>
                <a:gd name="connsiteX166" fmla="*/ 415554 w 2326728"/>
                <a:gd name="connsiteY166" fmla="*/ 1265264 h 5689258"/>
                <a:gd name="connsiteX167" fmla="*/ 402680 w 2326728"/>
                <a:gd name="connsiteY167" fmla="*/ 1275869 h 5689258"/>
                <a:gd name="connsiteX168" fmla="*/ 395324 w 2326728"/>
                <a:gd name="connsiteY168" fmla="*/ 1294965 h 5689258"/>
                <a:gd name="connsiteX169" fmla="*/ 382691 w 2326728"/>
                <a:gd name="connsiteY169" fmla="*/ 1329289 h 5689258"/>
                <a:gd name="connsiteX170" fmla="*/ 337675 w 2326728"/>
                <a:gd name="connsiteY170" fmla="*/ 1643331 h 5689258"/>
                <a:gd name="connsiteX171" fmla="*/ 337624 w 2326728"/>
                <a:gd name="connsiteY171" fmla="*/ 1645840 h 5689258"/>
                <a:gd name="connsiteX172" fmla="*/ 371003 w 2326728"/>
                <a:gd name="connsiteY172" fmla="*/ 1989943 h 5689258"/>
                <a:gd name="connsiteX173" fmla="*/ 488379 w 2326728"/>
                <a:gd name="connsiteY173" fmla="*/ 2182500 h 5689258"/>
                <a:gd name="connsiteX174" fmla="*/ 489754 w 2326728"/>
                <a:gd name="connsiteY174" fmla="*/ 2183737 h 5689258"/>
                <a:gd name="connsiteX175" fmla="*/ 552594 w 2326728"/>
                <a:gd name="connsiteY175" fmla="*/ 2262510 h 5689258"/>
                <a:gd name="connsiteX176" fmla="*/ 558713 w 2326728"/>
                <a:gd name="connsiteY176" fmla="*/ 2285044 h 5689258"/>
                <a:gd name="connsiteX177" fmla="*/ 555705 w 2326728"/>
                <a:gd name="connsiteY177" fmla="*/ 2384012 h 5689258"/>
                <a:gd name="connsiteX178" fmla="*/ 547609 w 2326728"/>
                <a:gd name="connsiteY178" fmla="*/ 2437329 h 5689258"/>
                <a:gd name="connsiteX179" fmla="*/ 531057 w 2326728"/>
                <a:gd name="connsiteY179" fmla="*/ 2656699 h 5689258"/>
                <a:gd name="connsiteX180" fmla="*/ 530542 w 2326728"/>
                <a:gd name="connsiteY180" fmla="*/ 2663351 h 5689258"/>
                <a:gd name="connsiteX181" fmla="*/ 526124 w 2326728"/>
                <a:gd name="connsiteY181" fmla="*/ 2718369 h 5689258"/>
                <a:gd name="connsiteX182" fmla="*/ 363217 w 2326728"/>
                <a:gd name="connsiteY182" fmla="*/ 2272032 h 5689258"/>
                <a:gd name="connsiteX183" fmla="*/ 159745 w 2326728"/>
                <a:gd name="connsiteY183" fmla="*/ 2066206 h 5689258"/>
                <a:gd name="connsiteX184" fmla="*/ 148161 w 2326728"/>
                <a:gd name="connsiteY184" fmla="*/ 2058850 h 5689258"/>
                <a:gd name="connsiteX185" fmla="*/ 140014 w 2326728"/>
                <a:gd name="connsiteY185" fmla="*/ 2053934 h 5689258"/>
                <a:gd name="connsiteX186" fmla="*/ 123943 w 2326728"/>
                <a:gd name="connsiteY186" fmla="*/ 2053212 h 5689258"/>
                <a:gd name="connsiteX187" fmla="*/ 114713 w 2326728"/>
                <a:gd name="connsiteY187" fmla="*/ 2066516 h 5689258"/>
                <a:gd name="connsiteX188" fmla="*/ 111155 w 2326728"/>
                <a:gd name="connsiteY188" fmla="*/ 2097437 h 5689258"/>
                <a:gd name="connsiteX189" fmla="*/ 105999 w 2326728"/>
                <a:gd name="connsiteY189" fmla="*/ 2159812 h 5689258"/>
                <a:gd name="connsiteX190" fmla="*/ 241371 w 2326728"/>
                <a:gd name="connsiteY190" fmla="*/ 2759191 h 5689258"/>
                <a:gd name="connsiteX191" fmla="*/ 340975 w 2326728"/>
                <a:gd name="connsiteY191" fmla="*/ 2890129 h 5689258"/>
                <a:gd name="connsiteX192" fmla="*/ 474199 w 2326728"/>
                <a:gd name="connsiteY192" fmla="*/ 2954085 h 5689258"/>
                <a:gd name="connsiteX193" fmla="*/ 478256 w 2326728"/>
                <a:gd name="connsiteY193" fmla="*/ 2956148 h 5689258"/>
                <a:gd name="connsiteX194" fmla="*/ 486454 w 2326728"/>
                <a:gd name="connsiteY194" fmla="*/ 2972236 h 5689258"/>
                <a:gd name="connsiteX195" fmla="*/ 511497 w 2326728"/>
                <a:gd name="connsiteY195" fmla="*/ 3030572 h 5689258"/>
                <a:gd name="connsiteX196" fmla="*/ 515708 w 2326728"/>
                <a:gd name="connsiteY196" fmla="*/ 3084714 h 5689258"/>
                <a:gd name="connsiteX197" fmla="*/ 515932 w 2326728"/>
                <a:gd name="connsiteY197" fmla="*/ 3105872 h 5689258"/>
                <a:gd name="connsiteX198" fmla="*/ 553539 w 2326728"/>
                <a:gd name="connsiteY198" fmla="*/ 3479625 h 5689258"/>
                <a:gd name="connsiteX199" fmla="*/ 490442 w 2326728"/>
                <a:gd name="connsiteY199" fmla="*/ 3348188 h 5689258"/>
                <a:gd name="connsiteX200" fmla="*/ 75490 w 2326728"/>
                <a:gd name="connsiteY200" fmla="*/ 2989389 h 5689258"/>
                <a:gd name="connsiteX201" fmla="*/ 40770 w 2326728"/>
                <a:gd name="connsiteY201" fmla="*/ 2978080 h 5689258"/>
                <a:gd name="connsiteX202" fmla="*/ 38227 w 2326728"/>
                <a:gd name="connsiteY202" fmla="*/ 2977323 h 5689258"/>
                <a:gd name="connsiteX203" fmla="*/ 21709 w 2326728"/>
                <a:gd name="connsiteY203" fmla="*/ 2972408 h 5689258"/>
                <a:gd name="connsiteX204" fmla="*/ 6068 w 2326728"/>
                <a:gd name="connsiteY204" fmla="*/ 2975433 h 5689258"/>
                <a:gd name="connsiteX205" fmla="*/ 86 w 2326728"/>
                <a:gd name="connsiteY205" fmla="*/ 2990111 h 5689258"/>
                <a:gd name="connsiteX206" fmla="*/ 3043 w 2326728"/>
                <a:gd name="connsiteY206" fmla="*/ 3024659 h 5689258"/>
                <a:gd name="connsiteX207" fmla="*/ 12445 w 2326728"/>
                <a:gd name="connsiteY207" fmla="*/ 3095508 h 5689258"/>
                <a:gd name="connsiteX208" fmla="*/ 293863 w 2326728"/>
                <a:gd name="connsiteY208" fmla="*/ 3618624 h 5689258"/>
                <a:gd name="connsiteX209" fmla="*/ 478084 w 2326728"/>
                <a:gd name="connsiteY209" fmla="*/ 3721425 h 5689258"/>
                <a:gd name="connsiteX210" fmla="*/ 550376 w 2326728"/>
                <a:gd name="connsiteY210" fmla="*/ 3722216 h 5689258"/>
                <a:gd name="connsiteX211" fmla="*/ 560414 w 2326728"/>
                <a:gd name="connsiteY211" fmla="*/ 3721614 h 5689258"/>
                <a:gd name="connsiteX212" fmla="*/ 564505 w 2326728"/>
                <a:gd name="connsiteY212" fmla="*/ 3721442 h 5689258"/>
                <a:gd name="connsiteX213" fmla="*/ 569386 w 2326728"/>
                <a:gd name="connsiteY213" fmla="*/ 3724261 h 5689258"/>
                <a:gd name="connsiteX214" fmla="*/ 616086 w 2326728"/>
                <a:gd name="connsiteY214" fmla="*/ 3788389 h 5689258"/>
                <a:gd name="connsiteX215" fmla="*/ 618166 w 2326728"/>
                <a:gd name="connsiteY215" fmla="*/ 3794371 h 5689258"/>
                <a:gd name="connsiteX216" fmla="*/ 618853 w 2326728"/>
                <a:gd name="connsiteY216" fmla="*/ 3796674 h 5689258"/>
                <a:gd name="connsiteX217" fmla="*/ 798382 w 2326728"/>
                <a:gd name="connsiteY217" fmla="*/ 4269464 h 5689258"/>
                <a:gd name="connsiteX218" fmla="*/ 692504 w 2326728"/>
                <a:gd name="connsiteY218" fmla="*/ 4147360 h 5689258"/>
                <a:gd name="connsiteX219" fmla="*/ 172379 w 2326728"/>
                <a:gd name="connsiteY219" fmla="*/ 3968382 h 5689258"/>
                <a:gd name="connsiteX220" fmla="*/ 168099 w 2326728"/>
                <a:gd name="connsiteY220" fmla="*/ 3968416 h 5689258"/>
                <a:gd name="connsiteX221" fmla="*/ 165400 w 2326728"/>
                <a:gd name="connsiteY221" fmla="*/ 3968915 h 5689258"/>
                <a:gd name="connsiteX222" fmla="*/ 155019 w 2326728"/>
                <a:gd name="connsiteY222" fmla="*/ 3989385 h 5689258"/>
                <a:gd name="connsiteX223" fmla="*/ 162203 w 2326728"/>
                <a:gd name="connsiteY223" fmla="*/ 4014944 h 5689258"/>
                <a:gd name="connsiteX224" fmla="*/ 179323 w 2326728"/>
                <a:gd name="connsiteY224" fmla="*/ 4068983 h 5689258"/>
                <a:gd name="connsiteX225" fmla="*/ 352612 w 2326728"/>
                <a:gd name="connsiteY225" fmla="*/ 4326012 h 5689258"/>
                <a:gd name="connsiteX226" fmla="*/ 560689 w 2326728"/>
                <a:gd name="connsiteY226" fmla="*/ 4490776 h 5689258"/>
                <a:gd name="connsiteX227" fmla="*/ 821087 w 2326728"/>
                <a:gd name="connsiteY227" fmla="*/ 4523708 h 5689258"/>
                <a:gd name="connsiteX228" fmla="*/ 865655 w 2326728"/>
                <a:gd name="connsiteY228" fmla="*/ 4506142 h 5689258"/>
                <a:gd name="connsiteX229" fmla="*/ 888223 w 2326728"/>
                <a:gd name="connsiteY229" fmla="*/ 4507259 h 5689258"/>
                <a:gd name="connsiteX230" fmla="*/ 924301 w 2326728"/>
                <a:gd name="connsiteY230" fmla="*/ 4530239 h 5689258"/>
                <a:gd name="connsiteX231" fmla="*/ 943912 w 2326728"/>
                <a:gd name="connsiteY231" fmla="*/ 4542030 h 5689258"/>
                <a:gd name="connsiteX232" fmla="*/ 947831 w 2326728"/>
                <a:gd name="connsiteY232" fmla="*/ 4547651 h 5689258"/>
                <a:gd name="connsiteX233" fmla="*/ 1194358 w 2326728"/>
                <a:gd name="connsiteY233" fmla="*/ 4886941 h 5689258"/>
                <a:gd name="connsiteX234" fmla="*/ 1044118 w 2326728"/>
                <a:gd name="connsiteY234" fmla="*/ 4809613 h 5689258"/>
                <a:gd name="connsiteX235" fmla="*/ 548400 w 2326728"/>
                <a:gd name="connsiteY235" fmla="*/ 4828915 h 5689258"/>
                <a:gd name="connsiteX236" fmla="*/ 494412 w 2326728"/>
                <a:gd name="connsiteY236" fmla="*/ 4854198 h 5689258"/>
                <a:gd name="connsiteX237" fmla="*/ 487142 w 2326728"/>
                <a:gd name="connsiteY237" fmla="*/ 4865422 h 5689258"/>
                <a:gd name="connsiteX238" fmla="*/ 490390 w 2326728"/>
                <a:gd name="connsiteY238" fmla="*/ 4878244 h 5689258"/>
                <a:gd name="connsiteX239" fmla="*/ 505619 w 2326728"/>
                <a:gd name="connsiteY239" fmla="*/ 4898577 h 5689258"/>
                <a:gd name="connsiteX240" fmla="*/ 506719 w 2326728"/>
                <a:gd name="connsiteY240" fmla="*/ 4900056 h 5689258"/>
                <a:gd name="connsiteX241" fmla="*/ 545031 w 2326728"/>
                <a:gd name="connsiteY241" fmla="*/ 4948096 h 5689258"/>
                <a:gd name="connsiteX242" fmla="*/ 765106 w 2326728"/>
                <a:gd name="connsiteY242" fmla="*/ 5103166 h 5689258"/>
                <a:gd name="connsiteX243" fmla="*/ 1083805 w 2326728"/>
                <a:gd name="connsiteY243" fmla="*/ 5190309 h 5689258"/>
                <a:gd name="connsiteX244" fmla="*/ 1098845 w 2326728"/>
                <a:gd name="connsiteY244" fmla="*/ 5190584 h 5689258"/>
                <a:gd name="connsiteX245" fmla="*/ 1332532 w 2326728"/>
                <a:gd name="connsiteY245" fmla="*/ 5092131 h 5689258"/>
                <a:gd name="connsiteX246" fmla="*/ 1337225 w 2326728"/>
                <a:gd name="connsiteY246" fmla="*/ 5090619 h 5689258"/>
                <a:gd name="connsiteX247" fmla="*/ 1397228 w 2326728"/>
                <a:gd name="connsiteY247" fmla="*/ 5098181 h 5689258"/>
                <a:gd name="connsiteX248" fmla="*/ 1404808 w 2326728"/>
                <a:gd name="connsiteY248" fmla="*/ 5101894 h 5689258"/>
                <a:gd name="connsiteX249" fmla="*/ 1716941 w 2326728"/>
                <a:gd name="connsiteY249" fmla="*/ 5331027 h 5689258"/>
                <a:gd name="connsiteX250" fmla="*/ 1665944 w 2326728"/>
                <a:gd name="connsiteY250" fmla="*/ 5318445 h 5689258"/>
                <a:gd name="connsiteX251" fmla="*/ 1299738 w 2326728"/>
                <a:gd name="connsiteY251" fmla="*/ 5362000 h 5689258"/>
                <a:gd name="connsiteX252" fmla="*/ 1049137 w 2326728"/>
                <a:gd name="connsiteY252" fmla="*/ 5519785 h 5689258"/>
                <a:gd name="connsiteX253" fmla="*/ 1047040 w 2326728"/>
                <a:gd name="connsiteY253" fmla="*/ 5542577 h 5689258"/>
                <a:gd name="connsiteX254" fmla="*/ 1145080 w 2326728"/>
                <a:gd name="connsiteY254" fmla="*/ 5614181 h 5689258"/>
                <a:gd name="connsiteX255" fmla="*/ 1418730 w 2326728"/>
                <a:gd name="connsiteY255" fmla="*/ 5686320 h 5689258"/>
                <a:gd name="connsiteX256" fmla="*/ 1500012 w 2326728"/>
                <a:gd name="connsiteY256" fmla="*/ 5689259 h 5689258"/>
                <a:gd name="connsiteX257" fmla="*/ 1594322 w 2326728"/>
                <a:gd name="connsiteY257" fmla="*/ 5684721 h 5689258"/>
                <a:gd name="connsiteX258" fmla="*/ 1674951 w 2326728"/>
                <a:gd name="connsiteY258" fmla="*/ 5670885 h 5689258"/>
                <a:gd name="connsiteX259" fmla="*/ 1924641 w 2326728"/>
                <a:gd name="connsiteY259" fmla="*/ 5487025 h 5689258"/>
                <a:gd name="connsiteX260" fmla="*/ 1933664 w 2326728"/>
                <a:gd name="connsiteY260" fmla="*/ 5483003 h 5689258"/>
                <a:gd name="connsiteX261" fmla="*/ 1993771 w 2326728"/>
                <a:gd name="connsiteY261" fmla="*/ 5471281 h 5689258"/>
                <a:gd name="connsiteX262" fmla="*/ 2010563 w 2326728"/>
                <a:gd name="connsiteY262" fmla="*/ 5474546 h 5689258"/>
                <a:gd name="connsiteX263" fmla="*/ 2272921 w 2326728"/>
                <a:gd name="connsiteY263" fmla="*/ 5554161 h 5689258"/>
                <a:gd name="connsiteX264" fmla="*/ 2276839 w 2326728"/>
                <a:gd name="connsiteY264" fmla="*/ 5554625 h 5689258"/>
                <a:gd name="connsiteX265" fmla="*/ 2291484 w 2326728"/>
                <a:gd name="connsiteY265" fmla="*/ 5545808 h 5689258"/>
                <a:gd name="connsiteX266" fmla="*/ 2322783 w 2326728"/>
                <a:gd name="connsiteY266" fmla="*/ 5499933 h 5689258"/>
                <a:gd name="connsiteX267" fmla="*/ 2325842 w 2326728"/>
                <a:gd name="connsiteY267" fmla="*/ 5483828 h 5689258"/>
                <a:gd name="connsiteX268" fmla="*/ 2313708 w 2326728"/>
                <a:gd name="connsiteY268" fmla="*/ 5472982 h 568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2326728" h="5689258">
                  <a:moveTo>
                    <a:pt x="2313708" y="5472982"/>
                  </a:moveTo>
                  <a:cubicBezTo>
                    <a:pt x="2202484" y="5448421"/>
                    <a:pt x="2091862" y="5412618"/>
                    <a:pt x="1975465" y="5363546"/>
                  </a:cubicBezTo>
                  <a:cubicBezTo>
                    <a:pt x="1974073" y="5362893"/>
                    <a:pt x="1970619" y="5358992"/>
                    <a:pt x="1969536" y="5355485"/>
                  </a:cubicBezTo>
                  <a:cubicBezTo>
                    <a:pt x="1957934" y="5315936"/>
                    <a:pt x="1954049" y="5276094"/>
                    <a:pt x="1957624" y="5233674"/>
                  </a:cubicBezTo>
                  <a:cubicBezTo>
                    <a:pt x="1980416" y="4962843"/>
                    <a:pt x="1819141" y="4677472"/>
                    <a:pt x="1574195" y="4555127"/>
                  </a:cubicBezTo>
                  <a:cubicBezTo>
                    <a:pt x="1568987" y="4552481"/>
                    <a:pt x="1563556" y="4550195"/>
                    <a:pt x="1557299" y="4547633"/>
                  </a:cubicBezTo>
                  <a:lnTo>
                    <a:pt x="1551490" y="4545227"/>
                  </a:lnTo>
                  <a:cubicBezTo>
                    <a:pt x="1545973" y="4542873"/>
                    <a:pt x="1539252" y="4543852"/>
                    <a:pt x="1534800" y="4547427"/>
                  </a:cubicBezTo>
                  <a:cubicBezTo>
                    <a:pt x="1529988" y="4551140"/>
                    <a:pt x="1527599" y="4557190"/>
                    <a:pt x="1528578" y="4563257"/>
                  </a:cubicBezTo>
                  <a:lnTo>
                    <a:pt x="1535282" y="4604784"/>
                  </a:lnTo>
                  <a:cubicBezTo>
                    <a:pt x="1541229" y="4641532"/>
                    <a:pt x="1547055" y="4677489"/>
                    <a:pt x="1552641" y="4713480"/>
                  </a:cubicBezTo>
                  <a:lnTo>
                    <a:pt x="1554051" y="4722900"/>
                  </a:lnTo>
                  <a:cubicBezTo>
                    <a:pt x="1569778" y="4825185"/>
                    <a:pt x="1586038" y="4930960"/>
                    <a:pt x="1617715" y="5032575"/>
                  </a:cubicBezTo>
                  <a:cubicBezTo>
                    <a:pt x="1646299" y="5124256"/>
                    <a:pt x="1690403" y="5196600"/>
                    <a:pt x="1751747" y="5252031"/>
                  </a:cubicBezTo>
                  <a:cubicBezTo>
                    <a:pt x="1622150" y="5175613"/>
                    <a:pt x="1501387" y="5083778"/>
                    <a:pt x="1391711" y="4978158"/>
                  </a:cubicBezTo>
                  <a:cubicBezTo>
                    <a:pt x="1389407" y="4975941"/>
                    <a:pt x="1386674" y="4970062"/>
                    <a:pt x="1386279" y="4965215"/>
                  </a:cubicBezTo>
                  <a:lnTo>
                    <a:pt x="1383340" y="4892734"/>
                  </a:lnTo>
                  <a:cubicBezTo>
                    <a:pt x="1383323" y="4890155"/>
                    <a:pt x="1383288" y="4883314"/>
                    <a:pt x="1384749" y="4879929"/>
                  </a:cubicBezTo>
                  <a:cubicBezTo>
                    <a:pt x="1438771" y="4754078"/>
                    <a:pt x="1452607" y="4612415"/>
                    <a:pt x="1427083" y="4446878"/>
                  </a:cubicBezTo>
                  <a:cubicBezTo>
                    <a:pt x="1402470" y="4287219"/>
                    <a:pt x="1334303" y="4140399"/>
                    <a:pt x="1224454" y="4010475"/>
                  </a:cubicBezTo>
                  <a:cubicBezTo>
                    <a:pt x="1211598" y="3995264"/>
                    <a:pt x="1200254" y="3987563"/>
                    <a:pt x="1190732" y="3987563"/>
                  </a:cubicBezTo>
                  <a:cubicBezTo>
                    <a:pt x="1188411" y="3987563"/>
                    <a:pt x="1186314" y="3988028"/>
                    <a:pt x="1184664" y="3988887"/>
                  </a:cubicBezTo>
                  <a:cubicBezTo>
                    <a:pt x="1179611" y="3991396"/>
                    <a:pt x="1176191" y="3996261"/>
                    <a:pt x="1175520" y="4001881"/>
                  </a:cubicBezTo>
                  <a:lnTo>
                    <a:pt x="1172581" y="4027165"/>
                  </a:lnTo>
                  <a:cubicBezTo>
                    <a:pt x="1170312" y="4045934"/>
                    <a:pt x="1168129" y="4064359"/>
                    <a:pt x="1166170" y="4082819"/>
                  </a:cubicBezTo>
                  <a:cubicBezTo>
                    <a:pt x="1162784" y="4115339"/>
                    <a:pt x="1159071" y="4147807"/>
                    <a:pt x="1155341" y="4180292"/>
                  </a:cubicBezTo>
                  <a:lnTo>
                    <a:pt x="1154809" y="4184984"/>
                  </a:lnTo>
                  <a:cubicBezTo>
                    <a:pt x="1145527" y="4266094"/>
                    <a:pt x="1135902" y="4349972"/>
                    <a:pt x="1130814" y="4433953"/>
                  </a:cubicBezTo>
                  <a:cubicBezTo>
                    <a:pt x="1124902" y="4531924"/>
                    <a:pt x="1126655" y="4646344"/>
                    <a:pt x="1184561" y="4752188"/>
                  </a:cubicBezTo>
                  <a:cubicBezTo>
                    <a:pt x="1184870" y="4752720"/>
                    <a:pt x="1185145" y="4753287"/>
                    <a:pt x="1185455" y="4753820"/>
                  </a:cubicBezTo>
                  <a:cubicBezTo>
                    <a:pt x="1104963" y="4653168"/>
                    <a:pt x="1031485" y="4544849"/>
                    <a:pt x="965930" y="4430068"/>
                  </a:cubicBezTo>
                  <a:cubicBezTo>
                    <a:pt x="960138" y="4419858"/>
                    <a:pt x="959639" y="4410903"/>
                    <a:pt x="960722" y="4397909"/>
                  </a:cubicBezTo>
                  <a:cubicBezTo>
                    <a:pt x="965380" y="4342959"/>
                    <a:pt x="990921" y="4298305"/>
                    <a:pt x="1017821" y="4258257"/>
                  </a:cubicBezTo>
                  <a:cubicBezTo>
                    <a:pt x="1069780" y="4180705"/>
                    <a:pt x="1101234" y="4089041"/>
                    <a:pt x="1119814" y="3961025"/>
                  </a:cubicBezTo>
                  <a:cubicBezTo>
                    <a:pt x="1145785" y="3781996"/>
                    <a:pt x="1119556" y="3602398"/>
                    <a:pt x="1041901" y="3427184"/>
                  </a:cubicBezTo>
                  <a:cubicBezTo>
                    <a:pt x="1039770" y="3422354"/>
                    <a:pt x="1037277" y="3417696"/>
                    <a:pt x="1034613" y="3412695"/>
                  </a:cubicBezTo>
                  <a:lnTo>
                    <a:pt x="1028546" y="3401247"/>
                  </a:lnTo>
                  <a:cubicBezTo>
                    <a:pt x="1025641" y="3395661"/>
                    <a:pt x="1019436" y="3391983"/>
                    <a:pt x="1012888" y="3392275"/>
                  </a:cubicBezTo>
                  <a:cubicBezTo>
                    <a:pt x="1006356" y="3392619"/>
                    <a:pt x="1000598" y="3396761"/>
                    <a:pt x="998226" y="3402777"/>
                  </a:cubicBezTo>
                  <a:cubicBezTo>
                    <a:pt x="979388" y="3450285"/>
                    <a:pt x="961169" y="3496056"/>
                    <a:pt x="943070" y="3541484"/>
                  </a:cubicBezTo>
                  <a:lnTo>
                    <a:pt x="931503" y="3570515"/>
                  </a:lnTo>
                  <a:cubicBezTo>
                    <a:pt x="892898" y="3667472"/>
                    <a:pt x="849602" y="3780672"/>
                    <a:pt x="824439" y="3897464"/>
                  </a:cubicBezTo>
                  <a:cubicBezTo>
                    <a:pt x="806701" y="3979881"/>
                    <a:pt x="805618" y="4059426"/>
                    <a:pt x="821173" y="4135157"/>
                  </a:cubicBezTo>
                  <a:cubicBezTo>
                    <a:pt x="760809" y="3991482"/>
                    <a:pt x="711187" y="3839661"/>
                    <a:pt x="673185" y="3682237"/>
                  </a:cubicBezTo>
                  <a:cubicBezTo>
                    <a:pt x="672755" y="3680483"/>
                    <a:pt x="672617" y="3675946"/>
                    <a:pt x="676381" y="3665478"/>
                  </a:cubicBezTo>
                  <a:cubicBezTo>
                    <a:pt x="694154" y="3616836"/>
                    <a:pt x="726519" y="3572732"/>
                    <a:pt x="767529" y="3541295"/>
                  </a:cubicBezTo>
                  <a:cubicBezTo>
                    <a:pt x="857302" y="3472440"/>
                    <a:pt x="908230" y="3376738"/>
                    <a:pt x="946198" y="3292207"/>
                  </a:cubicBezTo>
                  <a:cubicBezTo>
                    <a:pt x="1023939" y="3119331"/>
                    <a:pt x="1045029" y="2935677"/>
                    <a:pt x="1010653" y="2730710"/>
                  </a:cubicBezTo>
                  <a:cubicBezTo>
                    <a:pt x="1010292" y="2728562"/>
                    <a:pt x="1009639" y="2726431"/>
                    <a:pt x="1008866" y="2724110"/>
                  </a:cubicBezTo>
                  <a:lnTo>
                    <a:pt x="1008247" y="2722254"/>
                  </a:lnTo>
                  <a:cubicBezTo>
                    <a:pt x="1006751" y="2717665"/>
                    <a:pt x="1003348" y="2713952"/>
                    <a:pt x="998845" y="2712010"/>
                  </a:cubicBezTo>
                  <a:cubicBezTo>
                    <a:pt x="994445" y="2710171"/>
                    <a:pt x="988910" y="2710515"/>
                    <a:pt x="985490" y="2712199"/>
                  </a:cubicBezTo>
                  <a:cubicBezTo>
                    <a:pt x="982052" y="2713454"/>
                    <a:pt x="976844" y="2715362"/>
                    <a:pt x="973458" y="2720329"/>
                  </a:cubicBezTo>
                  <a:cubicBezTo>
                    <a:pt x="954002" y="2746317"/>
                    <a:pt x="934253" y="2772546"/>
                    <a:pt x="914486" y="2798758"/>
                  </a:cubicBezTo>
                  <a:lnTo>
                    <a:pt x="911169" y="2803175"/>
                  </a:lnTo>
                  <a:cubicBezTo>
                    <a:pt x="861324" y="2869366"/>
                    <a:pt x="809777" y="2937774"/>
                    <a:pt x="760242" y="3005924"/>
                  </a:cubicBezTo>
                  <a:cubicBezTo>
                    <a:pt x="702851" y="3084662"/>
                    <a:pt x="662322" y="3161200"/>
                    <a:pt x="636316" y="3239921"/>
                  </a:cubicBezTo>
                  <a:cubicBezTo>
                    <a:pt x="623769" y="3277941"/>
                    <a:pt x="615570" y="3314534"/>
                    <a:pt x="611703" y="3350079"/>
                  </a:cubicBezTo>
                  <a:cubicBezTo>
                    <a:pt x="595186" y="3222355"/>
                    <a:pt x="585818" y="3091950"/>
                    <a:pt x="583773" y="2960462"/>
                  </a:cubicBezTo>
                  <a:cubicBezTo>
                    <a:pt x="583291" y="2929077"/>
                    <a:pt x="587279" y="2904137"/>
                    <a:pt x="608712" y="2876825"/>
                  </a:cubicBezTo>
                  <a:cubicBezTo>
                    <a:pt x="631401" y="2847709"/>
                    <a:pt x="652593" y="2831449"/>
                    <a:pt x="681813" y="2820724"/>
                  </a:cubicBezTo>
                  <a:cubicBezTo>
                    <a:pt x="801871" y="2776860"/>
                    <a:pt x="878890" y="2684165"/>
                    <a:pt x="932568" y="2608315"/>
                  </a:cubicBezTo>
                  <a:cubicBezTo>
                    <a:pt x="1019281" y="2485610"/>
                    <a:pt x="1070141" y="2342830"/>
                    <a:pt x="1088051" y="2171809"/>
                  </a:cubicBezTo>
                  <a:cubicBezTo>
                    <a:pt x="1089958" y="2154209"/>
                    <a:pt x="1091041" y="2136402"/>
                    <a:pt x="1092158" y="2117564"/>
                  </a:cubicBezTo>
                  <a:lnTo>
                    <a:pt x="1092434" y="2113284"/>
                  </a:lnTo>
                  <a:cubicBezTo>
                    <a:pt x="1092966" y="2104123"/>
                    <a:pt x="1093534" y="2094583"/>
                    <a:pt x="1094255" y="2084477"/>
                  </a:cubicBezTo>
                  <a:cubicBezTo>
                    <a:pt x="1094702" y="2077774"/>
                    <a:pt x="1091110" y="2071483"/>
                    <a:pt x="1085111" y="2068441"/>
                  </a:cubicBezTo>
                  <a:cubicBezTo>
                    <a:pt x="1079302" y="2065519"/>
                    <a:pt x="1071859" y="2066378"/>
                    <a:pt x="1066806" y="2070658"/>
                  </a:cubicBezTo>
                  <a:lnTo>
                    <a:pt x="1052557" y="2082861"/>
                  </a:lnTo>
                  <a:cubicBezTo>
                    <a:pt x="1047195" y="2087433"/>
                    <a:pt x="1042606" y="2091352"/>
                    <a:pt x="1037844" y="2095168"/>
                  </a:cubicBezTo>
                  <a:cubicBezTo>
                    <a:pt x="1014967" y="2113542"/>
                    <a:pt x="992004" y="2131727"/>
                    <a:pt x="968990" y="2149963"/>
                  </a:cubicBezTo>
                  <a:lnTo>
                    <a:pt x="966583" y="2151854"/>
                  </a:lnTo>
                  <a:cubicBezTo>
                    <a:pt x="916068" y="2191868"/>
                    <a:pt x="863816" y="2233239"/>
                    <a:pt x="813920" y="2275968"/>
                  </a:cubicBezTo>
                  <a:cubicBezTo>
                    <a:pt x="717100" y="2358539"/>
                    <a:pt x="654759" y="2440732"/>
                    <a:pt x="617719" y="2534664"/>
                  </a:cubicBezTo>
                  <a:cubicBezTo>
                    <a:pt x="611600" y="2550151"/>
                    <a:pt x="606237" y="2565465"/>
                    <a:pt x="601631" y="2580625"/>
                  </a:cubicBezTo>
                  <a:cubicBezTo>
                    <a:pt x="616860" y="2431365"/>
                    <a:pt x="641593" y="2284373"/>
                    <a:pt x="675556" y="2141765"/>
                  </a:cubicBezTo>
                  <a:cubicBezTo>
                    <a:pt x="679682" y="2124319"/>
                    <a:pt x="681985" y="2119197"/>
                    <a:pt x="690458" y="2116412"/>
                  </a:cubicBezTo>
                  <a:cubicBezTo>
                    <a:pt x="695787" y="2114608"/>
                    <a:pt x="700754" y="2111136"/>
                    <a:pt x="704381" y="2106839"/>
                  </a:cubicBezTo>
                  <a:cubicBezTo>
                    <a:pt x="729011" y="2078839"/>
                    <a:pt x="761445" y="2074405"/>
                    <a:pt x="792864" y="2073769"/>
                  </a:cubicBezTo>
                  <a:cubicBezTo>
                    <a:pt x="897711" y="2071311"/>
                    <a:pt x="980866" y="2019008"/>
                    <a:pt x="1048364" y="1968166"/>
                  </a:cubicBezTo>
                  <a:cubicBezTo>
                    <a:pt x="1213867" y="1843519"/>
                    <a:pt x="1327823" y="1527260"/>
                    <a:pt x="1327823" y="1516535"/>
                  </a:cubicBezTo>
                  <a:cubicBezTo>
                    <a:pt x="1327823" y="1510949"/>
                    <a:pt x="1325038" y="1505741"/>
                    <a:pt x="1320312" y="1502596"/>
                  </a:cubicBezTo>
                  <a:cubicBezTo>
                    <a:pt x="1315654" y="1499519"/>
                    <a:pt x="1309363" y="1499089"/>
                    <a:pt x="1304619" y="1501203"/>
                  </a:cubicBezTo>
                  <a:cubicBezTo>
                    <a:pt x="1270140" y="1515830"/>
                    <a:pt x="1235661" y="1530079"/>
                    <a:pt x="1199961" y="1544844"/>
                  </a:cubicBezTo>
                  <a:cubicBezTo>
                    <a:pt x="1121412" y="1577415"/>
                    <a:pt x="1040199" y="1611069"/>
                    <a:pt x="962200" y="1647868"/>
                  </a:cubicBezTo>
                  <a:cubicBezTo>
                    <a:pt x="883703" y="1685011"/>
                    <a:pt x="821671" y="1734685"/>
                    <a:pt x="777326" y="1795805"/>
                  </a:cubicBezTo>
                  <a:cubicBezTo>
                    <a:pt x="819592" y="1675713"/>
                    <a:pt x="868595" y="1557975"/>
                    <a:pt x="923459" y="1444827"/>
                  </a:cubicBezTo>
                  <a:cubicBezTo>
                    <a:pt x="929767" y="1432623"/>
                    <a:pt x="959399" y="1419664"/>
                    <a:pt x="1001887" y="1419664"/>
                  </a:cubicBezTo>
                  <a:cubicBezTo>
                    <a:pt x="1015706" y="1419664"/>
                    <a:pt x="1029096" y="1421142"/>
                    <a:pt x="1040663" y="1423926"/>
                  </a:cubicBezTo>
                  <a:cubicBezTo>
                    <a:pt x="1140491" y="1447852"/>
                    <a:pt x="1239477" y="1433345"/>
                    <a:pt x="1349033" y="1378601"/>
                  </a:cubicBezTo>
                  <a:cubicBezTo>
                    <a:pt x="1461115" y="1322569"/>
                    <a:pt x="1554102" y="1230957"/>
                    <a:pt x="1633305" y="1098455"/>
                  </a:cubicBezTo>
                  <a:cubicBezTo>
                    <a:pt x="1634817" y="1095894"/>
                    <a:pt x="1637791" y="1088073"/>
                    <a:pt x="1639389" y="1083690"/>
                  </a:cubicBezTo>
                  <a:cubicBezTo>
                    <a:pt x="1641400" y="1078328"/>
                    <a:pt x="1640592" y="1072415"/>
                    <a:pt x="1637258" y="1067929"/>
                  </a:cubicBezTo>
                  <a:cubicBezTo>
                    <a:pt x="1634164" y="1063666"/>
                    <a:pt x="1629214" y="1061122"/>
                    <a:pt x="1622906" y="1061122"/>
                  </a:cubicBezTo>
                  <a:cubicBezTo>
                    <a:pt x="1622854" y="1061122"/>
                    <a:pt x="1622820" y="1061122"/>
                    <a:pt x="1622768" y="1061122"/>
                  </a:cubicBezTo>
                  <a:lnTo>
                    <a:pt x="1583202" y="1063615"/>
                  </a:lnTo>
                  <a:cubicBezTo>
                    <a:pt x="1558949" y="1065144"/>
                    <a:pt x="1535402" y="1066640"/>
                    <a:pt x="1511854" y="1067843"/>
                  </a:cubicBezTo>
                  <a:lnTo>
                    <a:pt x="1486708" y="1069115"/>
                  </a:lnTo>
                  <a:cubicBezTo>
                    <a:pt x="1411631" y="1072896"/>
                    <a:pt x="1333976" y="1076781"/>
                    <a:pt x="1258005" y="1094880"/>
                  </a:cubicBezTo>
                  <a:cubicBezTo>
                    <a:pt x="1171361" y="1115711"/>
                    <a:pt x="1107748" y="1147698"/>
                    <a:pt x="1058969" y="1195137"/>
                  </a:cubicBezTo>
                  <a:cubicBezTo>
                    <a:pt x="1116703" y="1099039"/>
                    <a:pt x="1178528" y="1007599"/>
                    <a:pt x="1243653" y="921951"/>
                  </a:cubicBezTo>
                  <a:cubicBezTo>
                    <a:pt x="1245406" y="919683"/>
                    <a:pt x="1253811" y="916211"/>
                    <a:pt x="1260704" y="915059"/>
                  </a:cubicBezTo>
                  <a:cubicBezTo>
                    <a:pt x="1264141" y="914251"/>
                    <a:pt x="1276654" y="911621"/>
                    <a:pt x="1293292" y="911621"/>
                  </a:cubicBezTo>
                  <a:cubicBezTo>
                    <a:pt x="1315362" y="911621"/>
                    <a:pt x="1334681" y="916108"/>
                    <a:pt x="1351061" y="925114"/>
                  </a:cubicBezTo>
                  <a:cubicBezTo>
                    <a:pt x="1455134" y="976008"/>
                    <a:pt x="1572012" y="979789"/>
                    <a:pt x="1698911" y="936200"/>
                  </a:cubicBezTo>
                  <a:cubicBezTo>
                    <a:pt x="1803001" y="900638"/>
                    <a:pt x="1891159" y="834585"/>
                    <a:pt x="1968436" y="734328"/>
                  </a:cubicBezTo>
                  <a:cubicBezTo>
                    <a:pt x="1970945" y="731096"/>
                    <a:pt x="1973214" y="727573"/>
                    <a:pt x="1975276" y="723860"/>
                  </a:cubicBezTo>
                  <a:cubicBezTo>
                    <a:pt x="1977631" y="719580"/>
                    <a:pt x="1977786" y="714871"/>
                    <a:pt x="1975723" y="710574"/>
                  </a:cubicBezTo>
                  <a:cubicBezTo>
                    <a:pt x="1969742" y="698027"/>
                    <a:pt x="1943857" y="692131"/>
                    <a:pt x="1932960" y="690172"/>
                  </a:cubicBezTo>
                  <a:cubicBezTo>
                    <a:pt x="1906215" y="685497"/>
                    <a:pt x="1875913" y="680168"/>
                    <a:pt x="1845868" y="676095"/>
                  </a:cubicBezTo>
                  <a:cubicBezTo>
                    <a:pt x="1832101" y="674170"/>
                    <a:pt x="1818316" y="672159"/>
                    <a:pt x="1804497" y="670113"/>
                  </a:cubicBezTo>
                  <a:lnTo>
                    <a:pt x="1802726" y="669838"/>
                  </a:lnTo>
                  <a:cubicBezTo>
                    <a:pt x="1755906" y="662929"/>
                    <a:pt x="1707505" y="655779"/>
                    <a:pt x="1658743" y="653321"/>
                  </a:cubicBezTo>
                  <a:cubicBezTo>
                    <a:pt x="1569640" y="648766"/>
                    <a:pt x="1490524" y="666951"/>
                    <a:pt x="1425777" y="707205"/>
                  </a:cubicBezTo>
                  <a:cubicBezTo>
                    <a:pt x="1469314" y="660866"/>
                    <a:pt x="1513797" y="616899"/>
                    <a:pt x="1558967" y="575597"/>
                  </a:cubicBezTo>
                  <a:cubicBezTo>
                    <a:pt x="1573250" y="562568"/>
                    <a:pt x="1589407" y="549437"/>
                    <a:pt x="1611424" y="532953"/>
                  </a:cubicBezTo>
                  <a:cubicBezTo>
                    <a:pt x="1613126" y="531647"/>
                    <a:pt x="1617457" y="530117"/>
                    <a:pt x="1622768" y="529808"/>
                  </a:cubicBezTo>
                  <a:cubicBezTo>
                    <a:pt x="1778818" y="523706"/>
                    <a:pt x="1908673" y="454817"/>
                    <a:pt x="2019707" y="319238"/>
                  </a:cubicBezTo>
                  <a:cubicBezTo>
                    <a:pt x="2080192" y="245433"/>
                    <a:pt x="2126565" y="152343"/>
                    <a:pt x="2161508" y="34640"/>
                  </a:cubicBezTo>
                  <a:lnTo>
                    <a:pt x="2162711" y="30601"/>
                  </a:lnTo>
                  <a:cubicBezTo>
                    <a:pt x="2166441" y="18225"/>
                    <a:pt x="2168504" y="11419"/>
                    <a:pt x="2159927" y="3443"/>
                  </a:cubicBezTo>
                  <a:cubicBezTo>
                    <a:pt x="2153309" y="-2710"/>
                    <a:pt x="2141656" y="-888"/>
                    <a:pt x="2111371" y="11109"/>
                  </a:cubicBezTo>
                  <a:cubicBezTo>
                    <a:pt x="2083870" y="21680"/>
                    <a:pt x="2056197" y="31941"/>
                    <a:pt x="2027786" y="42477"/>
                  </a:cubicBezTo>
                  <a:cubicBezTo>
                    <a:pt x="1970704" y="63636"/>
                    <a:pt x="1911664" y="85516"/>
                    <a:pt x="1854686" y="110232"/>
                  </a:cubicBezTo>
                  <a:cubicBezTo>
                    <a:pt x="1759464" y="151621"/>
                    <a:pt x="1683425" y="214357"/>
                    <a:pt x="1628715" y="296670"/>
                  </a:cubicBezTo>
                  <a:cubicBezTo>
                    <a:pt x="1587052" y="359303"/>
                    <a:pt x="1570586" y="422228"/>
                    <a:pt x="1578337" y="488711"/>
                  </a:cubicBezTo>
                  <a:cubicBezTo>
                    <a:pt x="1578286" y="489451"/>
                    <a:pt x="1577633" y="491221"/>
                    <a:pt x="1577530" y="491427"/>
                  </a:cubicBezTo>
                  <a:cubicBezTo>
                    <a:pt x="1478132" y="577247"/>
                    <a:pt x="1383117" y="673860"/>
                    <a:pt x="1285558" y="788848"/>
                  </a:cubicBezTo>
                  <a:cubicBezTo>
                    <a:pt x="1350614" y="689381"/>
                    <a:pt x="1393017" y="574858"/>
                    <a:pt x="1414295" y="442098"/>
                  </a:cubicBezTo>
                  <a:cubicBezTo>
                    <a:pt x="1435746" y="308255"/>
                    <a:pt x="1437104" y="189125"/>
                    <a:pt x="1418472" y="77919"/>
                  </a:cubicBezTo>
                  <a:cubicBezTo>
                    <a:pt x="1417286" y="70958"/>
                    <a:pt x="1415688" y="63997"/>
                    <a:pt x="1413642" y="55282"/>
                  </a:cubicBezTo>
                  <a:lnTo>
                    <a:pt x="1410600" y="41859"/>
                  </a:lnTo>
                  <a:cubicBezTo>
                    <a:pt x="1409225" y="36101"/>
                    <a:pt x="1404894" y="31443"/>
                    <a:pt x="1399204" y="29655"/>
                  </a:cubicBezTo>
                  <a:cubicBezTo>
                    <a:pt x="1393515" y="27971"/>
                    <a:pt x="1387138" y="29466"/>
                    <a:pt x="1382893" y="33505"/>
                  </a:cubicBezTo>
                  <a:cubicBezTo>
                    <a:pt x="1376087" y="39916"/>
                    <a:pt x="1369418" y="45967"/>
                    <a:pt x="1362903" y="51845"/>
                  </a:cubicBezTo>
                  <a:lnTo>
                    <a:pt x="1358314" y="55987"/>
                  </a:lnTo>
                  <a:cubicBezTo>
                    <a:pt x="1341642" y="71009"/>
                    <a:pt x="1325898" y="85189"/>
                    <a:pt x="1311649" y="101226"/>
                  </a:cubicBezTo>
                  <a:cubicBezTo>
                    <a:pt x="1173200" y="257413"/>
                    <a:pt x="1092451" y="422383"/>
                    <a:pt x="1064795" y="605572"/>
                  </a:cubicBezTo>
                  <a:cubicBezTo>
                    <a:pt x="1052197" y="688367"/>
                    <a:pt x="1057422" y="758855"/>
                    <a:pt x="1080780" y="821006"/>
                  </a:cubicBezTo>
                  <a:cubicBezTo>
                    <a:pt x="1088515" y="841598"/>
                    <a:pt x="1100581" y="859989"/>
                    <a:pt x="1112595" y="878242"/>
                  </a:cubicBezTo>
                  <a:cubicBezTo>
                    <a:pt x="1118095" y="886579"/>
                    <a:pt x="1123595" y="894949"/>
                    <a:pt x="1128631" y="903543"/>
                  </a:cubicBezTo>
                  <a:cubicBezTo>
                    <a:pt x="1132344" y="909714"/>
                    <a:pt x="1132653" y="911312"/>
                    <a:pt x="1132636" y="911020"/>
                  </a:cubicBezTo>
                  <a:cubicBezTo>
                    <a:pt x="1130350" y="935513"/>
                    <a:pt x="1127067" y="962807"/>
                    <a:pt x="1122633" y="995568"/>
                  </a:cubicBezTo>
                  <a:cubicBezTo>
                    <a:pt x="1122444" y="995980"/>
                    <a:pt x="1121825" y="996943"/>
                    <a:pt x="1119848" y="999555"/>
                  </a:cubicBezTo>
                  <a:lnTo>
                    <a:pt x="1118250" y="1001772"/>
                  </a:lnTo>
                  <a:cubicBezTo>
                    <a:pt x="1042537" y="1107014"/>
                    <a:pt x="972685" y="1217963"/>
                    <a:pt x="909829" y="1332795"/>
                  </a:cubicBezTo>
                  <a:cubicBezTo>
                    <a:pt x="934545" y="1247028"/>
                    <a:pt x="954225" y="1138468"/>
                    <a:pt x="952833" y="1012326"/>
                  </a:cubicBezTo>
                  <a:cubicBezTo>
                    <a:pt x="951148" y="861020"/>
                    <a:pt x="916308" y="726077"/>
                    <a:pt x="846285" y="599729"/>
                  </a:cubicBezTo>
                  <a:cubicBezTo>
                    <a:pt x="843517" y="594813"/>
                    <a:pt x="838498" y="591616"/>
                    <a:pt x="831469" y="591135"/>
                  </a:cubicBezTo>
                  <a:cubicBezTo>
                    <a:pt x="826364" y="591135"/>
                    <a:pt x="821448" y="593661"/>
                    <a:pt x="818234" y="597975"/>
                  </a:cubicBezTo>
                  <a:cubicBezTo>
                    <a:pt x="816137" y="600897"/>
                    <a:pt x="814006" y="603647"/>
                    <a:pt x="811977" y="606260"/>
                  </a:cubicBezTo>
                  <a:cubicBezTo>
                    <a:pt x="807457" y="612104"/>
                    <a:pt x="803229" y="617639"/>
                    <a:pt x="799447" y="623551"/>
                  </a:cubicBezTo>
                  <a:cubicBezTo>
                    <a:pt x="743690" y="710986"/>
                    <a:pt x="713782" y="807394"/>
                    <a:pt x="693930" y="881628"/>
                  </a:cubicBezTo>
                  <a:cubicBezTo>
                    <a:pt x="657647" y="1017774"/>
                    <a:pt x="640974" y="1131456"/>
                    <a:pt x="641456" y="1239413"/>
                  </a:cubicBezTo>
                  <a:cubicBezTo>
                    <a:pt x="641731" y="1331180"/>
                    <a:pt x="658454" y="1401719"/>
                    <a:pt x="694102" y="1461413"/>
                  </a:cubicBezTo>
                  <a:cubicBezTo>
                    <a:pt x="705188" y="1479993"/>
                    <a:pt x="719145" y="1496253"/>
                    <a:pt x="733171" y="1512616"/>
                  </a:cubicBezTo>
                  <a:cubicBezTo>
                    <a:pt x="740613" y="1521296"/>
                    <a:pt x="748262" y="1530217"/>
                    <a:pt x="755188" y="1539361"/>
                  </a:cubicBezTo>
                  <a:cubicBezTo>
                    <a:pt x="760035" y="1545720"/>
                    <a:pt x="762373" y="1552200"/>
                    <a:pt x="762510" y="1555810"/>
                  </a:cubicBezTo>
                  <a:cubicBezTo>
                    <a:pt x="763421" y="1577569"/>
                    <a:pt x="762940" y="1599690"/>
                    <a:pt x="762476" y="1621072"/>
                  </a:cubicBezTo>
                  <a:lnTo>
                    <a:pt x="762149" y="1635854"/>
                  </a:lnTo>
                  <a:cubicBezTo>
                    <a:pt x="762098" y="1638398"/>
                    <a:pt x="761513" y="1641320"/>
                    <a:pt x="760637" y="1643554"/>
                  </a:cubicBezTo>
                  <a:cubicBezTo>
                    <a:pt x="715879" y="1751993"/>
                    <a:pt x="676536" y="1864694"/>
                    <a:pt x="642985" y="1980438"/>
                  </a:cubicBezTo>
                  <a:cubicBezTo>
                    <a:pt x="647918" y="1941026"/>
                    <a:pt x="650703" y="1902869"/>
                    <a:pt x="651407" y="1865640"/>
                  </a:cubicBezTo>
                  <a:cubicBezTo>
                    <a:pt x="655464" y="1654331"/>
                    <a:pt x="590648" y="1465624"/>
                    <a:pt x="458713" y="1304693"/>
                  </a:cubicBezTo>
                  <a:lnTo>
                    <a:pt x="431212" y="1271194"/>
                  </a:lnTo>
                  <a:cubicBezTo>
                    <a:pt x="428032" y="1267258"/>
                    <a:pt x="423323" y="1265023"/>
                    <a:pt x="418304" y="1265023"/>
                  </a:cubicBezTo>
                  <a:lnTo>
                    <a:pt x="415554" y="1265264"/>
                  </a:lnTo>
                  <a:cubicBezTo>
                    <a:pt x="409676" y="1266244"/>
                    <a:pt x="404726" y="1270317"/>
                    <a:pt x="402680" y="1275869"/>
                  </a:cubicBezTo>
                  <a:cubicBezTo>
                    <a:pt x="400171" y="1282555"/>
                    <a:pt x="397713" y="1288863"/>
                    <a:pt x="395324" y="1294965"/>
                  </a:cubicBezTo>
                  <a:cubicBezTo>
                    <a:pt x="390717" y="1306756"/>
                    <a:pt x="386369" y="1317928"/>
                    <a:pt x="382691" y="1329289"/>
                  </a:cubicBezTo>
                  <a:cubicBezTo>
                    <a:pt x="354382" y="1417962"/>
                    <a:pt x="340494" y="1514833"/>
                    <a:pt x="337675" y="1643331"/>
                  </a:cubicBezTo>
                  <a:lnTo>
                    <a:pt x="337624" y="1645840"/>
                  </a:lnTo>
                  <a:cubicBezTo>
                    <a:pt x="335510" y="1739325"/>
                    <a:pt x="332605" y="1867393"/>
                    <a:pt x="371003" y="1989943"/>
                  </a:cubicBezTo>
                  <a:cubicBezTo>
                    <a:pt x="408799" y="2110586"/>
                    <a:pt x="475454" y="2171551"/>
                    <a:pt x="488379" y="2182500"/>
                  </a:cubicBezTo>
                  <a:lnTo>
                    <a:pt x="489754" y="2183737"/>
                  </a:lnTo>
                  <a:cubicBezTo>
                    <a:pt x="524938" y="2215140"/>
                    <a:pt x="547850" y="2243861"/>
                    <a:pt x="552594" y="2262510"/>
                  </a:cubicBezTo>
                  <a:cubicBezTo>
                    <a:pt x="554502" y="2270038"/>
                    <a:pt x="556444" y="2277584"/>
                    <a:pt x="558713" y="2285044"/>
                  </a:cubicBezTo>
                  <a:cubicBezTo>
                    <a:pt x="568750" y="2318234"/>
                    <a:pt x="562477" y="2349859"/>
                    <a:pt x="555705" y="2384012"/>
                  </a:cubicBezTo>
                  <a:cubicBezTo>
                    <a:pt x="552336" y="2401251"/>
                    <a:pt x="548830" y="2419058"/>
                    <a:pt x="547609" y="2437329"/>
                  </a:cubicBezTo>
                  <a:cubicBezTo>
                    <a:pt x="542762" y="2510447"/>
                    <a:pt x="536815" y="2584802"/>
                    <a:pt x="531057" y="2656699"/>
                  </a:cubicBezTo>
                  <a:lnTo>
                    <a:pt x="530542" y="2663351"/>
                  </a:lnTo>
                  <a:cubicBezTo>
                    <a:pt x="529063" y="2681690"/>
                    <a:pt x="527585" y="2700030"/>
                    <a:pt x="526124" y="2718369"/>
                  </a:cubicBezTo>
                  <a:cubicBezTo>
                    <a:pt x="511446" y="2553846"/>
                    <a:pt x="456960" y="2404294"/>
                    <a:pt x="363217" y="2272032"/>
                  </a:cubicBezTo>
                  <a:cubicBezTo>
                    <a:pt x="305809" y="2191111"/>
                    <a:pt x="237366" y="2121878"/>
                    <a:pt x="159745" y="2066206"/>
                  </a:cubicBezTo>
                  <a:cubicBezTo>
                    <a:pt x="156394" y="2063800"/>
                    <a:pt x="152870" y="2061651"/>
                    <a:pt x="148161" y="2058850"/>
                  </a:cubicBezTo>
                  <a:cubicBezTo>
                    <a:pt x="145875" y="2057526"/>
                    <a:pt x="143228" y="2055945"/>
                    <a:pt x="140014" y="2053934"/>
                  </a:cubicBezTo>
                  <a:cubicBezTo>
                    <a:pt x="135167" y="2051029"/>
                    <a:pt x="128945" y="2050771"/>
                    <a:pt x="123943" y="2053212"/>
                  </a:cubicBezTo>
                  <a:cubicBezTo>
                    <a:pt x="118821" y="2055704"/>
                    <a:pt x="115297" y="2060775"/>
                    <a:pt x="114713" y="2066516"/>
                  </a:cubicBezTo>
                  <a:cubicBezTo>
                    <a:pt x="113665" y="2076914"/>
                    <a:pt x="112444" y="2086986"/>
                    <a:pt x="111155" y="2097437"/>
                  </a:cubicBezTo>
                  <a:cubicBezTo>
                    <a:pt x="108560" y="2118836"/>
                    <a:pt x="106102" y="2139049"/>
                    <a:pt x="105999" y="2159812"/>
                  </a:cubicBezTo>
                  <a:cubicBezTo>
                    <a:pt x="104847" y="2375040"/>
                    <a:pt x="150378" y="2576723"/>
                    <a:pt x="241371" y="2759191"/>
                  </a:cubicBezTo>
                  <a:cubicBezTo>
                    <a:pt x="266723" y="2810102"/>
                    <a:pt x="300223" y="2854137"/>
                    <a:pt x="340975" y="2890129"/>
                  </a:cubicBezTo>
                  <a:cubicBezTo>
                    <a:pt x="381384" y="2925622"/>
                    <a:pt x="424990" y="2946557"/>
                    <a:pt x="474199" y="2954085"/>
                  </a:cubicBezTo>
                  <a:cubicBezTo>
                    <a:pt x="475282" y="2954274"/>
                    <a:pt x="477860" y="2955838"/>
                    <a:pt x="478256" y="2956148"/>
                  </a:cubicBezTo>
                  <a:cubicBezTo>
                    <a:pt x="480920" y="2961493"/>
                    <a:pt x="483687" y="2966856"/>
                    <a:pt x="486454" y="2972236"/>
                  </a:cubicBezTo>
                  <a:cubicBezTo>
                    <a:pt x="496286" y="2991229"/>
                    <a:pt x="506444" y="3010874"/>
                    <a:pt x="511497" y="3030572"/>
                  </a:cubicBezTo>
                  <a:cubicBezTo>
                    <a:pt x="515708" y="3047227"/>
                    <a:pt x="515708" y="3065429"/>
                    <a:pt x="515708" y="3084714"/>
                  </a:cubicBezTo>
                  <a:cubicBezTo>
                    <a:pt x="515708" y="3091778"/>
                    <a:pt x="515708" y="3098894"/>
                    <a:pt x="515932" y="3105872"/>
                  </a:cubicBezTo>
                  <a:cubicBezTo>
                    <a:pt x="520658" y="3272595"/>
                    <a:pt x="526863" y="3330657"/>
                    <a:pt x="553539" y="3479625"/>
                  </a:cubicBezTo>
                  <a:cubicBezTo>
                    <a:pt x="537262" y="3435331"/>
                    <a:pt x="516826" y="3390918"/>
                    <a:pt x="490442" y="3348188"/>
                  </a:cubicBezTo>
                  <a:cubicBezTo>
                    <a:pt x="383602" y="3175260"/>
                    <a:pt x="247868" y="3057883"/>
                    <a:pt x="75490" y="2989389"/>
                  </a:cubicBezTo>
                  <a:cubicBezTo>
                    <a:pt x="64524" y="2984972"/>
                    <a:pt x="53524" y="2981792"/>
                    <a:pt x="40770" y="2978080"/>
                  </a:cubicBezTo>
                  <a:lnTo>
                    <a:pt x="38227" y="2977323"/>
                  </a:lnTo>
                  <a:cubicBezTo>
                    <a:pt x="33053" y="2975811"/>
                    <a:pt x="27570" y="2974195"/>
                    <a:pt x="21709" y="2972408"/>
                  </a:cubicBezTo>
                  <a:cubicBezTo>
                    <a:pt x="16415" y="2970672"/>
                    <a:pt x="10382" y="2971858"/>
                    <a:pt x="6068" y="2975433"/>
                  </a:cubicBezTo>
                  <a:cubicBezTo>
                    <a:pt x="1771" y="2978991"/>
                    <a:pt x="-481" y="2984439"/>
                    <a:pt x="86" y="2990111"/>
                  </a:cubicBezTo>
                  <a:cubicBezTo>
                    <a:pt x="1358" y="3001937"/>
                    <a:pt x="2235" y="3013435"/>
                    <a:pt x="3043" y="3024659"/>
                  </a:cubicBezTo>
                  <a:cubicBezTo>
                    <a:pt x="4813" y="3049272"/>
                    <a:pt x="6480" y="3072510"/>
                    <a:pt x="12445" y="3095508"/>
                  </a:cubicBezTo>
                  <a:cubicBezTo>
                    <a:pt x="68065" y="3310340"/>
                    <a:pt x="160124" y="3481447"/>
                    <a:pt x="293863" y="3618624"/>
                  </a:cubicBezTo>
                  <a:cubicBezTo>
                    <a:pt x="351048" y="3677269"/>
                    <a:pt x="411309" y="3710889"/>
                    <a:pt x="478084" y="3721425"/>
                  </a:cubicBezTo>
                  <a:cubicBezTo>
                    <a:pt x="494928" y="3724055"/>
                    <a:pt x="515519" y="3724381"/>
                    <a:pt x="550376" y="3722216"/>
                  </a:cubicBezTo>
                  <a:lnTo>
                    <a:pt x="560414" y="3721614"/>
                  </a:lnTo>
                  <a:cubicBezTo>
                    <a:pt x="561944" y="3721528"/>
                    <a:pt x="563285" y="3721442"/>
                    <a:pt x="564505" y="3721442"/>
                  </a:cubicBezTo>
                  <a:cubicBezTo>
                    <a:pt x="567255" y="3721442"/>
                    <a:pt x="567479" y="3721442"/>
                    <a:pt x="569386" y="3724261"/>
                  </a:cubicBezTo>
                  <a:lnTo>
                    <a:pt x="616086" y="3788389"/>
                  </a:lnTo>
                  <a:cubicBezTo>
                    <a:pt x="616688" y="3789231"/>
                    <a:pt x="617564" y="3792274"/>
                    <a:pt x="618166" y="3794371"/>
                  </a:cubicBezTo>
                  <a:lnTo>
                    <a:pt x="618853" y="3796674"/>
                  </a:lnTo>
                  <a:cubicBezTo>
                    <a:pt x="667323" y="3960991"/>
                    <a:pt x="727464" y="4119257"/>
                    <a:pt x="798382" y="4269464"/>
                  </a:cubicBezTo>
                  <a:cubicBezTo>
                    <a:pt x="766464" y="4225411"/>
                    <a:pt x="731486" y="4185191"/>
                    <a:pt x="692504" y="4147360"/>
                  </a:cubicBezTo>
                  <a:cubicBezTo>
                    <a:pt x="513233" y="3973418"/>
                    <a:pt x="206737" y="3968382"/>
                    <a:pt x="172379" y="3968382"/>
                  </a:cubicBezTo>
                  <a:lnTo>
                    <a:pt x="168099" y="3968416"/>
                  </a:lnTo>
                  <a:lnTo>
                    <a:pt x="165400" y="3968915"/>
                  </a:lnTo>
                  <a:cubicBezTo>
                    <a:pt x="156978" y="3971905"/>
                    <a:pt x="152423" y="3980912"/>
                    <a:pt x="155019" y="3989385"/>
                  </a:cubicBezTo>
                  <a:cubicBezTo>
                    <a:pt x="157408" y="3997378"/>
                    <a:pt x="159642" y="4005456"/>
                    <a:pt x="162203" y="4014944"/>
                  </a:cubicBezTo>
                  <a:cubicBezTo>
                    <a:pt x="167102" y="4032768"/>
                    <a:pt x="172190" y="4051176"/>
                    <a:pt x="179323" y="4068983"/>
                  </a:cubicBezTo>
                  <a:cubicBezTo>
                    <a:pt x="213286" y="4153857"/>
                    <a:pt x="268339" y="4235500"/>
                    <a:pt x="352612" y="4326012"/>
                  </a:cubicBezTo>
                  <a:cubicBezTo>
                    <a:pt x="410518" y="4388060"/>
                    <a:pt x="475798" y="4450986"/>
                    <a:pt x="560689" y="4490776"/>
                  </a:cubicBezTo>
                  <a:cubicBezTo>
                    <a:pt x="653659" y="4534433"/>
                    <a:pt x="737605" y="4545090"/>
                    <a:pt x="821087" y="4523708"/>
                  </a:cubicBezTo>
                  <a:cubicBezTo>
                    <a:pt x="835284" y="4519978"/>
                    <a:pt x="851613" y="4515251"/>
                    <a:pt x="865655" y="4506142"/>
                  </a:cubicBezTo>
                  <a:cubicBezTo>
                    <a:pt x="875659" y="4499731"/>
                    <a:pt x="878392" y="4499937"/>
                    <a:pt x="888223" y="4507259"/>
                  </a:cubicBezTo>
                  <a:cubicBezTo>
                    <a:pt x="899877" y="4515922"/>
                    <a:pt x="912269" y="4523192"/>
                    <a:pt x="924301" y="4530239"/>
                  </a:cubicBezTo>
                  <a:cubicBezTo>
                    <a:pt x="930953" y="4534141"/>
                    <a:pt x="937656" y="4538077"/>
                    <a:pt x="943912" y="4542030"/>
                  </a:cubicBezTo>
                  <a:cubicBezTo>
                    <a:pt x="944909" y="4542873"/>
                    <a:pt x="947040" y="4546361"/>
                    <a:pt x="947831" y="4547651"/>
                  </a:cubicBezTo>
                  <a:cubicBezTo>
                    <a:pt x="1022736" y="4669823"/>
                    <a:pt x="1105256" y="4783366"/>
                    <a:pt x="1194358" y="4886941"/>
                  </a:cubicBezTo>
                  <a:cubicBezTo>
                    <a:pt x="1146163" y="4851878"/>
                    <a:pt x="1096679" y="4826508"/>
                    <a:pt x="1044118" y="4809613"/>
                  </a:cubicBezTo>
                  <a:cubicBezTo>
                    <a:pt x="883497" y="4757860"/>
                    <a:pt x="715140" y="4764443"/>
                    <a:pt x="548400" y="4828915"/>
                  </a:cubicBezTo>
                  <a:cubicBezTo>
                    <a:pt x="523512" y="4838557"/>
                    <a:pt x="496234" y="4853167"/>
                    <a:pt x="494412" y="4854198"/>
                  </a:cubicBezTo>
                  <a:cubicBezTo>
                    <a:pt x="490597" y="4856707"/>
                    <a:pt x="487967" y="4860764"/>
                    <a:pt x="487142" y="4865422"/>
                  </a:cubicBezTo>
                  <a:cubicBezTo>
                    <a:pt x="486420" y="4869994"/>
                    <a:pt x="487606" y="4874669"/>
                    <a:pt x="490390" y="4878244"/>
                  </a:cubicBezTo>
                  <a:cubicBezTo>
                    <a:pt x="495598" y="4885016"/>
                    <a:pt x="500634" y="4891823"/>
                    <a:pt x="505619" y="4898577"/>
                  </a:cubicBezTo>
                  <a:lnTo>
                    <a:pt x="506719" y="4900056"/>
                  </a:lnTo>
                  <a:cubicBezTo>
                    <a:pt x="517977" y="4915387"/>
                    <a:pt x="530731" y="4932730"/>
                    <a:pt x="545031" y="4948096"/>
                  </a:cubicBezTo>
                  <a:cubicBezTo>
                    <a:pt x="609434" y="5017140"/>
                    <a:pt x="688860" y="5063427"/>
                    <a:pt x="765106" y="5103166"/>
                  </a:cubicBezTo>
                  <a:cubicBezTo>
                    <a:pt x="869952" y="5157566"/>
                    <a:pt x="977171" y="5186871"/>
                    <a:pt x="1083805" y="5190309"/>
                  </a:cubicBezTo>
                  <a:cubicBezTo>
                    <a:pt x="1088824" y="5190481"/>
                    <a:pt x="1093843" y="5190584"/>
                    <a:pt x="1098845" y="5190584"/>
                  </a:cubicBezTo>
                  <a:cubicBezTo>
                    <a:pt x="1196936" y="5190584"/>
                    <a:pt x="1273509" y="5158253"/>
                    <a:pt x="1332532" y="5092131"/>
                  </a:cubicBezTo>
                  <a:cubicBezTo>
                    <a:pt x="1333254" y="5091616"/>
                    <a:pt x="1335815" y="5090636"/>
                    <a:pt x="1337225" y="5090619"/>
                  </a:cubicBezTo>
                  <a:cubicBezTo>
                    <a:pt x="1359775" y="5092234"/>
                    <a:pt x="1381209" y="5095517"/>
                    <a:pt x="1397228" y="5098181"/>
                  </a:cubicBezTo>
                  <a:cubicBezTo>
                    <a:pt x="1399754" y="5098628"/>
                    <a:pt x="1402865" y="5100141"/>
                    <a:pt x="1404808" y="5101894"/>
                  </a:cubicBezTo>
                  <a:cubicBezTo>
                    <a:pt x="1503415" y="5189192"/>
                    <a:pt x="1607849" y="5265816"/>
                    <a:pt x="1716941" y="5331027"/>
                  </a:cubicBezTo>
                  <a:cubicBezTo>
                    <a:pt x="1700406" y="5326128"/>
                    <a:pt x="1683373" y="5321866"/>
                    <a:pt x="1665944" y="5318445"/>
                  </a:cubicBezTo>
                  <a:cubicBezTo>
                    <a:pt x="1549359" y="5296032"/>
                    <a:pt x="1430383" y="5310092"/>
                    <a:pt x="1299738" y="5362000"/>
                  </a:cubicBezTo>
                  <a:cubicBezTo>
                    <a:pt x="1211598" y="5397132"/>
                    <a:pt x="1129628" y="5448747"/>
                    <a:pt x="1049137" y="5519785"/>
                  </a:cubicBezTo>
                  <a:cubicBezTo>
                    <a:pt x="1042502" y="5525612"/>
                    <a:pt x="1041574" y="5535632"/>
                    <a:pt x="1047040" y="5542577"/>
                  </a:cubicBezTo>
                  <a:cubicBezTo>
                    <a:pt x="1075521" y="5578826"/>
                    <a:pt x="1112578" y="5599125"/>
                    <a:pt x="1145080" y="5614181"/>
                  </a:cubicBezTo>
                  <a:cubicBezTo>
                    <a:pt x="1224351" y="5651015"/>
                    <a:pt x="1313832" y="5674597"/>
                    <a:pt x="1418730" y="5686320"/>
                  </a:cubicBezTo>
                  <a:cubicBezTo>
                    <a:pt x="1419039" y="5686336"/>
                    <a:pt x="1452745" y="5689259"/>
                    <a:pt x="1500012" y="5689259"/>
                  </a:cubicBezTo>
                  <a:cubicBezTo>
                    <a:pt x="1534130" y="5689259"/>
                    <a:pt x="1565876" y="5687729"/>
                    <a:pt x="1594322" y="5684721"/>
                  </a:cubicBezTo>
                  <a:cubicBezTo>
                    <a:pt x="1621514" y="5681868"/>
                    <a:pt x="1648636" y="5677210"/>
                    <a:pt x="1674951" y="5670885"/>
                  </a:cubicBezTo>
                  <a:cubicBezTo>
                    <a:pt x="1795817" y="5641459"/>
                    <a:pt x="1877717" y="5580957"/>
                    <a:pt x="1924641" y="5487025"/>
                  </a:cubicBezTo>
                  <a:cubicBezTo>
                    <a:pt x="1925483" y="5486217"/>
                    <a:pt x="1929092" y="5484120"/>
                    <a:pt x="1933664" y="5483003"/>
                  </a:cubicBezTo>
                  <a:cubicBezTo>
                    <a:pt x="1955476" y="5477589"/>
                    <a:pt x="1975104" y="5473773"/>
                    <a:pt x="1993771" y="5471281"/>
                  </a:cubicBezTo>
                  <a:cubicBezTo>
                    <a:pt x="1998171" y="5470576"/>
                    <a:pt x="2003654" y="5471762"/>
                    <a:pt x="2010563" y="5474546"/>
                  </a:cubicBezTo>
                  <a:cubicBezTo>
                    <a:pt x="2094028" y="5506705"/>
                    <a:pt x="2182357" y="5533501"/>
                    <a:pt x="2272921" y="5554161"/>
                  </a:cubicBezTo>
                  <a:cubicBezTo>
                    <a:pt x="2274193" y="5554470"/>
                    <a:pt x="2275516" y="5554625"/>
                    <a:pt x="2276839" y="5554625"/>
                  </a:cubicBezTo>
                  <a:cubicBezTo>
                    <a:pt x="2282924" y="5554625"/>
                    <a:pt x="2288527" y="5551273"/>
                    <a:pt x="2291484" y="5545808"/>
                  </a:cubicBezTo>
                  <a:cubicBezTo>
                    <a:pt x="2300129" y="5529720"/>
                    <a:pt x="2310665" y="5514285"/>
                    <a:pt x="2322783" y="5499933"/>
                  </a:cubicBezTo>
                  <a:cubicBezTo>
                    <a:pt x="2326581" y="5495412"/>
                    <a:pt x="2327716" y="5489397"/>
                    <a:pt x="2325842" y="5483828"/>
                  </a:cubicBezTo>
                  <a:cubicBezTo>
                    <a:pt x="2324055" y="5478431"/>
                    <a:pt x="2319517" y="5474340"/>
                    <a:pt x="2313708" y="5472982"/>
                  </a:cubicBezTo>
                  <a:close/>
                </a:path>
              </a:pathLst>
            </a:custGeom>
            <a:grpFill/>
            <a:ln w="17188" cap="flat">
              <a:noFill/>
              <a:prstDash val="solid"/>
              <a:miter/>
            </a:ln>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sp>
        <p:nvSpPr>
          <p:cNvPr id="40" name="Footer Placeholder 2">
            <a:extLst>
              <a:ext uri="{FF2B5EF4-FFF2-40B4-BE49-F238E27FC236}">
                <a16:creationId xmlns:a16="http://schemas.microsoft.com/office/drawing/2014/main" id="{C58DA092-9F22-9B34-EB0A-83F8E7657E49}"/>
              </a:ext>
            </a:extLst>
          </p:cNvPr>
          <p:cNvSpPr>
            <a:spLocks noGrp="1"/>
          </p:cNvSpPr>
          <p:nvPr>
            <p:ph type="ftr" sz="quarter" idx="20"/>
          </p:nvPr>
        </p:nvSpPr>
        <p:spPr>
          <a:xfrm>
            <a:off x="394874" y="6464000"/>
            <a:ext cx="3600000" cy="180000"/>
          </a:xfrm>
        </p:spPr>
        <p:txBody>
          <a:bodyPr/>
          <a:lstStyle>
            <a:lvl1pPr>
              <a:defRPr>
                <a:solidFill>
                  <a:srgbClr val="29251D"/>
                </a:solidFill>
              </a:defRPr>
            </a:lvl1pPr>
          </a:lstStyle>
          <a:p>
            <a:r>
              <a:rPr lang="en-GB" dirty="0"/>
              <a:t>© Tech Mahindra Limited. All Rights Reserved</a:t>
            </a:r>
          </a:p>
        </p:txBody>
      </p:sp>
      <p:sp>
        <p:nvSpPr>
          <p:cNvPr id="9" name="Text Placeholder 8">
            <a:extLst>
              <a:ext uri="{FF2B5EF4-FFF2-40B4-BE49-F238E27FC236}">
                <a16:creationId xmlns:a16="http://schemas.microsoft.com/office/drawing/2014/main" id="{EFE08C0D-A377-E8EE-852A-DC848ABC350D}"/>
              </a:ext>
            </a:extLst>
          </p:cNvPr>
          <p:cNvSpPr>
            <a:spLocks noGrp="1"/>
          </p:cNvSpPr>
          <p:nvPr>
            <p:ph type="body" sz="quarter" idx="21" hasCustomPrompt="1"/>
          </p:nvPr>
        </p:nvSpPr>
        <p:spPr>
          <a:xfrm>
            <a:off x="1267646" y="4662036"/>
            <a:ext cx="2276475" cy="1027083"/>
          </a:xfrm>
        </p:spPr>
        <p:txBody>
          <a:bodyPr/>
          <a:lstStyle>
            <a:lvl1pPr marL="0" indent="0" algn="ctr">
              <a:buNone/>
              <a:defRPr sz="1000"/>
            </a:lvl1pPr>
            <a:lvl2pPr algn="ctr">
              <a:buNone/>
              <a:defRPr/>
            </a:lvl2pPr>
            <a:lvl3pPr algn="ctr">
              <a:buFont typeface="Arial" panose="020B0604020202020204" pitchFamily="34" charset="0"/>
              <a:buNone/>
              <a:defRPr/>
            </a:lvl3pPr>
          </a:lstStyle>
          <a:p>
            <a:pPr lvl="0"/>
            <a:r>
              <a:rPr lang="en-GB" dirty="0"/>
              <a:t>Content goes here</a:t>
            </a:r>
          </a:p>
        </p:txBody>
      </p:sp>
      <p:sp>
        <p:nvSpPr>
          <p:cNvPr id="11" name="Text Placeholder 10">
            <a:extLst>
              <a:ext uri="{FF2B5EF4-FFF2-40B4-BE49-F238E27FC236}">
                <a16:creationId xmlns:a16="http://schemas.microsoft.com/office/drawing/2014/main" id="{D8A000B2-7610-92F2-F05C-F2D9E2D467E9}"/>
              </a:ext>
            </a:extLst>
          </p:cNvPr>
          <p:cNvSpPr>
            <a:spLocks noGrp="1"/>
          </p:cNvSpPr>
          <p:nvPr>
            <p:ph type="body" sz="quarter" idx="22" hasCustomPrompt="1"/>
          </p:nvPr>
        </p:nvSpPr>
        <p:spPr>
          <a:xfrm>
            <a:off x="5080000" y="2316480"/>
            <a:ext cx="2205038" cy="985520"/>
          </a:xfrm>
        </p:spPr>
        <p:txBody>
          <a:bodyPr/>
          <a:lstStyle>
            <a:lvl1pPr marL="0" indent="0" algn="ctr">
              <a:buNone/>
              <a:defRPr sz="1000"/>
            </a:lvl1pPr>
          </a:lstStyle>
          <a:p>
            <a:pPr lvl="0"/>
            <a:r>
              <a:rPr lang="en-GB" dirty="0"/>
              <a:t>Content goes here</a:t>
            </a:r>
            <a:endParaRPr lang="en-US" dirty="0"/>
          </a:p>
        </p:txBody>
      </p:sp>
      <p:sp>
        <p:nvSpPr>
          <p:cNvPr id="14" name="Text Placeholder 10">
            <a:extLst>
              <a:ext uri="{FF2B5EF4-FFF2-40B4-BE49-F238E27FC236}">
                <a16:creationId xmlns:a16="http://schemas.microsoft.com/office/drawing/2014/main" id="{8A978BF4-6F4E-4ECE-81D1-34936BB72B80}"/>
              </a:ext>
            </a:extLst>
          </p:cNvPr>
          <p:cNvSpPr>
            <a:spLocks noGrp="1"/>
          </p:cNvSpPr>
          <p:nvPr>
            <p:ph type="body" sz="quarter" idx="23" hasCustomPrompt="1"/>
          </p:nvPr>
        </p:nvSpPr>
        <p:spPr>
          <a:xfrm>
            <a:off x="5080000" y="4653280"/>
            <a:ext cx="2205038" cy="985520"/>
          </a:xfrm>
        </p:spPr>
        <p:txBody>
          <a:bodyPr/>
          <a:lstStyle>
            <a:lvl1pPr marL="0" indent="0" algn="ctr">
              <a:buNone/>
              <a:defRPr sz="1000"/>
            </a:lvl1pPr>
          </a:lstStyle>
          <a:p>
            <a:pPr lvl="0"/>
            <a:r>
              <a:rPr lang="en-GB" dirty="0"/>
              <a:t>Content goes here</a:t>
            </a:r>
            <a:endParaRPr lang="en-US" dirty="0"/>
          </a:p>
        </p:txBody>
      </p:sp>
      <p:sp>
        <p:nvSpPr>
          <p:cNvPr id="16" name="Text Placeholder 10">
            <a:extLst>
              <a:ext uri="{FF2B5EF4-FFF2-40B4-BE49-F238E27FC236}">
                <a16:creationId xmlns:a16="http://schemas.microsoft.com/office/drawing/2014/main" id="{CE6EF7C7-C359-1BA1-18CD-7383B76B2046}"/>
              </a:ext>
            </a:extLst>
          </p:cNvPr>
          <p:cNvSpPr>
            <a:spLocks noGrp="1"/>
          </p:cNvSpPr>
          <p:nvPr>
            <p:ph type="body" sz="quarter" idx="24" hasCustomPrompt="1"/>
          </p:nvPr>
        </p:nvSpPr>
        <p:spPr>
          <a:xfrm>
            <a:off x="9072880" y="2316480"/>
            <a:ext cx="2205038" cy="985520"/>
          </a:xfrm>
        </p:spPr>
        <p:txBody>
          <a:bodyPr/>
          <a:lstStyle>
            <a:lvl1pPr marL="0" indent="0" algn="ctr">
              <a:buNone/>
              <a:defRPr sz="1000"/>
            </a:lvl1pPr>
          </a:lstStyle>
          <a:p>
            <a:pPr lvl="0"/>
            <a:r>
              <a:rPr lang="en-GB" dirty="0"/>
              <a:t>Content goes here</a:t>
            </a:r>
            <a:endParaRPr lang="en-US" dirty="0"/>
          </a:p>
        </p:txBody>
      </p:sp>
      <p:sp>
        <p:nvSpPr>
          <p:cNvPr id="19" name="Text Placeholder 10">
            <a:extLst>
              <a:ext uri="{FF2B5EF4-FFF2-40B4-BE49-F238E27FC236}">
                <a16:creationId xmlns:a16="http://schemas.microsoft.com/office/drawing/2014/main" id="{5EADE02F-16FB-D386-D0A3-2832762D0A60}"/>
              </a:ext>
            </a:extLst>
          </p:cNvPr>
          <p:cNvSpPr>
            <a:spLocks noGrp="1"/>
          </p:cNvSpPr>
          <p:nvPr>
            <p:ph type="body" sz="quarter" idx="25" hasCustomPrompt="1"/>
          </p:nvPr>
        </p:nvSpPr>
        <p:spPr>
          <a:xfrm>
            <a:off x="9072880" y="4653280"/>
            <a:ext cx="2205038" cy="985520"/>
          </a:xfrm>
        </p:spPr>
        <p:txBody>
          <a:bodyPr/>
          <a:lstStyle>
            <a:lvl1pPr marL="0" indent="0" algn="ctr">
              <a:buNone/>
              <a:defRPr sz="1000"/>
            </a:lvl1pPr>
          </a:lstStyle>
          <a:p>
            <a:pPr lvl="0"/>
            <a:r>
              <a:rPr lang="en-GB" dirty="0"/>
              <a:t>Content goes here</a:t>
            </a:r>
            <a:endParaRPr lang="en-US" dirty="0"/>
          </a:p>
        </p:txBody>
      </p:sp>
      <p:sp>
        <p:nvSpPr>
          <p:cNvPr id="22" name="Text Placeholder 9">
            <a:extLst>
              <a:ext uri="{FF2B5EF4-FFF2-40B4-BE49-F238E27FC236}">
                <a16:creationId xmlns:a16="http://schemas.microsoft.com/office/drawing/2014/main" id="{969AC3E0-503A-2958-021D-66A7C65206FB}"/>
              </a:ext>
            </a:extLst>
          </p:cNvPr>
          <p:cNvSpPr>
            <a:spLocks noGrp="1"/>
          </p:cNvSpPr>
          <p:nvPr>
            <p:ph type="body" sz="quarter" idx="14" hasCustomPrompt="1"/>
          </p:nvPr>
        </p:nvSpPr>
        <p:spPr>
          <a:xfrm>
            <a:off x="394874" y="103941"/>
            <a:ext cx="2880000" cy="329447"/>
          </a:xfrm>
        </p:spPr>
        <p:txBody>
          <a:bodyPr/>
          <a:lstStyle>
            <a:lvl1pPr marL="0" indent="0" algn="l">
              <a:buNone/>
              <a:defRPr sz="900" cap="all" spc="100" baseline="0">
                <a:solidFill>
                  <a:srgbClr val="29251D"/>
                </a:solidFill>
              </a:defRPr>
            </a:lvl1pPr>
            <a:lvl2pPr marL="180000" indent="0">
              <a:buNone/>
              <a:defRPr/>
            </a:lvl2pPr>
          </a:lstStyle>
          <a:p>
            <a:pPr lvl="0"/>
            <a:r>
              <a:rPr lang="en-GB" dirty="0"/>
              <a:t>chapter title</a:t>
            </a:r>
          </a:p>
        </p:txBody>
      </p:sp>
      <p:sp>
        <p:nvSpPr>
          <p:cNvPr id="3" name="Slide Number Placeholder 5">
            <a:extLst>
              <a:ext uri="{FF2B5EF4-FFF2-40B4-BE49-F238E27FC236}">
                <a16:creationId xmlns:a16="http://schemas.microsoft.com/office/drawing/2014/main" id="{E81E1DB5-9353-62E7-2156-9BC945AF737D}"/>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spTree>
    <p:extLst>
      <p:ext uri="{BB962C8B-B14F-4D97-AF65-F5344CB8AC3E}">
        <p14:creationId xmlns:p14="http://schemas.microsoft.com/office/powerpoint/2010/main" val="5885368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rgbClr val="5F022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49735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rgbClr val="4A45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625672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E1439E-AF6E-6538-03D1-4895292765A8}"/>
              </a:ext>
            </a:extLst>
          </p:cNvPr>
          <p:cNvSpPr>
            <a:spLocks noGrp="1"/>
          </p:cNvSpPr>
          <p:nvPr>
            <p:ph type="title"/>
          </p:nvPr>
        </p:nvSpPr>
        <p:spPr>
          <a:xfrm>
            <a:off x="395926" y="872491"/>
            <a:ext cx="11401200" cy="108000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4D4D10F6-16C8-07BC-7DF6-D94EDBF7B87B}"/>
              </a:ext>
            </a:extLst>
          </p:cNvPr>
          <p:cNvSpPr>
            <a:spLocks noGrp="1"/>
          </p:cNvSpPr>
          <p:nvPr>
            <p:ph type="body" idx="1"/>
          </p:nvPr>
        </p:nvSpPr>
        <p:spPr>
          <a:xfrm>
            <a:off x="396000" y="2283997"/>
            <a:ext cx="11401200" cy="3888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D018A816-8BB0-3F0F-C6A4-3B6B7C731525}"/>
              </a:ext>
            </a:extLst>
          </p:cNvPr>
          <p:cNvSpPr>
            <a:spLocks noGrp="1"/>
          </p:cNvSpPr>
          <p:nvPr>
            <p:ph type="ftr" sz="quarter" idx="3"/>
          </p:nvPr>
        </p:nvSpPr>
        <p:spPr>
          <a:xfrm>
            <a:off x="394874" y="6574362"/>
            <a:ext cx="3600000" cy="180000"/>
          </a:xfrm>
          <a:prstGeom prst="rect">
            <a:avLst/>
          </a:prstGeom>
        </p:spPr>
        <p:txBody>
          <a:bodyPr vert="horz" lIns="0" tIns="0" rIns="0" bIns="0" rtlCol="0" anchor="t" anchorCtr="0">
            <a:noAutofit/>
          </a:bodyPr>
          <a:lstStyle>
            <a:lvl1pPr algn="l">
              <a:defRPr sz="700">
                <a:solidFill>
                  <a:srgbClr val="29251D"/>
                </a:solidFill>
              </a:defRPr>
            </a:lvl1pPr>
          </a:lstStyle>
          <a:p>
            <a:r>
              <a:rPr lang="en-GB" dirty="0"/>
              <a:t>© Tech Mahindra Limited. All Rights Reserved</a:t>
            </a:r>
            <a:endParaRPr lang="en-GB" sz="700" dirty="0"/>
          </a:p>
        </p:txBody>
      </p:sp>
      <p:sp>
        <p:nvSpPr>
          <p:cNvPr id="6" name="Slide Number Placeholder 5">
            <a:extLst>
              <a:ext uri="{FF2B5EF4-FFF2-40B4-BE49-F238E27FC236}">
                <a16:creationId xmlns:a16="http://schemas.microsoft.com/office/drawing/2014/main" id="{8A8E0345-3ACB-3C5F-6273-C95E214F6058}"/>
              </a:ext>
            </a:extLst>
          </p:cNvPr>
          <p:cNvSpPr>
            <a:spLocks noGrp="1"/>
          </p:cNvSpPr>
          <p:nvPr>
            <p:ph type="sldNum" sz="quarter" idx="4"/>
          </p:nvPr>
        </p:nvSpPr>
        <p:spPr>
          <a:xfrm>
            <a:off x="11395292" y="6574362"/>
            <a:ext cx="540000" cy="180000"/>
          </a:xfrm>
          <a:prstGeom prst="rect">
            <a:avLst/>
          </a:prstGeom>
        </p:spPr>
        <p:txBody>
          <a:bodyPr vert="horz" lIns="0" tIns="0" rIns="0" bIns="0" rtlCol="0" anchor="t" anchorCtr="0">
            <a:noAutofit/>
          </a:bodyPr>
          <a:lstStyle>
            <a:lvl1pPr algn="r">
              <a:defRPr sz="1000">
                <a:solidFill>
                  <a:srgbClr val="29251D"/>
                </a:solidFill>
              </a:defRPr>
            </a:lvl1pPr>
          </a:lstStyle>
          <a:p>
            <a:fld id="{2D5117C1-7BFB-400E-A14B-8E2312996B92}" type="slidenum">
              <a:rPr lang="en-GB" smtClean="0"/>
              <a:pPr/>
              <a:t>‹#›</a:t>
            </a:fld>
            <a:endParaRPr lang="en-GB" dirty="0"/>
          </a:p>
        </p:txBody>
      </p:sp>
      <p:pic>
        <p:nvPicPr>
          <p:cNvPr id="8" name="Picture 7">
            <a:extLst>
              <a:ext uri="{FF2B5EF4-FFF2-40B4-BE49-F238E27FC236}">
                <a16:creationId xmlns:a16="http://schemas.microsoft.com/office/drawing/2014/main" id="{14A5CEB3-24FE-8804-F4A5-7DAC582E6CF7}"/>
              </a:ext>
            </a:extLst>
          </p:cNvPr>
          <p:cNvPicPr>
            <a:picLocks noChangeAspect="1"/>
          </p:cNvPicPr>
          <p:nvPr userDrawn="1"/>
        </p:nvPicPr>
        <p:blipFill>
          <a:blip r:embed="rId49"/>
          <a:stretch>
            <a:fillRect/>
          </a:stretch>
        </p:blipFill>
        <p:spPr>
          <a:xfrm>
            <a:off x="11608402" y="214001"/>
            <a:ext cx="326890" cy="354960"/>
          </a:xfrm>
          <a:prstGeom prst="rect">
            <a:avLst/>
          </a:prstGeom>
        </p:spPr>
      </p:pic>
    </p:spTree>
    <p:extLst>
      <p:ext uri="{BB962C8B-B14F-4D97-AF65-F5344CB8AC3E}">
        <p14:creationId xmlns:p14="http://schemas.microsoft.com/office/powerpoint/2010/main" val="1741750102"/>
      </p:ext>
    </p:extLst>
  </p:cSld>
  <p:clrMap bg1="lt1" tx1="dk1" bg2="lt2" tx2="dk2" accent1="accent1" accent2="accent2" accent3="accent3" accent4="accent4" accent5="accent5" accent6="accent6" hlink="hlink" folHlink="folHlink"/>
  <p:sldLayoutIdLst>
    <p:sldLayoutId id="2147483709" r:id="rId1"/>
    <p:sldLayoutId id="2147483662" r:id="rId2"/>
    <p:sldLayoutId id="2147483660" r:id="rId3"/>
    <p:sldLayoutId id="2147483667" r:id="rId4"/>
    <p:sldLayoutId id="2147483703" r:id="rId5"/>
    <p:sldLayoutId id="2147483668" r:id="rId6"/>
    <p:sldLayoutId id="2147483650" r:id="rId7"/>
    <p:sldLayoutId id="2147483715" r:id="rId8"/>
    <p:sldLayoutId id="2147483677" r:id="rId9"/>
    <p:sldLayoutId id="2147483684" r:id="rId10"/>
    <p:sldLayoutId id="2147483714" r:id="rId11"/>
    <p:sldLayoutId id="2147483685" r:id="rId12"/>
    <p:sldLayoutId id="2147483686" r:id="rId13"/>
    <p:sldLayoutId id="2147483711" r:id="rId14"/>
    <p:sldLayoutId id="2147483688" r:id="rId15"/>
    <p:sldLayoutId id="2147483687" r:id="rId16"/>
    <p:sldLayoutId id="2147483678" r:id="rId17"/>
    <p:sldLayoutId id="2147483710" r:id="rId18"/>
    <p:sldLayoutId id="2147483679" r:id="rId19"/>
    <p:sldLayoutId id="2147483680" r:id="rId20"/>
    <p:sldLayoutId id="2147483681" r:id="rId21"/>
    <p:sldLayoutId id="2147483682" r:id="rId22"/>
    <p:sldLayoutId id="2147483712" r:id="rId23"/>
    <p:sldLayoutId id="2147483713" r:id="rId24"/>
    <p:sldLayoutId id="2147483683" r:id="rId25"/>
    <p:sldLayoutId id="2147483649" r:id="rId26"/>
    <p:sldLayoutId id="2147483651" r:id="rId27"/>
    <p:sldLayoutId id="2147483706" r:id="rId28"/>
    <p:sldLayoutId id="2147483708" r:id="rId29"/>
    <p:sldLayoutId id="2147483704" r:id="rId30"/>
    <p:sldLayoutId id="2147483707" r:id="rId31"/>
    <p:sldLayoutId id="2147483673" r:id="rId32"/>
    <p:sldLayoutId id="2147483676" r:id="rId33"/>
    <p:sldLayoutId id="2147483689" r:id="rId34"/>
    <p:sldLayoutId id="2147483691" r:id="rId35"/>
    <p:sldLayoutId id="2147483690" r:id="rId36"/>
    <p:sldLayoutId id="2147483654" r:id="rId37"/>
    <p:sldLayoutId id="2147483700" r:id="rId38"/>
    <p:sldLayoutId id="2147483694" r:id="rId39"/>
    <p:sldLayoutId id="2147483695" r:id="rId40"/>
    <p:sldLayoutId id="2147483702" r:id="rId41"/>
    <p:sldLayoutId id="2147483698" r:id="rId42"/>
    <p:sldLayoutId id="2147483701" r:id="rId43"/>
    <p:sldLayoutId id="2147483669" r:id="rId44"/>
    <p:sldLayoutId id="2147483671" r:id="rId45"/>
    <p:sldLayoutId id="2147483672" r:id="rId46"/>
    <p:sldLayoutId id="2147483670" r:id="rId47"/>
  </p:sldLayoutIdLst>
  <p:hf hdr="0" dt="0"/>
  <p:txStyles>
    <p:titleStyle>
      <a:lvl1pPr algn="l" defTabSz="914400" rtl="0" eaLnBrk="1" latinLnBrk="0" hangingPunct="1">
        <a:lnSpc>
          <a:spcPct val="95000"/>
        </a:lnSpc>
        <a:spcBef>
          <a:spcPct val="0"/>
        </a:spcBef>
        <a:buNone/>
        <a:defRPr lang="en-GB" sz="4000" kern="1200" dirty="0">
          <a:solidFill>
            <a:srgbClr val="29251D"/>
          </a:solidFill>
          <a:latin typeface="Aptos Light" panose="020B0004020202020204" pitchFamily="34" charset="0"/>
          <a:ea typeface="+mj-ea"/>
          <a:cs typeface="+mj-cs"/>
        </a:defRPr>
      </a:lvl1pPr>
    </p:titleStyle>
    <p:bodyStyle>
      <a:lvl1pPr marL="179388" indent="-179388" algn="l" defTabSz="914400" rtl="0" eaLnBrk="1" latinLnBrk="0" hangingPunct="1">
        <a:lnSpc>
          <a:spcPct val="100000"/>
        </a:lnSpc>
        <a:spcBef>
          <a:spcPts val="100"/>
        </a:spcBef>
        <a:spcAft>
          <a:spcPts val="100"/>
        </a:spcAft>
        <a:buFont typeface="Arial" panose="020B0604020202020204" pitchFamily="34" charset="0"/>
        <a:buChar char="•"/>
        <a:defRPr sz="1500" kern="1200">
          <a:solidFill>
            <a:schemeClr val="tx1"/>
          </a:solidFill>
          <a:latin typeface="+mn-lt"/>
          <a:ea typeface="+mn-ea"/>
          <a:cs typeface="+mn-cs"/>
        </a:defRPr>
      </a:lvl1pPr>
      <a:lvl2pPr marL="36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2pPr>
      <a:lvl3pPr marL="54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3pPr>
      <a:lvl4pPr marL="72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4pPr>
      <a:lvl5pPr marL="90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1467" userDrawn="1">
          <p15:clr>
            <a:srgbClr val="F26B43"/>
          </p15:clr>
        </p15:guide>
        <p15:guide id="4" orient="horz" pos="273" userDrawn="1">
          <p15:clr>
            <a:srgbClr val="F26B43"/>
          </p15:clr>
        </p15:guide>
        <p15:guide id="5" orient="horz" pos="606" userDrawn="1">
          <p15:clr>
            <a:srgbClr val="F26B43"/>
          </p15:clr>
        </p15:guide>
        <p15:guide id="6" orient="horz" pos="4145" userDrawn="1">
          <p15:clr>
            <a:srgbClr val="F26B43"/>
          </p15:clr>
        </p15:guide>
        <p15:guide id="7" orient="horz" pos="3887" userDrawn="1">
          <p15:clr>
            <a:srgbClr val="F26B43"/>
          </p15:clr>
        </p15:guide>
        <p15:guide id="8" pos="247" userDrawn="1">
          <p15:clr>
            <a:srgbClr val="F26B43"/>
          </p15:clr>
        </p15:guide>
        <p15:guide id="9" pos="743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227E8F-F862-21EB-BAEE-03D1C4FD6E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0A23EB-0BB8-92FB-7816-C5B0B9B1CD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IN" dirty="0"/>
          </a:p>
        </p:txBody>
      </p:sp>
      <p:sp>
        <p:nvSpPr>
          <p:cNvPr id="4" name="Date Placeholder 3">
            <a:extLst>
              <a:ext uri="{FF2B5EF4-FFF2-40B4-BE49-F238E27FC236}">
                <a16:creationId xmlns:a16="http://schemas.microsoft.com/office/drawing/2014/main" id="{3404460F-998A-4957-E930-CBC4F6D0BE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EDF4F2-7443-45D7-A288-8A3D5575F59B}" type="datetimeFigureOut">
              <a:rPr lang="en-IN" smtClean="0"/>
              <a:t>25-03-2026</a:t>
            </a:fld>
            <a:endParaRPr lang="en-IN"/>
          </a:p>
        </p:txBody>
      </p:sp>
      <p:sp>
        <p:nvSpPr>
          <p:cNvPr id="5" name="Footer Placeholder 4">
            <a:extLst>
              <a:ext uri="{FF2B5EF4-FFF2-40B4-BE49-F238E27FC236}">
                <a16:creationId xmlns:a16="http://schemas.microsoft.com/office/drawing/2014/main" id="{241FCD1E-190C-BFB4-3496-5CCEC91A11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8CBBB00-85F0-1DE4-6E62-96B395E3FB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A813A6-E868-4778-B4D2-226B8A36BECF}" type="slidenum">
              <a:rPr lang="en-IN" smtClean="0"/>
              <a:t>‹#›</a:t>
            </a:fld>
            <a:endParaRPr lang="en-IN"/>
          </a:p>
        </p:txBody>
      </p:sp>
    </p:spTree>
    <p:extLst>
      <p:ext uri="{BB962C8B-B14F-4D97-AF65-F5344CB8AC3E}">
        <p14:creationId xmlns:p14="http://schemas.microsoft.com/office/powerpoint/2010/main" val="251880506"/>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363538" indent="-363538" algn="l" defTabSz="914400" rtl="0" eaLnBrk="1" latinLnBrk="0" hangingPunct="1">
        <a:lnSpc>
          <a:spcPct val="90000"/>
        </a:lnSpc>
        <a:spcBef>
          <a:spcPts val="600"/>
        </a:spcBef>
        <a:spcAft>
          <a:spcPts val="600"/>
        </a:spcAft>
        <a:buFont typeface="+mj-lt"/>
        <a:buAutoNum type="arabicPeriod"/>
        <a:defRPr sz="2800" kern="1200">
          <a:solidFill>
            <a:schemeClr val="tx1"/>
          </a:solidFill>
          <a:latin typeface="+mn-lt"/>
          <a:ea typeface="+mn-ea"/>
          <a:cs typeface="+mn-cs"/>
        </a:defRPr>
      </a:lvl1pPr>
      <a:lvl2pPr marL="714375" indent="-352425" algn="l" defTabSz="914400" rtl="0" eaLnBrk="1" latinLnBrk="0" hangingPunct="1">
        <a:lnSpc>
          <a:spcPct val="90000"/>
        </a:lnSpc>
        <a:spcBef>
          <a:spcPts val="600"/>
        </a:spcBef>
        <a:spcAft>
          <a:spcPts val="600"/>
        </a:spcAft>
        <a:buFont typeface="+mj-lt"/>
        <a:buAutoNum type="alphaLcPeriod"/>
        <a:defRPr sz="2400" kern="1200">
          <a:solidFill>
            <a:schemeClr val="tx1"/>
          </a:solidFill>
          <a:latin typeface="+mn-lt"/>
          <a:ea typeface="+mn-ea"/>
          <a:cs typeface="+mn-cs"/>
        </a:defRPr>
      </a:lvl2pPr>
      <a:lvl3pPr marL="990600" indent="-276225" algn="l" defTabSz="914400" rtl="0" eaLnBrk="1" latinLnBrk="0" hangingPunct="1">
        <a:lnSpc>
          <a:spcPct val="90000"/>
        </a:lnSpc>
        <a:spcBef>
          <a:spcPts val="600"/>
        </a:spcBef>
        <a:spcAft>
          <a:spcPts val="600"/>
        </a:spcAft>
        <a:buFont typeface="+mj-lt"/>
        <a:buAutoNum type="romanLcPeriod"/>
        <a:defRPr sz="2000" kern="1200">
          <a:solidFill>
            <a:schemeClr val="tx1"/>
          </a:solidFill>
          <a:latin typeface="+mn-lt"/>
          <a:ea typeface="+mn-ea"/>
          <a:cs typeface="+mn-cs"/>
        </a:defRPr>
      </a:lvl3pPr>
      <a:lvl4pPr marL="1257300" indent="-266700" algn="l" defTabSz="914400" rtl="0" eaLnBrk="1" latinLnBrk="0" hangingPunct="1">
        <a:lnSpc>
          <a:spcPct val="90000"/>
        </a:lnSpc>
        <a:spcBef>
          <a:spcPts val="600"/>
        </a:spcBef>
        <a:spcAft>
          <a:spcPts val="600"/>
        </a:spcAft>
        <a:buFont typeface="+mj-lt"/>
        <a:buAutoNum type="romanLcPeriod"/>
        <a:defRPr sz="1800" kern="1200">
          <a:solidFill>
            <a:schemeClr val="tx1"/>
          </a:solidFill>
          <a:latin typeface="+mn-lt"/>
          <a:ea typeface="+mn-ea"/>
          <a:cs typeface="+mn-cs"/>
        </a:defRPr>
      </a:lvl4pPr>
      <a:lvl5pPr marL="1524000" indent="-266700" algn="l" defTabSz="914400" rtl="0" eaLnBrk="1" latinLnBrk="0" hangingPunct="1">
        <a:lnSpc>
          <a:spcPct val="90000"/>
        </a:lnSpc>
        <a:spcBef>
          <a:spcPts val="600"/>
        </a:spcBef>
        <a:spcAft>
          <a:spcPts val="600"/>
        </a:spcAft>
        <a:buFont typeface="+mj-lt"/>
        <a:buAutoNum type="romanLcPeriod"/>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3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6.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6.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6.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3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35.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6.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6.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6.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6.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emf"/><Relationship Id="rId1" Type="http://schemas.openxmlformats.org/officeDocument/2006/relationships/slideLayout" Target="../slideLayouts/slideLayout42.xml"/><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1F59B566-BAD6-89B8-476D-105866176F9C}"/>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8C87CA2B-B7F6-6195-73C5-59F9CD65CC85}"/>
              </a:ext>
            </a:extLst>
          </p:cNvPr>
          <p:cNvSpPr>
            <a:spLocks noGrp="1"/>
          </p:cNvSpPr>
          <p:nvPr>
            <p:ph type="ctrTitle"/>
          </p:nvPr>
        </p:nvSpPr>
        <p:spPr>
          <a:xfrm>
            <a:off x="394873" y="1257905"/>
            <a:ext cx="9103689" cy="2710779"/>
          </a:xfrm>
        </p:spPr>
        <p:txBody>
          <a:bodyPr/>
          <a:lstStyle/>
          <a:p>
            <a:r>
              <a:rPr lang="en-IN" sz="6000" dirty="0"/>
              <a:t>Prerequisites for MuleSoft</a:t>
            </a:r>
          </a:p>
        </p:txBody>
      </p:sp>
      <p:sp>
        <p:nvSpPr>
          <p:cNvPr id="4" name="Slide Number Placeholder 3">
            <a:extLst>
              <a:ext uri="{FF2B5EF4-FFF2-40B4-BE49-F238E27FC236}">
                <a16:creationId xmlns:a16="http://schemas.microsoft.com/office/drawing/2014/main" id="{57EF1064-2A6C-9953-A62F-10FC50347C68}"/>
              </a:ext>
            </a:extLst>
          </p:cNvPr>
          <p:cNvSpPr>
            <a:spLocks noGrp="1"/>
          </p:cNvSpPr>
          <p:nvPr>
            <p:ph type="sldNum" sz="quarter" idx="4294967295"/>
          </p:nvPr>
        </p:nvSpPr>
        <p:spPr>
          <a:xfrm>
            <a:off x="11652250" y="6464300"/>
            <a:ext cx="539750" cy="179388"/>
          </a:xfrm>
        </p:spPr>
        <p:txBody>
          <a:bodyPr/>
          <a:lstStyle/>
          <a:p>
            <a:fld id="{82323C20-C60E-7A47-B5F7-CC15E9895970}" type="slidenum">
              <a:rPr lang="en-US" smtClean="0"/>
              <a:t>1</a:t>
            </a:fld>
            <a:endParaRPr lang="en-US"/>
          </a:p>
        </p:txBody>
      </p:sp>
      <p:sp>
        <p:nvSpPr>
          <p:cNvPr id="15" name="Text Placeholder 14">
            <a:extLst>
              <a:ext uri="{FF2B5EF4-FFF2-40B4-BE49-F238E27FC236}">
                <a16:creationId xmlns:a16="http://schemas.microsoft.com/office/drawing/2014/main" id="{3CCB71F0-D0B9-6FC8-5A67-25E8B62D0B56}"/>
              </a:ext>
            </a:extLst>
          </p:cNvPr>
          <p:cNvSpPr>
            <a:spLocks noGrp="1"/>
          </p:cNvSpPr>
          <p:nvPr>
            <p:ph type="body" sz="quarter" idx="13"/>
          </p:nvPr>
        </p:nvSpPr>
        <p:spPr>
          <a:xfrm>
            <a:off x="9637127" y="928458"/>
            <a:ext cx="2160000" cy="329447"/>
          </a:xfrm>
        </p:spPr>
        <p:txBody>
          <a:bodyPr/>
          <a:lstStyle/>
          <a:p>
            <a:pPr lvl="0"/>
            <a:r>
              <a:rPr lang="en-GB" dirty="0"/>
              <a:t>23–March-26 </a:t>
            </a:r>
          </a:p>
        </p:txBody>
      </p:sp>
    </p:spTree>
    <p:extLst>
      <p:ext uri="{BB962C8B-B14F-4D97-AF65-F5344CB8AC3E}">
        <p14:creationId xmlns:p14="http://schemas.microsoft.com/office/powerpoint/2010/main" val="2876285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FFE45B1-EFD3-5BCE-DD02-7767AC0AED69}"/>
              </a:ext>
            </a:extLst>
          </p:cNvPr>
          <p:cNvSpPr>
            <a:spLocks noGrp="1"/>
          </p:cNvSpPr>
          <p:nvPr>
            <p:ph type="ftr" sz="quarter" idx="11"/>
          </p:nvPr>
        </p:nvSpPr>
        <p:spPr/>
        <p:txBody>
          <a:bodyPr/>
          <a:lstStyle/>
          <a:p>
            <a:r>
              <a:rPr lang="en-GB"/>
              <a:t>© Tech Mahindra Limited. All Rights Reserved</a:t>
            </a:r>
            <a:endParaRPr lang="en-GB" dirty="0"/>
          </a:p>
        </p:txBody>
      </p:sp>
      <p:sp>
        <p:nvSpPr>
          <p:cNvPr id="10" name="Text Placeholder 9">
            <a:extLst>
              <a:ext uri="{FF2B5EF4-FFF2-40B4-BE49-F238E27FC236}">
                <a16:creationId xmlns:a16="http://schemas.microsoft.com/office/drawing/2014/main" id="{6B0D4860-13CD-8666-A9C4-58E369437D5D}"/>
              </a:ext>
            </a:extLst>
          </p:cNvPr>
          <p:cNvSpPr>
            <a:spLocks noGrp="1"/>
          </p:cNvSpPr>
          <p:nvPr>
            <p:ph type="body" sz="quarter" idx="15"/>
          </p:nvPr>
        </p:nvSpPr>
        <p:spPr/>
        <p:txBody>
          <a:bodyPr/>
          <a:lstStyle/>
          <a:p>
            <a:endParaRPr lang="en-IN" dirty="0"/>
          </a:p>
        </p:txBody>
      </p:sp>
      <p:sp>
        <p:nvSpPr>
          <p:cNvPr id="11" name="Text Placeholder 10">
            <a:extLst>
              <a:ext uri="{FF2B5EF4-FFF2-40B4-BE49-F238E27FC236}">
                <a16:creationId xmlns:a16="http://schemas.microsoft.com/office/drawing/2014/main" id="{5EBC44A9-2306-6207-44E8-2252EB54D631}"/>
              </a:ext>
            </a:extLst>
          </p:cNvPr>
          <p:cNvSpPr>
            <a:spLocks noGrp="1"/>
          </p:cNvSpPr>
          <p:nvPr>
            <p:ph type="body" sz="quarter" idx="16"/>
          </p:nvPr>
        </p:nvSpPr>
        <p:spPr/>
        <p:txBody>
          <a:bodyPr/>
          <a:lstStyle/>
          <a:p>
            <a:endParaRPr lang="en-IN"/>
          </a:p>
        </p:txBody>
      </p:sp>
      <p:sp>
        <p:nvSpPr>
          <p:cNvPr id="12" name="Text Placeholder 11">
            <a:extLst>
              <a:ext uri="{FF2B5EF4-FFF2-40B4-BE49-F238E27FC236}">
                <a16:creationId xmlns:a16="http://schemas.microsoft.com/office/drawing/2014/main" id="{43A5F56E-5B0E-5548-CF21-4586E3930FBA}"/>
              </a:ext>
            </a:extLst>
          </p:cNvPr>
          <p:cNvSpPr>
            <a:spLocks noGrp="1"/>
          </p:cNvSpPr>
          <p:nvPr>
            <p:ph type="body" sz="quarter" idx="17"/>
          </p:nvPr>
        </p:nvSpPr>
        <p:spPr/>
        <p:txBody>
          <a:bodyPr/>
          <a:lstStyle/>
          <a:p>
            <a:endParaRPr lang="en-IN"/>
          </a:p>
        </p:txBody>
      </p:sp>
      <p:sp>
        <p:nvSpPr>
          <p:cNvPr id="13" name="Text Placeholder 12">
            <a:extLst>
              <a:ext uri="{FF2B5EF4-FFF2-40B4-BE49-F238E27FC236}">
                <a16:creationId xmlns:a16="http://schemas.microsoft.com/office/drawing/2014/main" id="{9F93A0A0-D6CB-871B-81E9-9A347D240FE2}"/>
              </a:ext>
            </a:extLst>
          </p:cNvPr>
          <p:cNvSpPr>
            <a:spLocks noGrp="1"/>
          </p:cNvSpPr>
          <p:nvPr>
            <p:ph type="body" sz="quarter" idx="18"/>
          </p:nvPr>
        </p:nvSpPr>
        <p:spPr/>
        <p:txBody>
          <a:bodyPr/>
          <a:lstStyle/>
          <a:p>
            <a:endParaRPr lang="en-IN"/>
          </a:p>
        </p:txBody>
      </p:sp>
      <p:sp>
        <p:nvSpPr>
          <p:cNvPr id="14" name="Text Placeholder 13">
            <a:extLst>
              <a:ext uri="{FF2B5EF4-FFF2-40B4-BE49-F238E27FC236}">
                <a16:creationId xmlns:a16="http://schemas.microsoft.com/office/drawing/2014/main" id="{58BF1CE5-6779-9FBF-67B7-7245971227C6}"/>
              </a:ext>
            </a:extLst>
          </p:cNvPr>
          <p:cNvSpPr>
            <a:spLocks noGrp="1"/>
          </p:cNvSpPr>
          <p:nvPr>
            <p:ph type="body" sz="quarter" idx="19"/>
          </p:nvPr>
        </p:nvSpPr>
        <p:spPr>
          <a:xfrm>
            <a:off x="6323150" y="5911492"/>
            <a:ext cx="6021249" cy="579437"/>
          </a:xfrm>
        </p:spPr>
        <p:txBody>
          <a:bodyPr/>
          <a:lstStyle/>
          <a:p>
            <a:r>
              <a:rPr lang="en-GB" dirty="0"/>
              <a:t>yf3vhkbvj</a:t>
            </a:r>
            <a:endParaRPr lang="en-IN" dirty="0"/>
          </a:p>
        </p:txBody>
      </p:sp>
      <p:sp>
        <p:nvSpPr>
          <p:cNvPr id="9" name="Text Placeholder 8">
            <a:extLst>
              <a:ext uri="{FF2B5EF4-FFF2-40B4-BE49-F238E27FC236}">
                <a16:creationId xmlns:a16="http://schemas.microsoft.com/office/drawing/2014/main" id="{CADC5466-361C-6703-4827-046C329E244A}"/>
              </a:ext>
            </a:extLst>
          </p:cNvPr>
          <p:cNvSpPr>
            <a:spLocks noGrp="1"/>
          </p:cNvSpPr>
          <p:nvPr>
            <p:ph type="body" sz="quarter" idx="14"/>
          </p:nvPr>
        </p:nvSpPr>
        <p:spPr/>
        <p:txBody>
          <a:bodyPr/>
          <a:lstStyle/>
          <a:p>
            <a:endParaRPr lang="en-IN"/>
          </a:p>
        </p:txBody>
      </p:sp>
      <p:sp>
        <p:nvSpPr>
          <p:cNvPr id="15" name="Text Placeholder 14">
            <a:extLst>
              <a:ext uri="{FF2B5EF4-FFF2-40B4-BE49-F238E27FC236}">
                <a16:creationId xmlns:a16="http://schemas.microsoft.com/office/drawing/2014/main" id="{DE85CEB3-66D9-8B46-18DD-D7A3B69B07EC}"/>
              </a:ext>
            </a:extLst>
          </p:cNvPr>
          <p:cNvSpPr>
            <a:spLocks noGrp="1"/>
          </p:cNvSpPr>
          <p:nvPr>
            <p:ph type="body" sz="quarter" idx="20"/>
          </p:nvPr>
        </p:nvSpPr>
        <p:spPr/>
        <p:txBody>
          <a:bodyPr/>
          <a:lstStyle/>
          <a:p>
            <a:endParaRPr lang="en-IN"/>
          </a:p>
        </p:txBody>
      </p:sp>
      <p:sp>
        <p:nvSpPr>
          <p:cNvPr id="6" name="Slide Number Placeholder 5">
            <a:extLst>
              <a:ext uri="{FF2B5EF4-FFF2-40B4-BE49-F238E27FC236}">
                <a16:creationId xmlns:a16="http://schemas.microsoft.com/office/drawing/2014/main" id="{1879C04D-0D02-C4BB-52C4-FAF10084A984}"/>
              </a:ext>
            </a:extLst>
          </p:cNvPr>
          <p:cNvSpPr>
            <a:spLocks noGrp="1"/>
          </p:cNvSpPr>
          <p:nvPr>
            <p:ph type="sldNum" sz="quarter" idx="4"/>
          </p:nvPr>
        </p:nvSpPr>
        <p:spPr/>
        <p:txBody>
          <a:bodyPr/>
          <a:lstStyle/>
          <a:p>
            <a:fld id="{2D5117C1-7BFB-400E-A14B-8E2312996B92}" type="slidenum">
              <a:rPr lang="en-GB" smtClean="0"/>
              <a:pPr/>
              <a:t>2</a:t>
            </a:fld>
            <a:endParaRPr lang="en-GB" dirty="0"/>
          </a:p>
        </p:txBody>
      </p:sp>
      <p:sp>
        <p:nvSpPr>
          <p:cNvPr id="16" name="Text Placeholder 13">
            <a:extLst>
              <a:ext uri="{FF2B5EF4-FFF2-40B4-BE49-F238E27FC236}">
                <a16:creationId xmlns:a16="http://schemas.microsoft.com/office/drawing/2014/main" id="{1819794D-BA62-76FC-CC38-DF0F4C021662}"/>
              </a:ext>
            </a:extLst>
          </p:cNvPr>
          <p:cNvSpPr txBox="1">
            <a:spLocks/>
          </p:cNvSpPr>
          <p:nvPr/>
        </p:nvSpPr>
        <p:spPr>
          <a:xfrm>
            <a:off x="6323150" y="5332055"/>
            <a:ext cx="6021249" cy="579437"/>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100"/>
              </a:spcBef>
              <a:spcAft>
                <a:spcPts val="100"/>
              </a:spcAft>
              <a:buFont typeface="Arial" panose="020B0604020202020204" pitchFamily="34" charset="0"/>
              <a:buNone/>
              <a:defRPr sz="2000" kern="1200">
                <a:solidFill>
                  <a:schemeClr val="bg1"/>
                </a:solidFill>
                <a:latin typeface="+mn-lt"/>
                <a:ea typeface="+mn-ea"/>
                <a:cs typeface="+mn-cs"/>
              </a:defRPr>
            </a:lvl1pPr>
            <a:lvl2pPr marL="180000" indent="0" algn="l" defTabSz="914400" rtl="0" eaLnBrk="1" latinLnBrk="0" hangingPunct="1">
              <a:lnSpc>
                <a:spcPct val="100000"/>
              </a:lnSpc>
              <a:spcBef>
                <a:spcPts val="100"/>
              </a:spcBef>
              <a:spcAft>
                <a:spcPts val="100"/>
              </a:spcAft>
              <a:buFont typeface="Aptos" panose="020B0004020202020204" pitchFamily="34" charset="0"/>
              <a:buNone/>
              <a:defRPr sz="1500" kern="1200">
                <a:solidFill>
                  <a:schemeClr val="tx1"/>
                </a:solidFill>
                <a:latin typeface="+mn-lt"/>
                <a:ea typeface="+mn-ea"/>
                <a:cs typeface="+mn-cs"/>
              </a:defRPr>
            </a:lvl2pPr>
            <a:lvl3pPr marL="54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3pPr>
            <a:lvl4pPr marL="72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4pPr>
            <a:lvl5pPr marL="90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yf3vhkbvj</a:t>
            </a:r>
            <a:endParaRPr lang="en-IN" dirty="0"/>
          </a:p>
        </p:txBody>
      </p:sp>
    </p:spTree>
    <p:extLst>
      <p:ext uri="{BB962C8B-B14F-4D97-AF65-F5344CB8AC3E}">
        <p14:creationId xmlns:p14="http://schemas.microsoft.com/office/powerpoint/2010/main" val="1355919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8C9039-F867-87A1-5AC2-8D0950B8AA71}"/>
              </a:ext>
            </a:extLst>
          </p:cNvPr>
          <p:cNvSpPr>
            <a:spLocks noGrp="1"/>
          </p:cNvSpPr>
          <p:nvPr>
            <p:ph type="ftr" sz="quarter" idx="11"/>
          </p:nvPr>
        </p:nvSpPr>
        <p:spPr/>
        <p:txBody>
          <a:bodyPr/>
          <a:lstStyle/>
          <a:p>
            <a:r>
              <a:rPr lang="en-GB"/>
              <a:t>© Tech Mahindra Limited. All Rights Reserved</a:t>
            </a:r>
            <a:endParaRPr lang="en-GB" dirty="0"/>
          </a:p>
        </p:txBody>
      </p:sp>
      <p:sp>
        <p:nvSpPr>
          <p:cNvPr id="3" name="Text Placeholder 2">
            <a:extLst>
              <a:ext uri="{FF2B5EF4-FFF2-40B4-BE49-F238E27FC236}">
                <a16:creationId xmlns:a16="http://schemas.microsoft.com/office/drawing/2014/main" id="{58387600-C7CC-E301-749D-58258D4A8F08}"/>
              </a:ext>
            </a:extLst>
          </p:cNvPr>
          <p:cNvSpPr>
            <a:spLocks noGrp="1"/>
          </p:cNvSpPr>
          <p:nvPr>
            <p:ph type="body" sz="quarter" idx="15"/>
          </p:nvPr>
        </p:nvSpPr>
        <p:spPr/>
        <p:txBody>
          <a:bodyPr/>
          <a:lstStyle/>
          <a:p>
            <a:endParaRPr lang="en-IN"/>
          </a:p>
        </p:txBody>
      </p:sp>
      <p:sp>
        <p:nvSpPr>
          <p:cNvPr id="4" name="Text Placeholder 3">
            <a:extLst>
              <a:ext uri="{FF2B5EF4-FFF2-40B4-BE49-F238E27FC236}">
                <a16:creationId xmlns:a16="http://schemas.microsoft.com/office/drawing/2014/main" id="{7BC7A0D0-7FBF-9495-B78A-B80D33A09413}"/>
              </a:ext>
            </a:extLst>
          </p:cNvPr>
          <p:cNvSpPr>
            <a:spLocks noGrp="1"/>
          </p:cNvSpPr>
          <p:nvPr>
            <p:ph type="body" sz="quarter" idx="16"/>
          </p:nvPr>
        </p:nvSpPr>
        <p:spPr/>
        <p:txBody>
          <a:bodyPr/>
          <a:lstStyle/>
          <a:p>
            <a:endParaRPr lang="en-IN" dirty="0"/>
          </a:p>
        </p:txBody>
      </p:sp>
      <p:sp>
        <p:nvSpPr>
          <p:cNvPr id="5" name="Text Placeholder 4">
            <a:extLst>
              <a:ext uri="{FF2B5EF4-FFF2-40B4-BE49-F238E27FC236}">
                <a16:creationId xmlns:a16="http://schemas.microsoft.com/office/drawing/2014/main" id="{F3B2D389-37B2-780E-4EB2-AA6F4F504505}"/>
              </a:ext>
            </a:extLst>
          </p:cNvPr>
          <p:cNvSpPr>
            <a:spLocks noGrp="1"/>
          </p:cNvSpPr>
          <p:nvPr>
            <p:ph type="body" sz="quarter" idx="17"/>
          </p:nvPr>
        </p:nvSpPr>
        <p:spPr/>
        <p:txBody>
          <a:bodyPr/>
          <a:lstStyle/>
          <a:p>
            <a:endParaRPr lang="en-IN"/>
          </a:p>
        </p:txBody>
      </p:sp>
      <p:sp>
        <p:nvSpPr>
          <p:cNvPr id="6" name="Text Placeholder 5">
            <a:extLst>
              <a:ext uri="{FF2B5EF4-FFF2-40B4-BE49-F238E27FC236}">
                <a16:creationId xmlns:a16="http://schemas.microsoft.com/office/drawing/2014/main" id="{F35DEC3C-76C6-B99F-1FFA-54124D845FB4}"/>
              </a:ext>
            </a:extLst>
          </p:cNvPr>
          <p:cNvSpPr>
            <a:spLocks noGrp="1"/>
          </p:cNvSpPr>
          <p:nvPr>
            <p:ph type="body" sz="quarter" idx="18"/>
          </p:nvPr>
        </p:nvSpPr>
        <p:spPr/>
        <p:txBody>
          <a:bodyPr/>
          <a:lstStyle/>
          <a:p>
            <a:endParaRPr lang="en-IN"/>
          </a:p>
        </p:txBody>
      </p:sp>
      <p:sp>
        <p:nvSpPr>
          <p:cNvPr id="7" name="Text Placeholder 6">
            <a:extLst>
              <a:ext uri="{FF2B5EF4-FFF2-40B4-BE49-F238E27FC236}">
                <a16:creationId xmlns:a16="http://schemas.microsoft.com/office/drawing/2014/main" id="{12820FC3-871F-6634-799B-2EB3D66ACCFA}"/>
              </a:ext>
            </a:extLst>
          </p:cNvPr>
          <p:cNvSpPr>
            <a:spLocks noGrp="1"/>
          </p:cNvSpPr>
          <p:nvPr>
            <p:ph type="body" sz="quarter" idx="19"/>
          </p:nvPr>
        </p:nvSpPr>
        <p:spPr/>
        <p:txBody>
          <a:bodyPr/>
          <a:lstStyle/>
          <a:p>
            <a:endParaRPr lang="en-IN"/>
          </a:p>
        </p:txBody>
      </p:sp>
      <p:sp>
        <p:nvSpPr>
          <p:cNvPr id="8" name="Text Placeholder 7">
            <a:extLst>
              <a:ext uri="{FF2B5EF4-FFF2-40B4-BE49-F238E27FC236}">
                <a16:creationId xmlns:a16="http://schemas.microsoft.com/office/drawing/2014/main" id="{50E80E9F-1290-8BE2-97F1-C79C636A320D}"/>
              </a:ext>
            </a:extLst>
          </p:cNvPr>
          <p:cNvSpPr>
            <a:spLocks noGrp="1"/>
          </p:cNvSpPr>
          <p:nvPr>
            <p:ph type="body" sz="quarter" idx="14"/>
          </p:nvPr>
        </p:nvSpPr>
        <p:spPr/>
        <p:txBody>
          <a:bodyPr/>
          <a:lstStyle/>
          <a:p>
            <a:endParaRPr lang="en-IN"/>
          </a:p>
        </p:txBody>
      </p:sp>
      <p:sp>
        <p:nvSpPr>
          <p:cNvPr id="9" name="Text Placeholder 8">
            <a:extLst>
              <a:ext uri="{FF2B5EF4-FFF2-40B4-BE49-F238E27FC236}">
                <a16:creationId xmlns:a16="http://schemas.microsoft.com/office/drawing/2014/main" id="{A12FC32C-77E3-2830-C5B0-59AA70277A23}"/>
              </a:ext>
            </a:extLst>
          </p:cNvPr>
          <p:cNvSpPr>
            <a:spLocks noGrp="1"/>
          </p:cNvSpPr>
          <p:nvPr>
            <p:ph type="body" sz="quarter" idx="20"/>
          </p:nvPr>
        </p:nvSpPr>
        <p:spPr/>
        <p:txBody>
          <a:bodyPr/>
          <a:lstStyle/>
          <a:p>
            <a:endParaRPr lang="en-IN"/>
          </a:p>
        </p:txBody>
      </p:sp>
      <p:sp>
        <p:nvSpPr>
          <p:cNvPr id="10" name="Slide Number Placeholder 9">
            <a:extLst>
              <a:ext uri="{FF2B5EF4-FFF2-40B4-BE49-F238E27FC236}">
                <a16:creationId xmlns:a16="http://schemas.microsoft.com/office/drawing/2014/main" id="{BD2611E9-05CD-94B2-F22E-45928DD39757}"/>
              </a:ext>
            </a:extLst>
          </p:cNvPr>
          <p:cNvSpPr>
            <a:spLocks noGrp="1"/>
          </p:cNvSpPr>
          <p:nvPr>
            <p:ph type="sldNum" sz="quarter" idx="4"/>
          </p:nvPr>
        </p:nvSpPr>
        <p:spPr/>
        <p:txBody>
          <a:bodyPr/>
          <a:lstStyle/>
          <a:p>
            <a:fld id="{2D5117C1-7BFB-400E-A14B-8E2312996B92}" type="slidenum">
              <a:rPr lang="en-GB" smtClean="0"/>
              <a:pPr/>
              <a:t>3</a:t>
            </a:fld>
            <a:endParaRPr lang="en-GB" dirty="0"/>
          </a:p>
        </p:txBody>
      </p:sp>
    </p:spTree>
    <p:extLst>
      <p:ext uri="{BB962C8B-B14F-4D97-AF65-F5344CB8AC3E}">
        <p14:creationId xmlns:p14="http://schemas.microsoft.com/office/powerpoint/2010/main" val="575120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290AAE-FC90-47D9-A72C-EE31BBF22CF2}"/>
              </a:ext>
            </a:extLst>
          </p:cNvPr>
          <p:cNvSpPr>
            <a:spLocks noGrp="1"/>
          </p:cNvSpPr>
          <p:nvPr>
            <p:ph type="ftr" sz="quarter" idx="11"/>
          </p:nvPr>
        </p:nvSpPr>
        <p:spPr/>
        <p:txBody>
          <a:bodyPr/>
          <a:lstStyle/>
          <a:p>
            <a:r>
              <a:rPr lang="en-GB"/>
              <a:t>© Tech Mahindra Limited. All Rights Reserved</a:t>
            </a:r>
            <a:endParaRPr lang="en-GB" dirty="0"/>
          </a:p>
        </p:txBody>
      </p:sp>
      <p:sp>
        <p:nvSpPr>
          <p:cNvPr id="4" name="Slide Number Placeholder 3">
            <a:extLst>
              <a:ext uri="{FF2B5EF4-FFF2-40B4-BE49-F238E27FC236}">
                <a16:creationId xmlns:a16="http://schemas.microsoft.com/office/drawing/2014/main" id="{FD980691-49FD-6419-0F48-1B2085886DFD}"/>
              </a:ext>
            </a:extLst>
          </p:cNvPr>
          <p:cNvSpPr>
            <a:spLocks noGrp="1"/>
          </p:cNvSpPr>
          <p:nvPr>
            <p:ph type="sldNum" sz="quarter" idx="4"/>
          </p:nvPr>
        </p:nvSpPr>
        <p:spPr/>
        <p:txBody>
          <a:bodyPr/>
          <a:lstStyle/>
          <a:p>
            <a:fld id="{2D5117C1-7BFB-400E-A14B-8E2312996B92}" type="slidenum">
              <a:rPr lang="en-GB" smtClean="0"/>
              <a:pPr/>
              <a:t>4</a:t>
            </a:fld>
            <a:endParaRPr lang="en-GB" dirty="0"/>
          </a:p>
        </p:txBody>
      </p:sp>
      <p:sp>
        <p:nvSpPr>
          <p:cNvPr id="10" name="TextBox 9">
            <a:extLst>
              <a:ext uri="{FF2B5EF4-FFF2-40B4-BE49-F238E27FC236}">
                <a16:creationId xmlns:a16="http://schemas.microsoft.com/office/drawing/2014/main" id="{E67A1994-27D5-56B0-4936-E4E6B8117C8A}"/>
              </a:ext>
            </a:extLst>
          </p:cNvPr>
          <p:cNvSpPr txBox="1"/>
          <p:nvPr/>
        </p:nvSpPr>
        <p:spPr>
          <a:xfrm>
            <a:off x="394874" y="333922"/>
            <a:ext cx="10517965" cy="5909310"/>
          </a:xfrm>
          <a:prstGeom prst="rect">
            <a:avLst/>
          </a:prstGeom>
          <a:noFill/>
        </p:spPr>
        <p:txBody>
          <a:bodyPr wrap="square">
            <a:spAutoFit/>
          </a:bodyPr>
          <a:lstStyle/>
          <a:p>
            <a:pPr marL="0" indent="0">
              <a:buNone/>
            </a:pPr>
            <a:br>
              <a:rPr lang="en-US" sz="1800" b="1" dirty="0">
                <a:latin typeface="Aptos (Body)"/>
              </a:rPr>
            </a:br>
            <a:br>
              <a:rPr lang="en-US" sz="1800" b="1" dirty="0">
                <a:latin typeface="Aptos (Body)"/>
              </a:rPr>
            </a:br>
            <a:r>
              <a:rPr lang="en-US" sz="1800" b="1" dirty="0">
                <a:latin typeface="Aptos (Body)"/>
              </a:rPr>
              <a:t>What is Web-services?</a:t>
            </a:r>
            <a:endParaRPr lang="en-US" sz="1800" dirty="0">
              <a:latin typeface="Aptos (Body)"/>
            </a:endParaRPr>
          </a:p>
          <a:p>
            <a:pPr marL="0" indent="0">
              <a:buNone/>
            </a:pPr>
            <a:r>
              <a:rPr lang="en-US" sz="1800" dirty="0">
                <a:latin typeface="Aptos (Body)"/>
              </a:rPr>
              <a:t>A Web service is a way for two machines to communicate over a network using HTTP/HTTPS protocols</a:t>
            </a:r>
            <a:r>
              <a:rPr lang="en-US" dirty="0">
                <a:latin typeface="Aptos (Body)"/>
                <a:ea typeface="Calibri Light"/>
                <a:cs typeface="Calibri Light"/>
              </a:rPr>
              <a:t>. </a:t>
            </a:r>
            <a:r>
              <a:rPr lang="en-US" sz="1800" dirty="0">
                <a:latin typeface="Aptos (Body)"/>
              </a:rPr>
              <a:t>It enables interoperability and data exchange. </a:t>
            </a:r>
            <a:br>
              <a:rPr lang="en-US" sz="1800" dirty="0">
                <a:latin typeface="Aptos (Body)"/>
              </a:rPr>
            </a:br>
            <a:endParaRPr lang="en-US" sz="1800" dirty="0">
              <a:latin typeface="Aptos (Body)"/>
            </a:endParaRPr>
          </a:p>
          <a:p>
            <a:pPr marL="0" indent="0">
              <a:buNone/>
            </a:pPr>
            <a:r>
              <a:rPr lang="en-US" sz="1800" b="1" dirty="0">
                <a:latin typeface="Aptos (Body)"/>
              </a:rPr>
              <a:t>What is an API?</a:t>
            </a:r>
            <a:endParaRPr lang="en-US" sz="1800" b="1" dirty="0">
              <a:latin typeface="Aptos (Body)"/>
              <a:ea typeface="Calibri"/>
              <a:cs typeface="Calibri"/>
            </a:endParaRPr>
          </a:p>
          <a:p>
            <a:pPr marL="0" indent="0">
              <a:buNone/>
            </a:pPr>
            <a:r>
              <a:rPr lang="en-US" sz="1800" dirty="0">
                <a:latin typeface="Aptos (Body)"/>
              </a:rPr>
              <a:t>API stands for Application Programming Interface. APIs allow data exchange between systems. </a:t>
            </a:r>
            <a:br>
              <a:rPr lang="en-US" sz="1800" dirty="0">
                <a:latin typeface="Aptos (Body)"/>
              </a:rPr>
            </a:br>
            <a:endParaRPr lang="en-US" sz="1800" dirty="0">
              <a:latin typeface="Aptos (Body)"/>
            </a:endParaRPr>
          </a:p>
          <a:p>
            <a:pPr marL="0" indent="0">
              <a:buNone/>
            </a:pPr>
            <a:r>
              <a:rPr lang="en-US" sz="1800" b="1" dirty="0">
                <a:latin typeface="Aptos (Body)"/>
              </a:rPr>
              <a:t>Web-services vs APIs</a:t>
            </a:r>
            <a:endParaRPr lang="en-US" sz="1800" dirty="0">
              <a:latin typeface="Aptos (Body)"/>
            </a:endParaRPr>
          </a:p>
          <a:p>
            <a:pPr marL="0" indent="0">
              <a:buNone/>
            </a:pPr>
            <a:r>
              <a:rPr lang="en-US" sz="1800" dirty="0">
                <a:latin typeface="Aptos (Body)"/>
              </a:rPr>
              <a:t>Every web service is an API, but not every API is a web service. APIs evolved from web services for information transfer. </a:t>
            </a:r>
            <a:br>
              <a:rPr lang="en-US" sz="1800" dirty="0">
                <a:latin typeface="Aptos (Body)"/>
              </a:rPr>
            </a:br>
            <a:endParaRPr lang="en-US" sz="1800" dirty="0">
              <a:latin typeface="Aptos (Body)"/>
            </a:endParaRPr>
          </a:p>
          <a:p>
            <a:pPr marL="0" indent="0">
              <a:buNone/>
            </a:pPr>
            <a:r>
              <a:rPr lang="en-US" sz="1800" b="1" dirty="0">
                <a:latin typeface="Aptos (Body)"/>
              </a:rPr>
              <a:t>What is MuleSoft?</a:t>
            </a:r>
            <a:endParaRPr lang="en-US" sz="1800" dirty="0">
              <a:latin typeface="Aptos (Body)"/>
            </a:endParaRPr>
          </a:p>
          <a:p>
            <a:pPr marL="0" indent="0">
              <a:buNone/>
            </a:pPr>
            <a:r>
              <a:rPr lang="en-US" sz="1800" dirty="0">
                <a:latin typeface="Aptos (Body)"/>
              </a:rPr>
              <a:t>MuleSoft is a Salesforce company offering an Integration and API Management Platform. Its runtime engine, Mule, is a lightweight Java-based ESB enabling easy system integration using technologies like JMS, Web Services, JDBC, HTTP, etc. </a:t>
            </a:r>
            <a:br>
              <a:rPr lang="en-US" sz="1800" dirty="0">
                <a:latin typeface="Aptos (Body)"/>
              </a:rPr>
            </a:br>
            <a:endParaRPr lang="en-US" sz="1800" dirty="0">
              <a:latin typeface="Aptos (Body)"/>
            </a:endParaRPr>
          </a:p>
          <a:p>
            <a:pPr marL="0" indent="0">
              <a:buNone/>
            </a:pPr>
            <a:r>
              <a:rPr lang="en-US" sz="1800" b="1" dirty="0">
                <a:latin typeface="Aptos (Body)"/>
              </a:rPr>
              <a:t>API Management Platform</a:t>
            </a:r>
            <a:endParaRPr lang="en-US" sz="1800" dirty="0">
              <a:latin typeface="Aptos (Body)"/>
            </a:endParaRPr>
          </a:p>
          <a:p>
            <a:pPr marL="0" indent="0">
              <a:buNone/>
            </a:pPr>
            <a:r>
              <a:rPr lang="en-US" sz="1800" dirty="0">
                <a:latin typeface="Aptos (Body)"/>
              </a:rPr>
              <a:t>Includes designing, developing, deploying, managing, securing, and reusing APIs. </a:t>
            </a:r>
            <a:endParaRPr lang="en-US" sz="1800" dirty="0">
              <a:latin typeface="Aptos (Body)"/>
              <a:ea typeface="Calibri"/>
              <a:cs typeface="Calibri"/>
            </a:endParaRPr>
          </a:p>
          <a:p>
            <a:endParaRPr lang="en-US" sz="1800" dirty="0">
              <a:latin typeface="Aptos (Body)"/>
            </a:endParaRPr>
          </a:p>
        </p:txBody>
      </p:sp>
    </p:spTree>
    <p:extLst>
      <p:ext uri="{BB962C8B-B14F-4D97-AF65-F5344CB8AC3E}">
        <p14:creationId xmlns:p14="http://schemas.microsoft.com/office/powerpoint/2010/main" val="3901581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70FBEE-89B3-7AAB-A751-1FF100B1757D}"/>
              </a:ext>
            </a:extLst>
          </p:cNvPr>
          <p:cNvSpPr txBox="1"/>
          <p:nvPr/>
        </p:nvSpPr>
        <p:spPr>
          <a:xfrm>
            <a:off x="127205" y="157483"/>
            <a:ext cx="11460192" cy="86792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Calibri"/>
                <a:cs typeface="Calibri"/>
              </a:rPr>
              <a:t>Protocol</a:t>
            </a:r>
            <a:r>
              <a:rPr lang="en-US" dirty="0">
                <a:ea typeface="Calibri"/>
                <a:cs typeface="Calibri"/>
              </a:rPr>
              <a:t>:</a:t>
            </a:r>
            <a:br>
              <a:rPr lang="en-US" dirty="0">
                <a:ea typeface="Calibri"/>
                <a:cs typeface="Calibri"/>
              </a:rPr>
            </a:br>
            <a:r>
              <a:rPr lang="en-US" dirty="0">
                <a:ea typeface="Calibri"/>
                <a:cs typeface="Calibri"/>
              </a:rPr>
              <a:t>A set of rules that define how data is transmitted and received over a network.</a:t>
            </a:r>
            <a:endParaRPr lang="en-US" dirty="0"/>
          </a:p>
          <a:p>
            <a:pPr marL="285750" indent="-285750">
              <a:buFont typeface="Arial"/>
              <a:buChar char="•"/>
            </a:pPr>
            <a:r>
              <a:rPr lang="en-US" b="1" dirty="0">
                <a:ea typeface="Calibri"/>
                <a:cs typeface="Calibri"/>
              </a:rPr>
              <a:t>HTTP Protocol:</a:t>
            </a:r>
            <a:br>
              <a:rPr lang="en-US" dirty="0">
                <a:ea typeface="Calibri"/>
                <a:cs typeface="Calibri"/>
              </a:rPr>
            </a:br>
            <a:r>
              <a:rPr lang="en-US" dirty="0">
                <a:ea typeface="Calibri"/>
                <a:cs typeface="Calibri"/>
              </a:rPr>
              <a:t>Hyper Text Transfer Protocol is the foundation of data communication on the web, enabling communication between clients and servers.</a:t>
            </a:r>
          </a:p>
          <a:p>
            <a:pPr marL="285750" indent="-285750">
              <a:buFont typeface="Arial"/>
              <a:buChar char="•"/>
            </a:pPr>
            <a:r>
              <a:rPr lang="en-US" b="1" dirty="0">
                <a:ea typeface="Calibri"/>
                <a:cs typeface="Calibri"/>
              </a:rPr>
              <a:t>HTTP Message:</a:t>
            </a:r>
            <a:br>
              <a:rPr lang="en-US" dirty="0">
                <a:ea typeface="Calibri"/>
                <a:cs typeface="Calibri"/>
              </a:rPr>
            </a:br>
            <a:r>
              <a:rPr lang="en-US" dirty="0">
                <a:ea typeface="Calibri"/>
                <a:cs typeface="Calibri"/>
              </a:rPr>
              <a:t>Data exchanged between client and server, consisting of requests (from client) and responses (from server), each with headers and an optional body.</a:t>
            </a:r>
          </a:p>
          <a:p>
            <a:pPr marL="285750" indent="-285750">
              <a:buFont typeface="Arial"/>
              <a:buChar char="•"/>
            </a:pPr>
            <a:r>
              <a:rPr lang="en-US" b="1" dirty="0">
                <a:ea typeface="Calibri"/>
                <a:cs typeface="Calibri"/>
              </a:rPr>
              <a:t>Request/Response:</a:t>
            </a:r>
          </a:p>
          <a:p>
            <a:pPr marL="285750" indent="-285750">
              <a:buFont typeface="Arial"/>
              <a:buChar char="•"/>
            </a:pPr>
            <a:r>
              <a:rPr lang="en-US" dirty="0">
                <a:ea typeface="Calibri"/>
                <a:cs typeface="Calibri"/>
              </a:rPr>
              <a:t>Request: Sent by the client to ask for data or perform an action.</a:t>
            </a:r>
          </a:p>
          <a:p>
            <a:pPr marL="285750" indent="-285750">
              <a:buFont typeface="Arial"/>
              <a:buChar char="•"/>
            </a:pPr>
            <a:r>
              <a:rPr lang="en-US" dirty="0">
                <a:ea typeface="Calibri"/>
                <a:cs typeface="Calibri"/>
              </a:rPr>
              <a:t>Response: Sent by the server with the requested data or result of the action.</a:t>
            </a:r>
          </a:p>
          <a:p>
            <a:pPr marL="285750" indent="-285750">
              <a:buFont typeface="Arial"/>
              <a:buChar char="•"/>
            </a:pPr>
            <a:r>
              <a:rPr lang="en-US" b="1" dirty="0">
                <a:ea typeface="Calibri"/>
                <a:cs typeface="Calibri"/>
              </a:rPr>
              <a:t>Payload:</a:t>
            </a:r>
            <a:br>
              <a:rPr lang="en-US" dirty="0">
                <a:ea typeface="Calibri"/>
                <a:cs typeface="Calibri"/>
              </a:rPr>
            </a:br>
            <a:r>
              <a:rPr lang="en-US" dirty="0">
                <a:ea typeface="Calibri"/>
                <a:cs typeface="Calibri"/>
              </a:rPr>
              <a:t>The actual data or content carried in the body of an HTTP message (request or response)</a:t>
            </a:r>
          </a:p>
          <a:p>
            <a:pPr marL="285750" indent="-285750">
              <a:buFont typeface="Arial"/>
              <a:buChar char="•"/>
            </a:pPr>
            <a:r>
              <a:rPr lang="en-US" b="1" dirty="0">
                <a:ea typeface="Calibri"/>
                <a:cs typeface="Calibri"/>
              </a:rPr>
              <a:t>HTTP Methods- </a:t>
            </a:r>
          </a:p>
          <a:p>
            <a:pPr marL="285750" indent="-285750">
              <a:buFont typeface="Arial"/>
              <a:buChar char="•"/>
            </a:pPr>
            <a:r>
              <a:rPr lang="en-US" dirty="0">
                <a:ea typeface="Calibri"/>
                <a:cs typeface="Calibri"/>
              </a:rPr>
              <a:t>GET- Retrieve data from the server without modifying it.</a:t>
            </a:r>
          </a:p>
          <a:p>
            <a:pPr marL="285750" indent="-285750">
              <a:buFont typeface="Arial"/>
              <a:buChar char="•"/>
            </a:pPr>
            <a:r>
              <a:rPr lang="en-US" dirty="0">
                <a:ea typeface="Calibri"/>
                <a:cs typeface="Calibri"/>
              </a:rPr>
              <a:t>POST-Send data to the server to create a new resource.</a:t>
            </a:r>
          </a:p>
          <a:p>
            <a:pPr marL="285750" indent="-285750">
              <a:buFont typeface="Arial"/>
              <a:buChar char="•"/>
            </a:pPr>
            <a:r>
              <a:rPr lang="en-US" dirty="0">
                <a:ea typeface="Calibri"/>
                <a:cs typeface="Calibri"/>
              </a:rPr>
              <a:t>PUT- Update or replace an existing resource.</a:t>
            </a:r>
          </a:p>
          <a:p>
            <a:pPr marL="285750" indent="-285750">
              <a:buFont typeface="Arial"/>
              <a:buChar char="•"/>
            </a:pPr>
            <a:r>
              <a:rPr lang="en-US" dirty="0">
                <a:ea typeface="Calibri"/>
                <a:cs typeface="Calibri"/>
              </a:rPr>
              <a:t>PATCH-Used to partially update an existing resource on the server.</a:t>
            </a:r>
          </a:p>
          <a:p>
            <a:pPr marL="285750" indent="-285750">
              <a:buFont typeface="Arial"/>
              <a:buChar char="•"/>
            </a:pPr>
            <a:r>
              <a:rPr lang="en-US" dirty="0">
                <a:ea typeface="Calibri"/>
                <a:cs typeface="Calibri"/>
              </a:rPr>
              <a:t>DELETE-Remove a resource from the server.</a:t>
            </a:r>
          </a:p>
          <a:p>
            <a:pPr marL="285750" indent="-285750">
              <a:buFont typeface="Arial"/>
              <a:buChar char="•"/>
            </a:pPr>
            <a:r>
              <a:rPr lang="en-US" b="1" dirty="0">
                <a:ea typeface="Calibri"/>
                <a:cs typeface="Calibri"/>
              </a:rPr>
              <a:t>Query Params</a:t>
            </a:r>
            <a:r>
              <a:rPr lang="en-US" dirty="0">
                <a:ea typeface="Calibri"/>
                <a:cs typeface="Calibri"/>
              </a:rPr>
              <a:t> -  Added to the URL after a ? (e.g., /</a:t>
            </a:r>
            <a:r>
              <a:rPr lang="en-US" dirty="0" err="1">
                <a:ea typeface="Calibri"/>
                <a:cs typeface="Calibri"/>
              </a:rPr>
              <a:t>products?category</a:t>
            </a:r>
            <a:r>
              <a:rPr lang="en-US" dirty="0">
                <a:ea typeface="Calibri"/>
                <a:cs typeface="Calibri"/>
              </a:rPr>
              <a:t>=shoes).Used to filter, sort, or search resources.</a:t>
            </a:r>
          </a:p>
          <a:p>
            <a:pPr marL="285750" indent="-285750">
              <a:buFont typeface="Arial"/>
              <a:buChar char="•"/>
            </a:pPr>
            <a:r>
              <a:rPr lang="en-US" b="1" dirty="0">
                <a:ea typeface="Calibri"/>
                <a:cs typeface="Calibri"/>
              </a:rPr>
              <a:t>URI  Params</a:t>
            </a:r>
            <a:r>
              <a:rPr lang="en-US" dirty="0">
                <a:ea typeface="Calibri"/>
                <a:cs typeface="Calibri"/>
              </a:rPr>
              <a:t>- (Uniform Resource Identifier) - Part of the URL path (e.g., /products/123).</a:t>
            </a:r>
          </a:p>
          <a:p>
            <a:pPr marL="285750" indent="-285750">
              <a:buFont typeface="Arial"/>
              <a:buChar char="•"/>
            </a:pPr>
            <a:r>
              <a:rPr lang="en-US" dirty="0">
                <a:ea typeface="Calibri"/>
                <a:cs typeface="Calibri"/>
              </a:rPr>
              <a:t>Used to identify a specific resource.</a:t>
            </a: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214783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a:extLst>
            <a:ext uri="{FF2B5EF4-FFF2-40B4-BE49-F238E27FC236}">
              <a16:creationId xmlns:a16="http://schemas.microsoft.com/office/drawing/2014/main" id="{CBF4EDC9-8475-98C9-4E43-1C2D3E3C8F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04A8455-6AAE-0038-6567-966AF2F8F109}"/>
              </a:ext>
            </a:extLst>
          </p:cNvPr>
          <p:cNvSpPr txBox="1"/>
          <p:nvPr/>
        </p:nvSpPr>
        <p:spPr>
          <a:xfrm>
            <a:off x="344772" y="208109"/>
            <a:ext cx="10133353" cy="5909310"/>
          </a:xfrm>
          <a:prstGeom prst="rect">
            <a:avLst/>
          </a:prstGeom>
          <a:noFill/>
        </p:spPr>
        <p:txBody>
          <a:bodyPr wrap="square">
            <a:spAutoFit/>
          </a:bodyPr>
          <a:lstStyle/>
          <a:p>
            <a:r>
              <a:rPr lang="en-US" sz="1800" b="1" dirty="0">
                <a:solidFill>
                  <a:srgbClr val="000000"/>
                </a:solidFill>
                <a:latin typeface="Aptos Light" panose="020B0004020202020204" pitchFamily="34" charset="0"/>
                <a:ea typeface="+mn-lt"/>
                <a:cs typeface="+mn-lt"/>
              </a:rPr>
              <a:t>HTTPS (Hyper Text Transfer Protocol Secure):</a:t>
            </a:r>
          </a:p>
          <a:p>
            <a:br>
              <a:rPr lang="en-US" sz="1800" dirty="0">
                <a:latin typeface="Aptos Light" panose="020B0004020202020204" pitchFamily="34" charset="0"/>
                <a:ea typeface="+mn-lt"/>
                <a:cs typeface="+mn-lt"/>
              </a:rPr>
            </a:br>
            <a:r>
              <a:rPr lang="en-US" sz="1800" dirty="0">
                <a:solidFill>
                  <a:srgbClr val="000000"/>
                </a:solidFill>
                <a:latin typeface="Aptos (Body)"/>
                <a:ea typeface="+mn-lt"/>
                <a:cs typeface="+mn-lt"/>
              </a:rPr>
              <a:t>A secure version of HTTP that encrypts data between the client and server using SSL/TLS, ensuring privacy and data integrity.</a:t>
            </a:r>
          </a:p>
          <a:p>
            <a:r>
              <a:rPr lang="en-US" sz="1800" dirty="0">
                <a:solidFill>
                  <a:srgbClr val="000000"/>
                </a:solidFill>
                <a:latin typeface="Aptos (Body)"/>
                <a:ea typeface="Calibri"/>
                <a:cs typeface="Calibri"/>
              </a:rPr>
              <a:t>Common Ports-</a:t>
            </a:r>
          </a:p>
          <a:p>
            <a:r>
              <a:rPr lang="en-US" dirty="0">
                <a:solidFill>
                  <a:srgbClr val="000000"/>
                </a:solidFill>
                <a:latin typeface="Aptos (Body)"/>
                <a:ea typeface="Calibri"/>
                <a:cs typeface="Calibri"/>
              </a:rPr>
              <a:t>8081- Default Mule HTTP Listener</a:t>
            </a:r>
          </a:p>
          <a:p>
            <a:r>
              <a:rPr lang="en-US" dirty="0">
                <a:solidFill>
                  <a:srgbClr val="000000"/>
                </a:solidFill>
                <a:latin typeface="Aptos (Body)"/>
                <a:ea typeface="Calibri"/>
                <a:cs typeface="Calibri"/>
              </a:rPr>
              <a:t>80- HTTP</a:t>
            </a:r>
          </a:p>
          <a:p>
            <a:r>
              <a:rPr lang="en-US" dirty="0">
                <a:solidFill>
                  <a:srgbClr val="000000"/>
                </a:solidFill>
                <a:latin typeface="Aptos (Body)"/>
                <a:ea typeface="Calibri"/>
                <a:cs typeface="Calibri"/>
              </a:rPr>
              <a:t>443- HTTPS</a:t>
            </a:r>
          </a:p>
          <a:p>
            <a:r>
              <a:rPr lang="en-US" sz="1800" dirty="0">
                <a:solidFill>
                  <a:srgbClr val="000000"/>
                </a:solidFill>
                <a:latin typeface="Aptos (Body)"/>
                <a:ea typeface="Calibri"/>
                <a:cs typeface="Calibri"/>
              </a:rPr>
              <a:t>Common Status Code used:-</a:t>
            </a:r>
          </a:p>
          <a:p>
            <a:r>
              <a:rPr lang="en-US" sz="1800" dirty="0">
                <a:solidFill>
                  <a:srgbClr val="000000"/>
                </a:solidFill>
                <a:latin typeface="Aptos (Body)"/>
                <a:ea typeface="+mn-lt"/>
                <a:cs typeface="+mn-lt"/>
              </a:rPr>
              <a:t>200 – OK: Success</a:t>
            </a:r>
            <a:endParaRPr lang="en-US" sz="1800" dirty="0">
              <a:solidFill>
                <a:srgbClr val="000000"/>
              </a:solidFill>
              <a:latin typeface="Aptos (Body)"/>
              <a:ea typeface="Calibri"/>
              <a:cs typeface="Calibri"/>
            </a:endParaRPr>
          </a:p>
          <a:p>
            <a:r>
              <a:rPr lang="en-US" sz="1800" dirty="0">
                <a:solidFill>
                  <a:srgbClr val="000000"/>
                </a:solidFill>
                <a:latin typeface="Aptos (Body)"/>
                <a:ea typeface="+mn-lt"/>
                <a:cs typeface="+mn-lt"/>
              </a:rPr>
              <a:t>201 – Created: Resource created</a:t>
            </a:r>
            <a:endParaRPr lang="en-US" sz="1800" dirty="0">
              <a:latin typeface="Aptos (Body)"/>
              <a:ea typeface="Calibri"/>
              <a:cs typeface="Calibri"/>
            </a:endParaRPr>
          </a:p>
          <a:p>
            <a:r>
              <a:rPr lang="en-US" sz="1800" dirty="0">
                <a:solidFill>
                  <a:srgbClr val="000000"/>
                </a:solidFill>
                <a:latin typeface="Aptos (Body)"/>
                <a:ea typeface="+mn-lt"/>
                <a:cs typeface="+mn-lt"/>
              </a:rPr>
              <a:t>204 – No Content: Success, no content to return</a:t>
            </a:r>
            <a:endParaRPr lang="en-US" sz="1800" dirty="0">
              <a:latin typeface="Aptos (Body)"/>
              <a:ea typeface="Calibri"/>
              <a:cs typeface="Calibri"/>
            </a:endParaRPr>
          </a:p>
          <a:p>
            <a:r>
              <a:rPr lang="en-US" sz="1800" dirty="0">
                <a:solidFill>
                  <a:srgbClr val="000000"/>
                </a:solidFill>
                <a:latin typeface="Aptos (Body)"/>
                <a:ea typeface="+mn-lt"/>
                <a:cs typeface="+mn-lt"/>
              </a:rPr>
              <a:t>400 – Bad Request: Invalid request</a:t>
            </a:r>
            <a:endParaRPr lang="en-US" sz="1800" dirty="0">
              <a:latin typeface="Aptos (Body)"/>
              <a:ea typeface="Calibri"/>
              <a:cs typeface="Calibri"/>
            </a:endParaRPr>
          </a:p>
          <a:p>
            <a:r>
              <a:rPr lang="en-US" sz="1800" dirty="0">
                <a:solidFill>
                  <a:srgbClr val="000000"/>
                </a:solidFill>
                <a:latin typeface="Aptos (Body)"/>
                <a:ea typeface="+mn-lt"/>
                <a:cs typeface="+mn-lt"/>
              </a:rPr>
              <a:t>401 – Unauthorized: Authentication required</a:t>
            </a:r>
            <a:endParaRPr lang="en-US" sz="1800" dirty="0">
              <a:latin typeface="Aptos (Body)"/>
              <a:ea typeface="Calibri"/>
              <a:cs typeface="Calibri"/>
            </a:endParaRPr>
          </a:p>
          <a:p>
            <a:r>
              <a:rPr lang="en-US" sz="1800" dirty="0">
                <a:solidFill>
                  <a:srgbClr val="000000"/>
                </a:solidFill>
                <a:latin typeface="Aptos (Body)"/>
                <a:ea typeface="+mn-lt"/>
                <a:cs typeface="+mn-lt"/>
              </a:rPr>
              <a:t>403 – Forbidden: Access denied</a:t>
            </a:r>
            <a:endParaRPr lang="en-US" sz="1800" dirty="0">
              <a:latin typeface="Aptos (Body)"/>
              <a:ea typeface="Calibri"/>
              <a:cs typeface="Calibri"/>
            </a:endParaRPr>
          </a:p>
          <a:p>
            <a:r>
              <a:rPr lang="en-US" sz="1800" dirty="0">
                <a:solidFill>
                  <a:srgbClr val="000000"/>
                </a:solidFill>
                <a:latin typeface="Aptos (Body)"/>
                <a:ea typeface="+mn-lt"/>
                <a:cs typeface="+mn-lt"/>
              </a:rPr>
              <a:t>404 – Not Found: Resource not found</a:t>
            </a:r>
            <a:endParaRPr lang="en-US" sz="1800" dirty="0">
              <a:latin typeface="Aptos (Body)"/>
              <a:ea typeface="Calibri"/>
              <a:cs typeface="Calibri"/>
            </a:endParaRPr>
          </a:p>
          <a:p>
            <a:r>
              <a:rPr lang="en-US" sz="1800" dirty="0">
                <a:solidFill>
                  <a:srgbClr val="000000"/>
                </a:solidFill>
                <a:latin typeface="Aptos (Body)"/>
                <a:ea typeface="+mn-lt"/>
                <a:cs typeface="+mn-lt"/>
              </a:rPr>
              <a:t>409 – Conflict: Request conflict</a:t>
            </a:r>
            <a:endParaRPr lang="en-US" sz="1800" dirty="0">
              <a:latin typeface="Aptos (Body)"/>
              <a:ea typeface="Calibri"/>
              <a:cs typeface="Calibri"/>
            </a:endParaRPr>
          </a:p>
          <a:p>
            <a:r>
              <a:rPr lang="en-US" sz="1800" dirty="0">
                <a:solidFill>
                  <a:srgbClr val="000000"/>
                </a:solidFill>
                <a:latin typeface="Aptos (Body)"/>
                <a:ea typeface="+mn-lt"/>
                <a:cs typeface="+mn-lt"/>
              </a:rPr>
              <a:t>500 – Internal Server Error: Server error</a:t>
            </a:r>
            <a:endParaRPr lang="en-US" sz="1800" dirty="0">
              <a:latin typeface="Aptos (Body)"/>
              <a:ea typeface="Calibri"/>
              <a:cs typeface="Calibri"/>
            </a:endParaRPr>
          </a:p>
          <a:p>
            <a:r>
              <a:rPr lang="en-US" sz="1800" dirty="0">
                <a:solidFill>
                  <a:srgbClr val="000000"/>
                </a:solidFill>
                <a:latin typeface="Aptos (Body)"/>
                <a:ea typeface="+mn-lt"/>
                <a:cs typeface="+mn-lt"/>
              </a:rPr>
              <a:t>503 – Service Unavailable: Server temporarily unavailable</a:t>
            </a:r>
            <a:endParaRPr lang="en-US" sz="1800" dirty="0">
              <a:latin typeface="Aptos (Body)"/>
              <a:ea typeface="Calibri"/>
              <a:cs typeface="Calibri"/>
            </a:endParaRPr>
          </a:p>
          <a:p>
            <a:pPr marL="0" indent="0">
              <a:buNone/>
            </a:pPr>
            <a:endParaRPr lang="en-US" sz="1800" dirty="0">
              <a:solidFill>
                <a:srgbClr val="000000"/>
              </a:solidFill>
              <a:latin typeface="Aptos Light" panose="020B0004020202020204" pitchFamily="34" charset="0"/>
              <a:ea typeface="Calibri"/>
              <a:cs typeface="Calibri"/>
            </a:endParaRPr>
          </a:p>
          <a:p>
            <a:endParaRPr lang="en-US" sz="1800" dirty="0">
              <a:solidFill>
                <a:srgbClr val="000000"/>
              </a:solidFill>
              <a:latin typeface="Aptos Light" panose="020B0004020202020204" pitchFamily="34" charset="0"/>
              <a:ea typeface="Calibri"/>
              <a:cs typeface="Calibri"/>
            </a:endParaRPr>
          </a:p>
        </p:txBody>
      </p:sp>
    </p:spTree>
    <p:extLst>
      <p:ext uri="{BB962C8B-B14F-4D97-AF65-F5344CB8AC3E}">
        <p14:creationId xmlns:p14="http://schemas.microsoft.com/office/powerpoint/2010/main" val="940970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060D0-F43E-DE3D-18C9-E5AC086DE57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711558C-6941-4BD5-6946-725F14C97E70}"/>
              </a:ext>
            </a:extLst>
          </p:cNvPr>
          <p:cNvSpPr txBox="1">
            <a:spLocks/>
          </p:cNvSpPr>
          <p:nvPr/>
        </p:nvSpPr>
        <p:spPr>
          <a:xfrm>
            <a:off x="628199" y="447411"/>
            <a:ext cx="7886700" cy="720753"/>
          </a:xfrm>
          <a:prstGeom prst="rect">
            <a:avLst/>
          </a:prstGeom>
        </p:spPr>
        <p:txBody>
          <a:bodyPr/>
          <a:lstStyle>
            <a:lvl1pPr algn="l" defTabSz="914400" rtl="0" eaLnBrk="1" latinLnBrk="0" hangingPunct="1">
              <a:lnSpc>
                <a:spcPct val="95000"/>
              </a:lnSpc>
              <a:spcBef>
                <a:spcPct val="0"/>
              </a:spcBef>
              <a:buNone/>
              <a:defRPr lang="en-GB" sz="4000" kern="1200" dirty="0">
                <a:solidFill>
                  <a:srgbClr val="29251D"/>
                </a:solidFill>
                <a:latin typeface="Aptos Light" panose="020B0004020202020204" pitchFamily="34" charset="0"/>
                <a:ea typeface="+mj-ea"/>
                <a:cs typeface="+mj-cs"/>
              </a:defRPr>
            </a:lvl1pPr>
          </a:lstStyle>
          <a:p>
            <a:pPr>
              <a:lnSpc>
                <a:spcPct val="150000"/>
              </a:lnSpc>
            </a:pPr>
            <a:r>
              <a:rPr lang="en-US" sz="3600" b="1" dirty="0">
                <a:ea typeface="Calibri Light"/>
                <a:cs typeface="Calibri Light"/>
              </a:rPr>
              <a:t>Content-Type</a:t>
            </a:r>
            <a:endParaRPr lang="en-US" sz="3600" b="1" dirty="0"/>
          </a:p>
        </p:txBody>
      </p:sp>
      <p:sp>
        <p:nvSpPr>
          <p:cNvPr id="7" name="Content Placeholder 2">
            <a:extLst>
              <a:ext uri="{FF2B5EF4-FFF2-40B4-BE49-F238E27FC236}">
                <a16:creationId xmlns:a16="http://schemas.microsoft.com/office/drawing/2014/main" id="{00F0DDC9-956E-7D00-07AD-89BDD05DBA46}"/>
              </a:ext>
            </a:extLst>
          </p:cNvPr>
          <p:cNvSpPr txBox="1">
            <a:spLocks/>
          </p:cNvSpPr>
          <p:nvPr/>
        </p:nvSpPr>
        <p:spPr>
          <a:xfrm>
            <a:off x="628199" y="1348046"/>
            <a:ext cx="10164268" cy="5185765"/>
          </a:xfrm>
          <a:prstGeom prst="rect">
            <a:avLst/>
          </a:prstGeom>
        </p:spPr>
        <p:txBody>
          <a:bodyPr vert="horz" lIns="91440" tIns="45720" rIns="91440" bIns="45720" rtlCol="0" anchor="t">
            <a:normAutofit/>
          </a:bodyPr>
          <a:lstStyle>
            <a:lvl1pPr marL="179388" indent="-179388" algn="l" defTabSz="914400" rtl="0" eaLnBrk="1" latinLnBrk="0" hangingPunct="1">
              <a:lnSpc>
                <a:spcPct val="100000"/>
              </a:lnSpc>
              <a:spcBef>
                <a:spcPts val="100"/>
              </a:spcBef>
              <a:spcAft>
                <a:spcPts val="100"/>
              </a:spcAft>
              <a:buFont typeface="Arial" panose="020B0604020202020204" pitchFamily="34" charset="0"/>
              <a:buChar char="•"/>
              <a:defRPr sz="1500" kern="1200">
                <a:solidFill>
                  <a:schemeClr val="tx1"/>
                </a:solidFill>
                <a:latin typeface="+mn-lt"/>
                <a:ea typeface="+mn-ea"/>
                <a:cs typeface="+mn-cs"/>
              </a:defRPr>
            </a:lvl1pPr>
            <a:lvl2pPr marL="36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2pPr>
            <a:lvl3pPr marL="54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3pPr>
            <a:lvl4pPr marL="72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4pPr>
            <a:lvl5pPr marL="90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1800" b="1" dirty="0">
                <a:latin typeface="Aptos (Body)"/>
                <a:ea typeface="Calibri"/>
                <a:cs typeface="Calibri"/>
              </a:rPr>
              <a:t>Specifies the media type of the resource or data in HTTP headers.</a:t>
            </a:r>
          </a:p>
          <a:p>
            <a:pPr>
              <a:lnSpc>
                <a:spcPct val="150000"/>
              </a:lnSpc>
            </a:pPr>
            <a:r>
              <a:rPr lang="en-US" sz="1800" dirty="0">
                <a:latin typeface="Aptos (Body)"/>
                <a:ea typeface="Calibri"/>
                <a:cs typeface="Calibri"/>
              </a:rPr>
              <a:t>Examples:</a:t>
            </a:r>
          </a:p>
          <a:p>
            <a:pPr>
              <a:lnSpc>
                <a:spcPct val="150000"/>
              </a:lnSpc>
            </a:pPr>
            <a:r>
              <a:rPr lang="en-US" sz="1800" dirty="0">
                <a:latin typeface="Aptos (Body)"/>
                <a:ea typeface="Calibri"/>
                <a:cs typeface="Calibri"/>
              </a:rPr>
              <a:t>application/Json (JSON data)</a:t>
            </a:r>
          </a:p>
          <a:p>
            <a:pPr>
              <a:lnSpc>
                <a:spcPct val="150000"/>
              </a:lnSpc>
            </a:pPr>
            <a:r>
              <a:rPr lang="en-US" sz="1800" dirty="0">
                <a:latin typeface="Aptos (Body)"/>
                <a:ea typeface="Calibri"/>
                <a:cs typeface="Calibri"/>
              </a:rPr>
              <a:t>text/html (HTML content)</a:t>
            </a:r>
          </a:p>
          <a:p>
            <a:pPr>
              <a:lnSpc>
                <a:spcPct val="150000"/>
              </a:lnSpc>
            </a:pPr>
            <a:r>
              <a:rPr lang="en-US" sz="1800" dirty="0">
                <a:latin typeface="Aptos (Body)"/>
                <a:ea typeface="Calibri"/>
                <a:cs typeface="Calibri"/>
              </a:rPr>
              <a:t>application/xml (XML data)</a:t>
            </a:r>
          </a:p>
          <a:p>
            <a:pPr>
              <a:lnSpc>
                <a:spcPct val="150000"/>
              </a:lnSpc>
            </a:pPr>
            <a:r>
              <a:rPr lang="en-US" sz="1800" dirty="0">
                <a:latin typeface="Aptos (Body)"/>
                <a:ea typeface="Calibri"/>
                <a:cs typeface="Calibri"/>
              </a:rPr>
              <a:t>multipart/form-data (file uploads)</a:t>
            </a:r>
          </a:p>
          <a:p>
            <a:pPr>
              <a:lnSpc>
                <a:spcPct val="150000"/>
              </a:lnSpc>
            </a:pPr>
            <a:r>
              <a:rPr lang="en-US" sz="1800" dirty="0">
                <a:latin typeface="Aptos (Body)"/>
                <a:ea typeface="Calibri"/>
                <a:cs typeface="Calibri"/>
              </a:rPr>
              <a:t>text/plain (plain text)</a:t>
            </a:r>
          </a:p>
          <a:p>
            <a:pPr marL="0" indent="0">
              <a:lnSpc>
                <a:spcPct val="150000"/>
              </a:lnSpc>
              <a:buNone/>
            </a:pPr>
            <a:r>
              <a:rPr lang="en-US" sz="1800" b="1" dirty="0">
                <a:latin typeface="Aptos (Body)"/>
                <a:ea typeface="Calibri"/>
                <a:cs typeface="Calibri"/>
              </a:rPr>
              <a:t>Inbound Webservice vs Outbound Web Service</a:t>
            </a:r>
          </a:p>
          <a:p>
            <a:pPr marL="285750" indent="-285750">
              <a:lnSpc>
                <a:spcPct val="150000"/>
              </a:lnSpc>
              <a:buFont typeface="Arial"/>
              <a:buChar char="•"/>
            </a:pPr>
            <a:r>
              <a:rPr lang="en-US" sz="1800" dirty="0">
                <a:latin typeface="Aptos (Body)"/>
                <a:ea typeface="Calibri"/>
                <a:cs typeface="Calibri"/>
              </a:rPr>
              <a:t>Inbound webservice is when request comes into your system.</a:t>
            </a:r>
          </a:p>
          <a:p>
            <a:pPr marL="285750" indent="-285750">
              <a:lnSpc>
                <a:spcPct val="150000"/>
              </a:lnSpc>
              <a:buFont typeface="Arial"/>
              <a:buChar char="•"/>
            </a:pPr>
            <a:r>
              <a:rPr lang="en-US" sz="1800" dirty="0">
                <a:latin typeface="Aptos (Body)"/>
                <a:ea typeface="Calibri"/>
                <a:cs typeface="Calibri"/>
              </a:rPr>
              <a:t>Outbound Webservice is when you request some external systems.</a:t>
            </a:r>
          </a:p>
          <a:p>
            <a:pPr marL="0" indent="0">
              <a:lnSpc>
                <a:spcPct val="150000"/>
              </a:lnSpc>
              <a:buNone/>
            </a:pPr>
            <a:endParaRPr lang="en-US" sz="1800" dirty="0">
              <a:latin typeface="Aptos (Body)"/>
              <a:ea typeface="Calibri"/>
              <a:cs typeface="Calibri"/>
            </a:endParaRPr>
          </a:p>
          <a:p>
            <a:pPr marL="0" indent="0">
              <a:lnSpc>
                <a:spcPct val="150000"/>
              </a:lnSpc>
              <a:buFont typeface="Arial" panose="020B0604020202020204" pitchFamily="34" charset="0"/>
              <a:buNone/>
            </a:pPr>
            <a:endParaRPr lang="en-US" sz="1800" dirty="0">
              <a:latin typeface="Aptos (Body)"/>
              <a:ea typeface="Calibri"/>
              <a:cs typeface="Calibri"/>
            </a:endParaRPr>
          </a:p>
          <a:p>
            <a:pPr>
              <a:lnSpc>
                <a:spcPct val="150000"/>
              </a:lnSpc>
            </a:pPr>
            <a:endParaRPr lang="en-US" dirty="0">
              <a:latin typeface="Aptos Light" panose="020B0004020202020204" pitchFamily="34" charset="0"/>
            </a:endParaRPr>
          </a:p>
          <a:p>
            <a:pPr>
              <a:lnSpc>
                <a:spcPct val="150000"/>
              </a:lnSpc>
            </a:pPr>
            <a:endParaRPr lang="en-US" dirty="0">
              <a:latin typeface="Aptos Light" panose="020B0004020202020204" pitchFamily="34" charset="0"/>
              <a:ea typeface="Calibri" panose="020F0502020204030204"/>
              <a:cs typeface="Calibri" panose="020F0502020204030204"/>
            </a:endParaRPr>
          </a:p>
        </p:txBody>
      </p:sp>
    </p:spTree>
    <p:extLst>
      <p:ext uri="{BB962C8B-B14F-4D97-AF65-F5344CB8AC3E}">
        <p14:creationId xmlns:p14="http://schemas.microsoft.com/office/powerpoint/2010/main" val="200745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3890F3-47C2-7874-E543-8680B1556E49}"/>
              </a:ext>
            </a:extLst>
          </p:cNvPr>
          <p:cNvSpPr>
            <a:spLocks noGrp="1"/>
          </p:cNvSpPr>
          <p:nvPr>
            <p:ph type="ftr" sz="quarter" idx="11"/>
          </p:nvPr>
        </p:nvSpPr>
        <p:spPr>
          <a:xfrm>
            <a:off x="394874" y="6574361"/>
            <a:ext cx="3600000" cy="182873"/>
          </a:xfrm>
        </p:spPr>
        <p:txBody>
          <a:bodyPr vert="horz" lIns="0" tIns="0" rIns="0" bIns="0" rtlCol="0" anchor="t" anchorCtr="0">
            <a:normAutofit/>
          </a:bodyPr>
          <a:lstStyle/>
          <a:p>
            <a:pPr>
              <a:spcAft>
                <a:spcPts val="600"/>
              </a:spcAft>
            </a:pPr>
            <a:r>
              <a:rPr lang="en-GB" kern="1200">
                <a:latin typeface="+mn-lt"/>
                <a:ea typeface="+mn-ea"/>
                <a:cs typeface="+mn-cs"/>
              </a:rPr>
              <a:t>© Tech Mahindra Limited. All Rights Reserved</a:t>
            </a:r>
          </a:p>
        </p:txBody>
      </p:sp>
      <p:sp>
        <p:nvSpPr>
          <p:cNvPr id="5" name="Title 1">
            <a:extLst>
              <a:ext uri="{FF2B5EF4-FFF2-40B4-BE49-F238E27FC236}">
                <a16:creationId xmlns:a16="http://schemas.microsoft.com/office/drawing/2014/main" id="{77E3EC2F-88D2-9282-6B17-23935A88D183}"/>
              </a:ext>
            </a:extLst>
          </p:cNvPr>
          <p:cNvSpPr txBox="1">
            <a:spLocks/>
          </p:cNvSpPr>
          <p:nvPr/>
        </p:nvSpPr>
        <p:spPr>
          <a:xfrm>
            <a:off x="1199215" y="685823"/>
            <a:ext cx="3729037" cy="648302"/>
          </a:xfrm>
          <a:prstGeom prst="rect">
            <a:avLst/>
          </a:prstGeom>
        </p:spPr>
        <p:txBody>
          <a:bodyPr vert="horz" lIns="0" tIns="0" rIns="0" bIns="0" rtlCol="0" anchor="t" anchorCtr="0">
            <a:normAutofit/>
          </a:bodyPr>
          <a:lstStyle>
            <a:lvl1pPr algn="l" defTabSz="914400" rtl="0" eaLnBrk="1" latinLnBrk="0" hangingPunct="1">
              <a:lnSpc>
                <a:spcPct val="95000"/>
              </a:lnSpc>
              <a:spcBef>
                <a:spcPct val="0"/>
              </a:spcBef>
              <a:buNone/>
              <a:defRPr lang="en-GB" sz="4000" kern="1200" dirty="0">
                <a:solidFill>
                  <a:srgbClr val="29251D"/>
                </a:solidFill>
                <a:latin typeface="Aptos Light" panose="020B0004020202020204" pitchFamily="34" charset="0"/>
                <a:ea typeface="+mj-ea"/>
                <a:cs typeface="+mj-cs"/>
              </a:defRPr>
            </a:lvl1pPr>
          </a:lstStyle>
          <a:p>
            <a:pPr>
              <a:lnSpc>
                <a:spcPct val="100000"/>
              </a:lnSpc>
              <a:spcBef>
                <a:spcPts val="100"/>
              </a:spcBef>
              <a:spcAft>
                <a:spcPts val="100"/>
              </a:spcAft>
            </a:pPr>
            <a:r>
              <a:rPr lang="en-US" sz="3600" b="1" kern="1200" dirty="0">
                <a:solidFill>
                  <a:schemeClr val="tx1"/>
                </a:solidFill>
                <a:latin typeface="Aptos Light" panose="020B0004020202020204" pitchFamily="34" charset="0"/>
                <a:ea typeface="+mn-ea"/>
                <a:cs typeface="+mn-cs"/>
              </a:rPr>
              <a:t>REST VS SOAP</a:t>
            </a:r>
          </a:p>
        </p:txBody>
      </p:sp>
      <p:sp>
        <p:nvSpPr>
          <p:cNvPr id="4" name="Slide Number Placeholder 3">
            <a:extLst>
              <a:ext uri="{FF2B5EF4-FFF2-40B4-BE49-F238E27FC236}">
                <a16:creationId xmlns:a16="http://schemas.microsoft.com/office/drawing/2014/main" id="{563E812D-AF95-CBF5-D4F5-EA7B1FBB80C4}"/>
              </a:ext>
            </a:extLst>
          </p:cNvPr>
          <p:cNvSpPr>
            <a:spLocks noGrp="1"/>
          </p:cNvSpPr>
          <p:nvPr>
            <p:ph type="sldNum" sz="quarter" idx="4"/>
          </p:nvPr>
        </p:nvSpPr>
        <p:spPr>
          <a:xfrm>
            <a:off x="11395292" y="6574361"/>
            <a:ext cx="540000" cy="182873"/>
          </a:xfrm>
        </p:spPr>
        <p:txBody>
          <a:bodyPr vert="horz" lIns="0" tIns="0" rIns="0" bIns="0" rtlCol="0" anchor="t" anchorCtr="0">
            <a:normAutofit/>
          </a:bodyPr>
          <a:lstStyle/>
          <a:p>
            <a:pPr>
              <a:spcAft>
                <a:spcPts val="600"/>
              </a:spcAft>
            </a:pPr>
            <a:fld id="{2D5117C1-7BFB-400E-A14B-8E2312996B92}" type="slidenum">
              <a:rPr lang="en-GB" smtClean="0"/>
              <a:pPr>
                <a:spcAft>
                  <a:spcPts val="600"/>
                </a:spcAft>
              </a:pPr>
              <a:t>8</a:t>
            </a:fld>
            <a:endParaRPr lang="en-GB"/>
          </a:p>
        </p:txBody>
      </p:sp>
      <p:graphicFrame>
        <p:nvGraphicFramePr>
          <p:cNvPr id="6" name="Content Placeholder 4">
            <a:extLst>
              <a:ext uri="{FF2B5EF4-FFF2-40B4-BE49-F238E27FC236}">
                <a16:creationId xmlns:a16="http://schemas.microsoft.com/office/drawing/2014/main" id="{C8BD1913-A39A-F58E-D6DF-124ED40588CA}"/>
              </a:ext>
            </a:extLst>
          </p:cNvPr>
          <p:cNvGraphicFramePr>
            <a:graphicFrameLocks/>
          </p:cNvGraphicFramePr>
          <p:nvPr>
            <p:extLst>
              <p:ext uri="{D42A27DB-BD31-4B8C-83A1-F6EECF244321}">
                <p14:modId xmlns:p14="http://schemas.microsoft.com/office/powerpoint/2010/main" val="1761973599"/>
              </p:ext>
            </p:extLst>
          </p:nvPr>
        </p:nvGraphicFramePr>
        <p:xfrm>
          <a:off x="1199215" y="1334125"/>
          <a:ext cx="10073388" cy="4779952"/>
        </p:xfrm>
        <a:graphic>
          <a:graphicData uri="http://schemas.openxmlformats.org/drawingml/2006/table">
            <a:tbl>
              <a:tblPr firstRow="1" bandRow="1">
                <a:solidFill>
                  <a:schemeClr val="bg1">
                    <a:lumMod val="95000"/>
                  </a:schemeClr>
                </a:solidFill>
                <a:tableStyleId>{5C22544A-7EE6-4342-B048-85BDC9FD1C3A}</a:tableStyleId>
              </a:tblPr>
              <a:tblGrid>
                <a:gridCol w="2029970">
                  <a:extLst>
                    <a:ext uri="{9D8B030D-6E8A-4147-A177-3AD203B41FA5}">
                      <a16:colId xmlns:a16="http://schemas.microsoft.com/office/drawing/2014/main" val="3188056299"/>
                    </a:ext>
                  </a:extLst>
                </a:gridCol>
                <a:gridCol w="4104738">
                  <a:extLst>
                    <a:ext uri="{9D8B030D-6E8A-4147-A177-3AD203B41FA5}">
                      <a16:colId xmlns:a16="http://schemas.microsoft.com/office/drawing/2014/main" val="2882958287"/>
                    </a:ext>
                  </a:extLst>
                </a:gridCol>
                <a:gridCol w="3938680">
                  <a:extLst>
                    <a:ext uri="{9D8B030D-6E8A-4147-A177-3AD203B41FA5}">
                      <a16:colId xmlns:a16="http://schemas.microsoft.com/office/drawing/2014/main" val="608920041"/>
                    </a:ext>
                  </a:extLst>
                </a:gridCol>
              </a:tblGrid>
              <a:tr h="462536">
                <a:tc>
                  <a:txBody>
                    <a:bodyPr/>
                    <a:lstStyle/>
                    <a:p>
                      <a:pPr>
                        <a:buNone/>
                      </a:pPr>
                      <a:r>
                        <a:rPr lang="en-US" sz="2000" b="0" cap="none" spc="0">
                          <a:solidFill>
                            <a:schemeClr val="bg2"/>
                          </a:solidFill>
                          <a:latin typeface="Aptos (Body)"/>
                        </a:rPr>
                        <a:t>Feature</a:t>
                      </a:r>
                      <a:endParaRPr lang="en-US" sz="2000" b="0" cap="none" spc="0" dirty="0">
                        <a:solidFill>
                          <a:schemeClr val="bg2"/>
                        </a:solidFill>
                        <a:latin typeface="Aptos (Body)"/>
                      </a:endParaRPr>
                    </a:p>
                  </a:txBody>
                  <a:tcPr marL="98637" marR="75875" marT="93293" marB="75875" anchor="ctr">
                    <a:lnL w="12700" cmpd="sng">
                      <a:noFill/>
                    </a:lnL>
                    <a:lnR w="12700" cmpd="sng">
                      <a:noFill/>
                    </a:lnR>
                    <a:lnT w="19050" cap="flat" cmpd="sng" algn="ctr">
                      <a:noFill/>
                      <a:prstDash val="solid"/>
                    </a:lnT>
                    <a:lnB w="38100" cmpd="sng">
                      <a:noFill/>
                    </a:lnB>
                    <a:solidFill>
                      <a:schemeClr val="accent2"/>
                    </a:solidFill>
                  </a:tcPr>
                </a:tc>
                <a:tc>
                  <a:txBody>
                    <a:bodyPr/>
                    <a:lstStyle/>
                    <a:p>
                      <a:pPr>
                        <a:buNone/>
                      </a:pPr>
                      <a:r>
                        <a:rPr lang="en-US" sz="2000" b="0" cap="none" spc="0">
                          <a:solidFill>
                            <a:schemeClr val="bg2"/>
                          </a:solidFill>
                          <a:latin typeface="Aptos (Body)"/>
                        </a:rPr>
                        <a:t>REST API</a:t>
                      </a:r>
                      <a:endParaRPr lang="en-US" sz="2000" b="0" cap="none" spc="0" dirty="0">
                        <a:solidFill>
                          <a:schemeClr val="bg2"/>
                        </a:solidFill>
                        <a:latin typeface="Aptos (Body)"/>
                      </a:endParaRPr>
                    </a:p>
                  </a:txBody>
                  <a:tcPr marL="98637" marR="75875" marT="93293" marB="75875" anchor="ctr">
                    <a:lnL w="12700" cmpd="sng">
                      <a:noFill/>
                    </a:lnL>
                    <a:lnR w="12700" cmpd="sng">
                      <a:noFill/>
                    </a:lnR>
                    <a:lnT w="19050" cap="flat" cmpd="sng" algn="ctr">
                      <a:noFill/>
                      <a:prstDash val="solid"/>
                    </a:lnT>
                    <a:lnB w="38100" cmpd="sng">
                      <a:noFill/>
                    </a:lnB>
                    <a:solidFill>
                      <a:schemeClr val="accent2"/>
                    </a:solidFill>
                  </a:tcPr>
                </a:tc>
                <a:tc>
                  <a:txBody>
                    <a:bodyPr/>
                    <a:lstStyle/>
                    <a:p>
                      <a:pPr>
                        <a:buNone/>
                      </a:pPr>
                      <a:r>
                        <a:rPr lang="en-US" sz="2000" b="0" cap="none" spc="0">
                          <a:solidFill>
                            <a:schemeClr val="bg2"/>
                          </a:solidFill>
                          <a:latin typeface="Aptos (Body)"/>
                        </a:rPr>
                        <a:t>SOAP</a:t>
                      </a:r>
                      <a:endParaRPr lang="en-US" sz="2000" b="0" cap="none" spc="0" dirty="0">
                        <a:solidFill>
                          <a:schemeClr val="bg2"/>
                        </a:solidFill>
                        <a:latin typeface="Aptos (Body)"/>
                      </a:endParaRPr>
                    </a:p>
                  </a:txBody>
                  <a:tcPr marL="98637" marR="75875" marT="93293" marB="75875"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270057432"/>
                  </a:ext>
                </a:extLst>
              </a:tr>
              <a:tr h="399347">
                <a:tc>
                  <a:txBody>
                    <a:bodyPr/>
                    <a:lstStyle/>
                    <a:p>
                      <a:pPr>
                        <a:buNone/>
                      </a:pPr>
                      <a:r>
                        <a:rPr lang="en-US" sz="1600" b="0" cap="none" spc="0">
                          <a:solidFill>
                            <a:schemeClr val="tx1"/>
                          </a:solidFill>
                          <a:latin typeface="Aptos (Body)"/>
                        </a:rPr>
                        <a:t>Full Form</a:t>
                      </a:r>
                    </a:p>
                  </a:txBody>
                  <a:tcPr marL="98637" marR="75875" marT="93293" marB="75875"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Representational State Transfer </a:t>
                      </a:r>
                    </a:p>
                  </a:txBody>
                  <a:tcPr marL="98637" marR="75875" marT="93293" marB="75875"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Simple Object Access Protocol</a:t>
                      </a:r>
                    </a:p>
                  </a:txBody>
                  <a:tcPr marL="98637" marR="75875" marT="93293" marB="75875"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3217962495"/>
                  </a:ext>
                </a:extLst>
              </a:tr>
              <a:tr h="399347">
                <a:tc>
                  <a:txBody>
                    <a:bodyPr/>
                    <a:lstStyle/>
                    <a:p>
                      <a:pPr>
                        <a:buNone/>
                      </a:pPr>
                      <a:r>
                        <a:rPr lang="en-US" sz="1600" b="0" cap="none" spc="0" dirty="0">
                          <a:solidFill>
                            <a:schemeClr val="tx1"/>
                          </a:solidFill>
                          <a:latin typeface="Aptos (Body)"/>
                        </a:rPr>
                        <a:t>Data Format</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JSON, XML, HTML, Text (mostly JSON)</a:t>
                      </a:r>
                      <a:endParaRPr lang="en-US" sz="1600" b="0" cap="none" spc="0" dirty="0">
                        <a:solidFill>
                          <a:schemeClr val="tx1"/>
                        </a:solidFill>
                        <a:latin typeface="Aptos (Body)"/>
                      </a:endParaRP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Only XML</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3117808187"/>
                  </a:ext>
                </a:extLst>
              </a:tr>
              <a:tr h="399347">
                <a:tc>
                  <a:txBody>
                    <a:bodyPr/>
                    <a:lstStyle/>
                    <a:p>
                      <a:pPr>
                        <a:buNone/>
                      </a:pPr>
                      <a:r>
                        <a:rPr lang="en-US" sz="1600" b="0" cap="none" spc="0">
                          <a:solidFill>
                            <a:schemeClr val="tx1"/>
                          </a:solidFill>
                          <a:latin typeface="Aptos (Body)"/>
                        </a:rPr>
                        <a:t>Architecture Type</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Architectural style</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Communication protocol</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2522003509"/>
                  </a:ext>
                </a:extLst>
              </a:tr>
              <a:tr h="399347">
                <a:tc>
                  <a:txBody>
                    <a:bodyPr/>
                    <a:lstStyle/>
                    <a:p>
                      <a:pPr>
                        <a:buNone/>
                      </a:pPr>
                      <a:r>
                        <a:rPr lang="en-US" sz="1600" b="0" cap="none" spc="0">
                          <a:solidFill>
                            <a:schemeClr val="tx1"/>
                          </a:solidFill>
                          <a:latin typeface="Aptos (Body)"/>
                        </a:rPr>
                        <a:t>Flexibility</a:t>
                      </a:r>
                      <a:endParaRPr lang="en-US" sz="1600" b="0" cap="none" spc="0" dirty="0">
                        <a:solidFill>
                          <a:schemeClr val="tx1"/>
                        </a:solidFill>
                        <a:latin typeface="Aptos (Body)"/>
                      </a:endParaRP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More flexible</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Very strict standards</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057683605"/>
                  </a:ext>
                </a:extLst>
              </a:tr>
              <a:tr h="399347">
                <a:tc>
                  <a:txBody>
                    <a:bodyPr/>
                    <a:lstStyle/>
                    <a:p>
                      <a:pPr>
                        <a:buNone/>
                      </a:pPr>
                      <a:r>
                        <a:rPr lang="en-US" sz="1600" b="0" cap="none" spc="0">
                          <a:solidFill>
                            <a:schemeClr val="tx1"/>
                          </a:solidFill>
                          <a:latin typeface="Aptos (Body)"/>
                        </a:rPr>
                        <a:t>Performance</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Faster (lightweight)</a:t>
                      </a:r>
                      <a:endParaRPr lang="en-US" sz="1600" b="0" cap="none" spc="0" dirty="0">
                        <a:solidFill>
                          <a:schemeClr val="tx1"/>
                        </a:solidFill>
                        <a:latin typeface="Aptos (Body)"/>
                      </a:endParaRP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Slower (heavy XML)</a:t>
                      </a:r>
                      <a:endParaRPr lang="en-US" sz="1600" b="0" cap="none" spc="0" dirty="0">
                        <a:solidFill>
                          <a:schemeClr val="tx1"/>
                        </a:solidFill>
                        <a:latin typeface="Aptos (Body)"/>
                      </a:endParaRP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964183250"/>
                  </a:ext>
                </a:extLst>
              </a:tr>
              <a:tr h="399347">
                <a:tc>
                  <a:txBody>
                    <a:bodyPr/>
                    <a:lstStyle/>
                    <a:p>
                      <a:pPr>
                        <a:buNone/>
                      </a:pPr>
                      <a:r>
                        <a:rPr lang="en-US" sz="1600" b="0" cap="none" spc="0">
                          <a:solidFill>
                            <a:schemeClr val="tx1"/>
                          </a:solidFill>
                          <a:latin typeface="Aptos (Body)"/>
                        </a:rPr>
                        <a:t>Security</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Uses HTTPS, OAuth</a:t>
                      </a:r>
                      <a:endParaRPr lang="en-US" sz="1600" b="0" cap="none" spc="0" dirty="0">
                        <a:solidFill>
                          <a:schemeClr val="tx1"/>
                        </a:solidFill>
                        <a:latin typeface="Aptos (Body)"/>
                      </a:endParaRP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High enterprise security (WS-Security)</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088700479"/>
                  </a:ext>
                </a:extLst>
              </a:tr>
              <a:tr h="588912">
                <a:tc>
                  <a:txBody>
                    <a:bodyPr/>
                    <a:lstStyle/>
                    <a:p>
                      <a:pPr>
                        <a:buNone/>
                      </a:pPr>
                      <a:r>
                        <a:rPr lang="en-US" sz="1600" b="0" cap="none" spc="0">
                          <a:solidFill>
                            <a:schemeClr val="tx1"/>
                          </a:solidFill>
                          <a:latin typeface="Aptos (Body)"/>
                        </a:rPr>
                        <a:t>Usage Style</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CRUD via HTTP (GET, POST, PUT, DELETE)</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Operations defined in WSDL</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497336237"/>
                  </a:ext>
                </a:extLst>
              </a:tr>
              <a:tr h="399347">
                <a:tc>
                  <a:txBody>
                    <a:bodyPr/>
                    <a:lstStyle/>
                    <a:p>
                      <a:pPr>
                        <a:buNone/>
                      </a:pPr>
                      <a:r>
                        <a:rPr lang="en-US" sz="1600" b="0" cap="none" spc="0">
                          <a:solidFill>
                            <a:schemeClr val="tx1"/>
                          </a:solidFill>
                          <a:latin typeface="Aptos (Body)"/>
                        </a:rPr>
                        <a:t>Messaging</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Request-response</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Request-response + extra protocols</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959408609"/>
                  </a:ext>
                </a:extLst>
              </a:tr>
              <a:tr h="399347">
                <a:tc>
                  <a:txBody>
                    <a:bodyPr/>
                    <a:lstStyle/>
                    <a:p>
                      <a:pPr>
                        <a:buNone/>
                      </a:pPr>
                      <a:r>
                        <a:rPr lang="en-US" sz="1600" b="0" cap="none" spc="0">
                          <a:solidFill>
                            <a:schemeClr val="tx1"/>
                          </a:solidFill>
                          <a:latin typeface="Aptos (Body)"/>
                        </a:rPr>
                        <a:t>Industry Usage</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Web apps, Mobile apps</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pPr>
                        <a:buNone/>
                      </a:pPr>
                      <a:r>
                        <a:rPr lang="en-US" sz="1600" b="0" cap="none" spc="0">
                          <a:solidFill>
                            <a:schemeClr val="tx1"/>
                          </a:solidFill>
                          <a:latin typeface="Aptos (Body)"/>
                        </a:rPr>
                        <a:t>Banking, Telecom, Government</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3688278553"/>
                  </a:ext>
                </a:extLst>
              </a:tr>
              <a:tr h="399347">
                <a:tc>
                  <a:txBody>
                    <a:bodyPr/>
                    <a:lstStyle/>
                    <a:p>
                      <a:pPr>
                        <a:buNone/>
                      </a:pPr>
                      <a:r>
                        <a:rPr lang="en-US" sz="1600" b="0" cap="none" spc="0">
                          <a:solidFill>
                            <a:schemeClr val="tx1"/>
                          </a:solidFill>
                          <a:latin typeface="Aptos (Body)"/>
                        </a:rPr>
                        <a:t>Learning Curve</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tc>
                  <a:txBody>
                    <a:bodyPr/>
                    <a:lstStyle/>
                    <a:p>
                      <a:pPr>
                        <a:buNone/>
                      </a:pPr>
                      <a:r>
                        <a:rPr lang="en-US" sz="1600" b="0" cap="none" spc="0">
                          <a:solidFill>
                            <a:schemeClr val="tx1"/>
                          </a:solidFill>
                          <a:latin typeface="Aptos (Body)"/>
                        </a:rPr>
                        <a:t>Easier</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tc>
                  <a:txBody>
                    <a:bodyPr/>
                    <a:lstStyle/>
                    <a:p>
                      <a:pPr>
                        <a:buNone/>
                      </a:pPr>
                      <a:r>
                        <a:rPr lang="en-US" sz="1600" b="0" cap="none" spc="0" dirty="0">
                          <a:solidFill>
                            <a:schemeClr val="tx1"/>
                          </a:solidFill>
                          <a:latin typeface="Aptos (Body)"/>
                        </a:rPr>
                        <a:t>Harder</a:t>
                      </a:r>
                    </a:p>
                  </a:txBody>
                  <a:tcPr marL="98637" marR="75875" marT="93293" marB="75875"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58530512"/>
                  </a:ext>
                </a:extLst>
              </a:tr>
            </a:tbl>
          </a:graphicData>
        </a:graphic>
      </p:graphicFrame>
    </p:spTree>
    <p:extLst>
      <p:ext uri="{BB962C8B-B14F-4D97-AF65-F5344CB8AC3E}">
        <p14:creationId xmlns:p14="http://schemas.microsoft.com/office/powerpoint/2010/main" val="986515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9F176-6EC7-B9F3-4684-4DA76709CFD9}"/>
              </a:ext>
            </a:extLst>
          </p:cNvPr>
          <p:cNvSpPr>
            <a:spLocks noGrp="1"/>
          </p:cNvSpPr>
          <p:nvPr>
            <p:ph type="ctrTitle"/>
          </p:nvPr>
        </p:nvSpPr>
        <p:spPr>
          <a:xfrm>
            <a:off x="394873" y="1632659"/>
            <a:ext cx="8314411" cy="2710779"/>
          </a:xfrm>
        </p:spPr>
        <p:txBody>
          <a:bodyPr/>
          <a:lstStyle/>
          <a:p>
            <a:r>
              <a:rPr lang="en-GB" b="1" dirty="0"/>
              <a:t>MuleSoft Coding Standards &amp; Naming Conventions</a:t>
            </a:r>
            <a:endParaRPr lang="en-IN" dirty="0"/>
          </a:p>
        </p:txBody>
      </p:sp>
      <p:sp>
        <p:nvSpPr>
          <p:cNvPr id="4" name="Footer Placeholder 3">
            <a:extLst>
              <a:ext uri="{FF2B5EF4-FFF2-40B4-BE49-F238E27FC236}">
                <a16:creationId xmlns:a16="http://schemas.microsoft.com/office/drawing/2014/main" id="{5F7AB1D8-20CD-491E-90DC-E969FB494CA9}"/>
              </a:ext>
            </a:extLst>
          </p:cNvPr>
          <p:cNvSpPr>
            <a:spLocks noGrp="1"/>
          </p:cNvSpPr>
          <p:nvPr>
            <p:ph type="ftr" sz="quarter" idx="11"/>
          </p:nvPr>
        </p:nvSpPr>
        <p:spPr/>
        <p:txBody>
          <a:bodyPr/>
          <a:lstStyle/>
          <a:p>
            <a:r>
              <a:rPr lang="en-GB"/>
              <a:t>© Tech Mahindra Limited. All Rights Reserved</a:t>
            </a:r>
            <a:endParaRPr lang="en-GB" dirty="0"/>
          </a:p>
        </p:txBody>
      </p:sp>
    </p:spTree>
    <p:extLst>
      <p:ext uri="{BB962C8B-B14F-4D97-AF65-F5344CB8AC3E}">
        <p14:creationId xmlns:p14="http://schemas.microsoft.com/office/powerpoint/2010/main" val="2989629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00AFA-3E7B-0CDD-206B-AD52704941E0}"/>
              </a:ext>
            </a:extLst>
          </p:cNvPr>
          <p:cNvSpPr>
            <a:spLocks noGrp="1"/>
          </p:cNvSpPr>
          <p:nvPr>
            <p:ph type="title"/>
          </p:nvPr>
        </p:nvSpPr>
        <p:spPr>
          <a:xfrm>
            <a:off x="394874" y="999539"/>
            <a:ext cx="11402252" cy="1189623"/>
          </a:xfrm>
        </p:spPr>
        <p:txBody>
          <a:bodyPr/>
          <a:lstStyle/>
          <a:p>
            <a:r>
              <a:rPr lang="en-GB" dirty="0"/>
              <a:t>MuleSoft Naming Conventions</a:t>
            </a:r>
            <a:endParaRPr lang="en-IN" dirty="0"/>
          </a:p>
        </p:txBody>
      </p:sp>
      <p:sp>
        <p:nvSpPr>
          <p:cNvPr id="3" name="Footer Placeholder 2">
            <a:extLst>
              <a:ext uri="{FF2B5EF4-FFF2-40B4-BE49-F238E27FC236}">
                <a16:creationId xmlns:a16="http://schemas.microsoft.com/office/drawing/2014/main" id="{47B92309-794A-E0AF-DAC4-3B4B24E04A09}"/>
              </a:ext>
            </a:extLst>
          </p:cNvPr>
          <p:cNvSpPr>
            <a:spLocks noGrp="1"/>
          </p:cNvSpPr>
          <p:nvPr>
            <p:ph type="ftr" sz="quarter" idx="11"/>
          </p:nvPr>
        </p:nvSpPr>
        <p:spPr/>
        <p:txBody>
          <a:bodyPr/>
          <a:lstStyle/>
          <a:p>
            <a:r>
              <a:rPr lang="en-GB"/>
              <a:t>© Tech Mahindra Limited. All Rights Reserved</a:t>
            </a:r>
            <a:endParaRPr lang="en-GB" dirty="0"/>
          </a:p>
        </p:txBody>
      </p:sp>
      <p:sp>
        <p:nvSpPr>
          <p:cNvPr id="5" name="Text Placeholder 4">
            <a:extLst>
              <a:ext uri="{FF2B5EF4-FFF2-40B4-BE49-F238E27FC236}">
                <a16:creationId xmlns:a16="http://schemas.microsoft.com/office/drawing/2014/main" id="{577BFA40-173E-8C5C-B06B-6C544C90498C}"/>
              </a:ext>
            </a:extLst>
          </p:cNvPr>
          <p:cNvSpPr>
            <a:spLocks noGrp="1"/>
          </p:cNvSpPr>
          <p:nvPr>
            <p:ph type="body" sz="quarter" idx="15"/>
          </p:nvPr>
        </p:nvSpPr>
        <p:spPr>
          <a:xfrm>
            <a:off x="394874" y="2009281"/>
            <a:ext cx="5416443" cy="3981450"/>
          </a:xfrm>
        </p:spPr>
        <p:txBody>
          <a:bodyPr/>
          <a:lstStyle/>
          <a:p>
            <a:pPr marL="0" indent="0">
              <a:buNone/>
            </a:pPr>
            <a:r>
              <a:rPr lang="en-GB" sz="1800" b="1" dirty="0"/>
              <a:t>Project, Flow, Sub flow, Property File Names</a:t>
            </a:r>
          </a:p>
          <a:p>
            <a:pPr lvl="1"/>
            <a:r>
              <a:rPr lang="en-IN" sz="1800" dirty="0"/>
              <a:t>kebab-case</a:t>
            </a:r>
          </a:p>
          <a:p>
            <a:pPr lvl="1"/>
            <a:r>
              <a:rPr lang="en-IN" sz="1800" dirty="0"/>
              <a:t>(e.g., uhub-sapi, register-covid-case, uhub-sapi-dev.yaml)</a:t>
            </a:r>
          </a:p>
          <a:p>
            <a:pPr lvl="1"/>
            <a:r>
              <a:rPr lang="en-IN" sz="1800" dirty="0"/>
              <a:t>Variable Names</a:t>
            </a:r>
          </a:p>
          <a:p>
            <a:pPr lvl="1"/>
            <a:r>
              <a:rPr lang="en-IN" sz="1800" dirty="0"/>
              <a:t>camelCase</a:t>
            </a:r>
          </a:p>
          <a:p>
            <a:pPr lvl="1"/>
            <a:r>
              <a:rPr lang="en-IN" sz="1800" dirty="0"/>
              <a:t>(e.g., covidCasePayload)</a:t>
            </a:r>
          </a:p>
          <a:p>
            <a:pPr marL="0" indent="0">
              <a:buNone/>
            </a:pPr>
            <a:endParaRPr lang="en-IN" sz="1800" b="1" dirty="0"/>
          </a:p>
          <a:p>
            <a:pPr marL="0" indent="0">
              <a:buNone/>
            </a:pPr>
            <a:r>
              <a:rPr lang="en-IN" sz="1800" b="1" dirty="0"/>
              <a:t>JSON / XML Field Names</a:t>
            </a:r>
          </a:p>
          <a:p>
            <a:pPr lvl="1"/>
            <a:r>
              <a:rPr lang="en-IN" sz="1800" dirty="0"/>
              <a:t>Capital Camel Case (e.g., StreetAddress)</a:t>
            </a:r>
          </a:p>
          <a:p>
            <a:pPr lvl="1"/>
            <a:r>
              <a:rPr lang="en-IN" sz="1800" dirty="0"/>
              <a:t>kebab-case (e.g., street-address)</a:t>
            </a:r>
          </a:p>
          <a:p>
            <a:pPr lvl="1"/>
            <a:r>
              <a:rPr lang="en-IN" sz="1800" dirty="0"/>
              <a:t>snake_case (e.g., street_address)</a:t>
            </a:r>
          </a:p>
          <a:p>
            <a:pPr lvl="1"/>
            <a:r>
              <a:rPr lang="en-IN" sz="1800" dirty="0"/>
              <a:t>camelCase (e.g., streetAddress)</a:t>
            </a:r>
          </a:p>
          <a:p>
            <a:pPr marL="0" indent="0">
              <a:buNone/>
            </a:pPr>
            <a:endParaRPr lang="en-IN" sz="1800" b="1" dirty="0"/>
          </a:p>
        </p:txBody>
      </p:sp>
      <p:sp>
        <p:nvSpPr>
          <p:cNvPr id="6" name="Text Placeholder 5">
            <a:extLst>
              <a:ext uri="{FF2B5EF4-FFF2-40B4-BE49-F238E27FC236}">
                <a16:creationId xmlns:a16="http://schemas.microsoft.com/office/drawing/2014/main" id="{1C39EB8F-82F1-2EFB-9F08-53452BF6C74A}"/>
              </a:ext>
            </a:extLst>
          </p:cNvPr>
          <p:cNvSpPr>
            <a:spLocks noGrp="1"/>
          </p:cNvSpPr>
          <p:nvPr>
            <p:ph type="body" sz="quarter" idx="16"/>
          </p:nvPr>
        </p:nvSpPr>
        <p:spPr>
          <a:xfrm>
            <a:off x="6380685" y="2037192"/>
            <a:ext cx="5416443" cy="4226627"/>
          </a:xfrm>
        </p:spPr>
        <p:txBody>
          <a:bodyPr/>
          <a:lstStyle/>
          <a:p>
            <a:pPr marL="0" indent="0">
              <a:buNone/>
            </a:pPr>
            <a:r>
              <a:rPr lang="en-GB" sz="1800" b="1" dirty="0"/>
              <a:t>Connector Names</a:t>
            </a:r>
          </a:p>
          <a:p>
            <a:pPr lvl="1"/>
            <a:r>
              <a:rPr lang="en-GB" sz="1800" dirty="0"/>
              <a:t>First letter capital, spaces between words</a:t>
            </a:r>
          </a:p>
          <a:p>
            <a:pPr lvl="1"/>
            <a:r>
              <a:rPr lang="en-GB" sz="1800" dirty="0"/>
              <a:t>(e.g., Transform Message)</a:t>
            </a:r>
          </a:p>
          <a:p>
            <a:endParaRPr lang="en-IN" sz="1800" dirty="0"/>
          </a:p>
          <a:p>
            <a:pPr marL="0" indent="0">
              <a:buNone/>
            </a:pPr>
            <a:r>
              <a:rPr lang="en-IN" sz="1800" b="1" dirty="0"/>
              <a:t>REST API Resource Naming</a:t>
            </a:r>
          </a:p>
          <a:p>
            <a:pPr lvl="1"/>
            <a:r>
              <a:rPr lang="en-IN" sz="1800" dirty="0"/>
              <a:t>Use plural nouns, avoid verbs/abstract nouns</a:t>
            </a:r>
          </a:p>
          <a:p>
            <a:pPr lvl="1"/>
            <a:r>
              <a:rPr lang="en-IN" sz="1800" dirty="0"/>
              <a:t>Single word: lowercase (e.g., /cases)</a:t>
            </a:r>
          </a:p>
          <a:p>
            <a:pPr lvl="1"/>
            <a:r>
              <a:rPr lang="en-IN" sz="1800" dirty="0"/>
              <a:t>Multiple words: kebab-case (e.g., /covid-cases)</a:t>
            </a:r>
          </a:p>
          <a:p>
            <a:pPr lvl="1"/>
            <a:r>
              <a:rPr lang="en-IN" sz="1800" dirty="0"/>
              <a:t>Field names: camelCase</a:t>
            </a:r>
          </a:p>
          <a:p>
            <a:pPr lvl="1"/>
            <a:r>
              <a:rPr lang="en-IN" sz="1800" dirty="0"/>
              <a:t>(e.g., /patients/4535?firstName=John)</a:t>
            </a:r>
          </a:p>
          <a:p>
            <a:endParaRPr lang="en-IN" sz="1800" dirty="0"/>
          </a:p>
          <a:p>
            <a:pPr marL="0" indent="0">
              <a:buNone/>
            </a:pPr>
            <a:r>
              <a:rPr lang="en-GB" sz="1800" b="1" dirty="0"/>
              <a:t>Best Practices</a:t>
            </a:r>
          </a:p>
          <a:p>
            <a:pPr lvl="1"/>
            <a:r>
              <a:rPr lang="en-GB" sz="1800" dirty="0"/>
              <a:t>Consistent, descriptive, and intuitive names</a:t>
            </a:r>
          </a:p>
          <a:p>
            <a:pPr lvl="1"/>
            <a:r>
              <a:rPr lang="en-GB" sz="1800" dirty="0"/>
              <a:t>Follow standards for reusability and clarity</a:t>
            </a:r>
          </a:p>
          <a:p>
            <a:endParaRPr lang="en-IN" sz="1800" dirty="0"/>
          </a:p>
        </p:txBody>
      </p:sp>
      <p:sp>
        <p:nvSpPr>
          <p:cNvPr id="7" name="Slide Number Placeholder 6">
            <a:extLst>
              <a:ext uri="{FF2B5EF4-FFF2-40B4-BE49-F238E27FC236}">
                <a16:creationId xmlns:a16="http://schemas.microsoft.com/office/drawing/2014/main" id="{5F029BF2-4792-E731-1624-F795FBF34F2C}"/>
              </a:ext>
            </a:extLst>
          </p:cNvPr>
          <p:cNvSpPr>
            <a:spLocks noGrp="1"/>
          </p:cNvSpPr>
          <p:nvPr>
            <p:ph type="sldNum" sz="quarter" idx="4"/>
          </p:nvPr>
        </p:nvSpPr>
        <p:spPr/>
        <p:txBody>
          <a:bodyPr/>
          <a:lstStyle/>
          <a:p>
            <a:fld id="{2D5117C1-7BFB-400E-A14B-8E2312996B92}" type="slidenum">
              <a:rPr lang="en-GB" smtClean="0"/>
              <a:pPr/>
              <a:t>10</a:t>
            </a:fld>
            <a:endParaRPr lang="en-GB" dirty="0"/>
          </a:p>
        </p:txBody>
      </p:sp>
    </p:spTree>
    <p:extLst>
      <p:ext uri="{BB962C8B-B14F-4D97-AF65-F5344CB8AC3E}">
        <p14:creationId xmlns:p14="http://schemas.microsoft.com/office/powerpoint/2010/main" val="2170492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36EA8-9C22-163B-1C97-68716E7AFC41}"/>
              </a:ext>
            </a:extLst>
          </p:cNvPr>
          <p:cNvSpPr>
            <a:spLocks noGrp="1"/>
          </p:cNvSpPr>
          <p:nvPr>
            <p:ph type="title"/>
          </p:nvPr>
        </p:nvSpPr>
        <p:spPr>
          <a:xfrm>
            <a:off x="394874" y="837138"/>
            <a:ext cx="6010924" cy="691860"/>
          </a:xfrm>
        </p:spPr>
        <p:txBody>
          <a:bodyPr/>
          <a:lstStyle/>
          <a:p>
            <a:r>
              <a:rPr lang="en-GB" dirty="0"/>
              <a:t>MuleSoft Best Practices</a:t>
            </a:r>
            <a:endParaRPr lang="en-IN" dirty="0"/>
          </a:p>
        </p:txBody>
      </p:sp>
      <p:sp>
        <p:nvSpPr>
          <p:cNvPr id="3" name="Footer Placeholder 2">
            <a:extLst>
              <a:ext uri="{FF2B5EF4-FFF2-40B4-BE49-F238E27FC236}">
                <a16:creationId xmlns:a16="http://schemas.microsoft.com/office/drawing/2014/main" id="{3565BFDC-0A77-840A-9C87-488904909744}"/>
              </a:ext>
            </a:extLst>
          </p:cNvPr>
          <p:cNvSpPr>
            <a:spLocks noGrp="1"/>
          </p:cNvSpPr>
          <p:nvPr>
            <p:ph type="ftr" sz="quarter" idx="11"/>
          </p:nvPr>
        </p:nvSpPr>
        <p:spPr/>
        <p:txBody>
          <a:bodyPr/>
          <a:lstStyle/>
          <a:p>
            <a:r>
              <a:rPr lang="en-GB"/>
              <a:t>© Tech Mahindra Limited. All Rights Reserved</a:t>
            </a:r>
            <a:endParaRPr lang="en-GB" dirty="0"/>
          </a:p>
        </p:txBody>
      </p:sp>
      <p:sp>
        <p:nvSpPr>
          <p:cNvPr id="5" name="Text Placeholder 4">
            <a:extLst>
              <a:ext uri="{FF2B5EF4-FFF2-40B4-BE49-F238E27FC236}">
                <a16:creationId xmlns:a16="http://schemas.microsoft.com/office/drawing/2014/main" id="{F50AED9A-A164-6D2B-63A0-51365C3C6B72}"/>
              </a:ext>
            </a:extLst>
          </p:cNvPr>
          <p:cNvSpPr>
            <a:spLocks noGrp="1"/>
          </p:cNvSpPr>
          <p:nvPr>
            <p:ph type="body" sz="quarter" idx="15"/>
          </p:nvPr>
        </p:nvSpPr>
        <p:spPr/>
        <p:txBody>
          <a:bodyPr/>
          <a:lstStyle/>
          <a:p>
            <a:pPr marL="342900" indent="-342900">
              <a:buFont typeface="+mj-lt"/>
              <a:buAutoNum type="arabicPeriod"/>
            </a:pPr>
            <a:r>
              <a:rPr lang="en-IN" sz="1700" b="1" dirty="0"/>
              <a:t>API &amp; Design</a:t>
            </a:r>
          </a:p>
          <a:p>
            <a:pPr lvl="1"/>
            <a:r>
              <a:rPr lang="en-GB" sz="1700" dirty="0"/>
              <a:t>Follow API-led connectivity (System, Process, Experience APIs)</a:t>
            </a:r>
          </a:p>
          <a:p>
            <a:pPr lvl="1"/>
            <a:r>
              <a:rPr lang="en-GB" sz="1700" dirty="0"/>
              <a:t>Use REST standards and proper HTTP methods</a:t>
            </a:r>
          </a:p>
          <a:p>
            <a:pPr lvl="1"/>
            <a:r>
              <a:rPr lang="en-GB" sz="1700" dirty="0"/>
              <a:t>Version APIs (e.g., /v1/, /v2/)</a:t>
            </a:r>
          </a:p>
          <a:p>
            <a:pPr marL="180000" lvl="1" indent="0">
              <a:buNone/>
            </a:pPr>
            <a:endParaRPr lang="en-GB" sz="1700" dirty="0"/>
          </a:p>
          <a:p>
            <a:pPr marL="0" indent="0">
              <a:buNone/>
            </a:pPr>
            <a:r>
              <a:rPr lang="en-IN" sz="1700" b="1" dirty="0"/>
              <a:t>2. Reusability</a:t>
            </a:r>
          </a:p>
          <a:p>
            <a:pPr lvl="1"/>
            <a:r>
              <a:rPr lang="en-GB" sz="1700" dirty="0"/>
              <a:t>Create reusable sub flows and DataWeave scripts</a:t>
            </a:r>
          </a:p>
          <a:p>
            <a:pPr lvl="1"/>
            <a:r>
              <a:rPr lang="en-GB" sz="1700" dirty="0"/>
              <a:t>Use shared libraries for common logic</a:t>
            </a:r>
          </a:p>
          <a:p>
            <a:pPr lvl="1"/>
            <a:r>
              <a:rPr lang="en-GB" sz="1700" dirty="0"/>
              <a:t>Avoid duplicate implementations</a:t>
            </a:r>
          </a:p>
          <a:p>
            <a:pPr marL="0" indent="0">
              <a:buNone/>
            </a:pPr>
            <a:endParaRPr lang="en-IN" sz="1700" dirty="0"/>
          </a:p>
          <a:p>
            <a:pPr marL="0" indent="0">
              <a:buNone/>
            </a:pPr>
            <a:endParaRPr lang="en-IN" sz="1700" b="1" dirty="0"/>
          </a:p>
        </p:txBody>
      </p:sp>
      <p:sp>
        <p:nvSpPr>
          <p:cNvPr id="6" name="Text Placeholder 5">
            <a:extLst>
              <a:ext uri="{FF2B5EF4-FFF2-40B4-BE49-F238E27FC236}">
                <a16:creationId xmlns:a16="http://schemas.microsoft.com/office/drawing/2014/main" id="{9229B928-3AD8-35A4-48B9-B8CA23FB6BBD}"/>
              </a:ext>
            </a:extLst>
          </p:cNvPr>
          <p:cNvSpPr>
            <a:spLocks noGrp="1"/>
          </p:cNvSpPr>
          <p:nvPr>
            <p:ph type="body" sz="quarter" idx="16"/>
          </p:nvPr>
        </p:nvSpPr>
        <p:spPr/>
        <p:txBody>
          <a:bodyPr/>
          <a:lstStyle/>
          <a:p>
            <a:pPr marL="0" indent="0">
              <a:buNone/>
            </a:pPr>
            <a:r>
              <a:rPr lang="en-IN" sz="1700" b="1" dirty="0"/>
              <a:t>3. Error Handling</a:t>
            </a:r>
          </a:p>
          <a:p>
            <a:pPr lvl="1"/>
            <a:r>
              <a:rPr lang="en-GB" sz="1700" dirty="0"/>
              <a:t>Use Global Error Handler</a:t>
            </a:r>
          </a:p>
          <a:p>
            <a:pPr lvl="1"/>
            <a:r>
              <a:rPr lang="en-GB" sz="1700" dirty="0"/>
              <a:t>Implement On Error Continue / Propagate appropriately</a:t>
            </a:r>
          </a:p>
          <a:p>
            <a:pPr lvl="1"/>
            <a:r>
              <a:rPr lang="en-GB" sz="1700" dirty="0"/>
              <a:t>Log meaningful and clear error messages</a:t>
            </a:r>
          </a:p>
          <a:p>
            <a:pPr lvl="1"/>
            <a:r>
              <a:rPr lang="en-GB" sz="1700" dirty="0"/>
              <a:t>Do not expose internal errors to clients</a:t>
            </a:r>
          </a:p>
          <a:p>
            <a:pPr marL="180612" lvl="1" indent="0">
              <a:buNone/>
            </a:pPr>
            <a:endParaRPr lang="en-IN" sz="1700" dirty="0"/>
          </a:p>
          <a:p>
            <a:pPr marL="0" indent="0">
              <a:buNone/>
            </a:pPr>
            <a:r>
              <a:rPr lang="en-IN" sz="1700" b="1" dirty="0"/>
              <a:t>4. Security</a:t>
            </a:r>
          </a:p>
          <a:p>
            <a:pPr lvl="1"/>
            <a:r>
              <a:rPr lang="en-GB" sz="1700" dirty="0"/>
              <a:t>Use HTTPS for all communications</a:t>
            </a:r>
          </a:p>
          <a:p>
            <a:pPr lvl="1"/>
            <a:r>
              <a:rPr lang="en-GB" sz="1700" dirty="0"/>
              <a:t>Apply OAuth 2.0 / Client ID enforcement</a:t>
            </a:r>
          </a:p>
          <a:p>
            <a:pPr lvl="1"/>
            <a:r>
              <a:rPr lang="en-GB" sz="1700" dirty="0"/>
              <a:t>Store sensitive data using secure</a:t>
            </a:r>
          </a:p>
          <a:p>
            <a:pPr marL="0" indent="0">
              <a:buNone/>
            </a:pPr>
            <a:endParaRPr lang="en-IN" sz="1700" dirty="0"/>
          </a:p>
          <a:p>
            <a:pPr marL="0" indent="0">
              <a:buNone/>
            </a:pPr>
            <a:r>
              <a:rPr lang="en-IN" sz="1700" b="1" dirty="0"/>
              <a:t>5. Properties</a:t>
            </a:r>
          </a:p>
          <a:p>
            <a:pPr lvl="1"/>
            <a:r>
              <a:rPr lang="en-IN" sz="1700" dirty="0"/>
              <a:t>Avoid hardcoding credentials</a:t>
            </a:r>
          </a:p>
        </p:txBody>
      </p:sp>
      <p:sp>
        <p:nvSpPr>
          <p:cNvPr id="7" name="Slide Number Placeholder 6">
            <a:extLst>
              <a:ext uri="{FF2B5EF4-FFF2-40B4-BE49-F238E27FC236}">
                <a16:creationId xmlns:a16="http://schemas.microsoft.com/office/drawing/2014/main" id="{A75E8FDB-74DE-A536-B01B-7E37BB86DF9A}"/>
              </a:ext>
            </a:extLst>
          </p:cNvPr>
          <p:cNvSpPr>
            <a:spLocks noGrp="1"/>
          </p:cNvSpPr>
          <p:nvPr>
            <p:ph type="sldNum" sz="quarter" idx="4"/>
          </p:nvPr>
        </p:nvSpPr>
        <p:spPr/>
        <p:txBody>
          <a:bodyPr/>
          <a:lstStyle/>
          <a:p>
            <a:fld id="{2D5117C1-7BFB-400E-A14B-8E2312996B92}" type="slidenum">
              <a:rPr lang="en-GB" smtClean="0"/>
              <a:pPr/>
              <a:t>11</a:t>
            </a:fld>
            <a:endParaRPr lang="en-GB" dirty="0"/>
          </a:p>
        </p:txBody>
      </p:sp>
    </p:spTree>
    <p:extLst>
      <p:ext uri="{BB962C8B-B14F-4D97-AF65-F5344CB8AC3E}">
        <p14:creationId xmlns:p14="http://schemas.microsoft.com/office/powerpoint/2010/main" val="2432845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8195F-FB11-E00B-D54C-FCADDCF6899E}"/>
              </a:ext>
            </a:extLst>
          </p:cNvPr>
          <p:cNvSpPr>
            <a:spLocks noGrp="1"/>
          </p:cNvSpPr>
          <p:nvPr>
            <p:ph type="title"/>
          </p:nvPr>
        </p:nvSpPr>
        <p:spPr>
          <a:xfrm>
            <a:off x="394874" y="837137"/>
            <a:ext cx="11402252" cy="646889"/>
          </a:xfrm>
        </p:spPr>
        <p:txBody>
          <a:bodyPr/>
          <a:lstStyle/>
          <a:p>
            <a:r>
              <a:rPr lang="en-GB" dirty="0"/>
              <a:t>MuleSoft Best Practices</a:t>
            </a:r>
            <a:endParaRPr lang="en-IN" b="1" dirty="0"/>
          </a:p>
        </p:txBody>
      </p:sp>
      <p:sp>
        <p:nvSpPr>
          <p:cNvPr id="3" name="Footer Placeholder 2">
            <a:extLst>
              <a:ext uri="{FF2B5EF4-FFF2-40B4-BE49-F238E27FC236}">
                <a16:creationId xmlns:a16="http://schemas.microsoft.com/office/drawing/2014/main" id="{F6D97D79-73B0-52E1-B74F-A0954084220C}"/>
              </a:ext>
            </a:extLst>
          </p:cNvPr>
          <p:cNvSpPr>
            <a:spLocks noGrp="1"/>
          </p:cNvSpPr>
          <p:nvPr>
            <p:ph type="ftr" sz="quarter" idx="11"/>
          </p:nvPr>
        </p:nvSpPr>
        <p:spPr/>
        <p:txBody>
          <a:bodyPr/>
          <a:lstStyle/>
          <a:p>
            <a:r>
              <a:rPr lang="en-GB"/>
              <a:t>© Tech Mahindra Limited. All Rights Reserved</a:t>
            </a:r>
            <a:endParaRPr lang="en-GB" dirty="0"/>
          </a:p>
        </p:txBody>
      </p:sp>
      <p:sp>
        <p:nvSpPr>
          <p:cNvPr id="5" name="Text Placeholder 4">
            <a:extLst>
              <a:ext uri="{FF2B5EF4-FFF2-40B4-BE49-F238E27FC236}">
                <a16:creationId xmlns:a16="http://schemas.microsoft.com/office/drawing/2014/main" id="{ED690F78-09E2-A53C-D3AE-EE6AE3F814DE}"/>
              </a:ext>
            </a:extLst>
          </p:cNvPr>
          <p:cNvSpPr>
            <a:spLocks noGrp="1"/>
          </p:cNvSpPr>
          <p:nvPr>
            <p:ph type="body" sz="quarter" idx="15"/>
          </p:nvPr>
        </p:nvSpPr>
        <p:spPr>
          <a:xfrm>
            <a:off x="395288" y="1738024"/>
            <a:ext cx="5416442" cy="4836338"/>
          </a:xfrm>
        </p:spPr>
        <p:txBody>
          <a:bodyPr/>
          <a:lstStyle/>
          <a:p>
            <a:pPr marL="0" indent="0">
              <a:buNone/>
            </a:pPr>
            <a:r>
              <a:rPr lang="en-IN" sz="1700" b="1" dirty="0"/>
              <a:t> 6. Performance</a:t>
            </a:r>
          </a:p>
          <a:p>
            <a:pPr lvl="1"/>
            <a:r>
              <a:rPr lang="en-GB" sz="1700" dirty="0"/>
              <a:t>Use streaming for large payloads</a:t>
            </a:r>
          </a:p>
          <a:p>
            <a:pPr lvl="1"/>
            <a:r>
              <a:rPr lang="en-GB" sz="1700" dirty="0"/>
              <a:t>Avoid unnecessary transformations</a:t>
            </a:r>
          </a:p>
          <a:p>
            <a:pPr lvl="1"/>
            <a:r>
              <a:rPr lang="en-GB" sz="1700" dirty="0"/>
              <a:t>Use parallel processing where applicable</a:t>
            </a:r>
          </a:p>
          <a:p>
            <a:pPr lvl="1"/>
            <a:r>
              <a:rPr lang="en-GB" sz="1700" dirty="0"/>
              <a:t>Cache frequently used data</a:t>
            </a:r>
          </a:p>
          <a:p>
            <a:pPr marL="180000" lvl="1" indent="0">
              <a:buNone/>
            </a:pPr>
            <a:endParaRPr lang="en-GB" sz="1700" dirty="0"/>
          </a:p>
          <a:p>
            <a:pPr marL="0" indent="-612">
              <a:buNone/>
            </a:pPr>
            <a:r>
              <a:rPr lang="en-GB" sz="1700" b="1" dirty="0"/>
              <a:t>7. </a:t>
            </a:r>
            <a:r>
              <a:rPr lang="en-IN" sz="1800" b="1" dirty="0"/>
              <a:t>Logging &amp; Monitoring</a:t>
            </a:r>
          </a:p>
          <a:p>
            <a:pPr lvl="1"/>
            <a:r>
              <a:rPr lang="en-GB" sz="1800" dirty="0"/>
              <a:t>Use structured logging (INFO, ERROR levels)</a:t>
            </a:r>
          </a:p>
          <a:p>
            <a:pPr lvl="1"/>
            <a:r>
              <a:rPr lang="en-GB" sz="1800" dirty="0"/>
              <a:t>Avoid logging sensitive information</a:t>
            </a:r>
          </a:p>
          <a:p>
            <a:pPr lvl="1"/>
            <a:r>
              <a:rPr lang="en-GB" sz="1800" dirty="0"/>
              <a:t>Use correlation IDs for request tracing</a:t>
            </a:r>
          </a:p>
          <a:p>
            <a:pPr lvl="1"/>
            <a:r>
              <a:rPr lang="en-GB" sz="1800" dirty="0"/>
              <a:t>Integrate with monitoring tools</a:t>
            </a:r>
          </a:p>
          <a:p>
            <a:pPr lvl="1"/>
            <a:endParaRPr lang="en-GB" sz="1800" dirty="0"/>
          </a:p>
          <a:p>
            <a:pPr marL="0" indent="0">
              <a:buNone/>
            </a:pPr>
            <a:r>
              <a:rPr lang="en-IN" sz="1800" b="1" dirty="0"/>
              <a:t>8. Testing</a:t>
            </a:r>
          </a:p>
          <a:p>
            <a:pPr lvl="1"/>
            <a:r>
              <a:rPr lang="en-GB" sz="1800" dirty="0"/>
              <a:t>Write MUnit test cases for all flows</a:t>
            </a:r>
          </a:p>
          <a:p>
            <a:pPr lvl="1"/>
            <a:r>
              <a:rPr lang="en-GB" sz="1800" dirty="0"/>
              <a:t>Cover both success and failure scenarios</a:t>
            </a:r>
          </a:p>
          <a:p>
            <a:pPr lvl="1"/>
            <a:r>
              <a:rPr lang="en-GB" sz="1800" dirty="0"/>
              <a:t>Mock external systems</a:t>
            </a:r>
          </a:p>
          <a:p>
            <a:pPr marL="0" indent="-612">
              <a:buNone/>
            </a:pPr>
            <a:endParaRPr lang="en-GB" sz="1800" dirty="0"/>
          </a:p>
          <a:p>
            <a:pPr marL="0" indent="-612">
              <a:buNone/>
            </a:pPr>
            <a:endParaRPr lang="en-GB" sz="1700" dirty="0"/>
          </a:p>
          <a:p>
            <a:pPr marL="180000" lvl="1" indent="0">
              <a:buNone/>
            </a:pPr>
            <a:endParaRPr lang="en-GB" sz="1700" dirty="0"/>
          </a:p>
          <a:p>
            <a:endParaRPr lang="en-IN" sz="1700" dirty="0"/>
          </a:p>
        </p:txBody>
      </p:sp>
      <p:sp>
        <p:nvSpPr>
          <p:cNvPr id="6" name="Text Placeholder 5">
            <a:extLst>
              <a:ext uri="{FF2B5EF4-FFF2-40B4-BE49-F238E27FC236}">
                <a16:creationId xmlns:a16="http://schemas.microsoft.com/office/drawing/2014/main" id="{04E17E79-5479-EC51-A053-52A7C286CC4D}"/>
              </a:ext>
            </a:extLst>
          </p:cNvPr>
          <p:cNvSpPr>
            <a:spLocks noGrp="1"/>
          </p:cNvSpPr>
          <p:nvPr>
            <p:ph type="body" sz="quarter" idx="16"/>
          </p:nvPr>
        </p:nvSpPr>
        <p:spPr>
          <a:xfrm>
            <a:off x="6380272" y="1543153"/>
            <a:ext cx="5416443" cy="4282838"/>
          </a:xfrm>
        </p:spPr>
        <p:txBody>
          <a:bodyPr/>
          <a:lstStyle/>
          <a:p>
            <a:pPr marL="0" indent="0">
              <a:buNone/>
            </a:pPr>
            <a:endParaRPr lang="en-IN" sz="1700" dirty="0"/>
          </a:p>
          <a:p>
            <a:pPr marL="0" indent="0">
              <a:buNone/>
            </a:pPr>
            <a:r>
              <a:rPr lang="en-IN" sz="1700" b="1" dirty="0"/>
              <a:t>9. Deployment</a:t>
            </a:r>
          </a:p>
          <a:p>
            <a:pPr lvl="1"/>
            <a:r>
              <a:rPr lang="en-IN" sz="1700" dirty="0"/>
              <a:t>Use CI/CD pipelines for deployment</a:t>
            </a:r>
          </a:p>
          <a:p>
            <a:pPr lvl="1"/>
            <a:r>
              <a:rPr lang="en-IN" sz="1700" dirty="0"/>
              <a:t>Maintain separate environments (dev, </a:t>
            </a:r>
            <a:r>
              <a:rPr lang="en-IN" sz="1700" dirty="0" err="1"/>
              <a:t>qa</a:t>
            </a:r>
            <a:r>
              <a:rPr lang="en-IN" sz="1700" dirty="0"/>
              <a:t>, prod)</a:t>
            </a:r>
          </a:p>
          <a:p>
            <a:pPr lvl="1"/>
            <a:r>
              <a:rPr lang="en-IN" sz="1700" dirty="0"/>
              <a:t>Use environment-specific property files</a:t>
            </a:r>
          </a:p>
          <a:p>
            <a:pPr marL="0" indent="0">
              <a:buNone/>
            </a:pPr>
            <a:endParaRPr lang="en-IN" sz="1700" dirty="0"/>
          </a:p>
          <a:p>
            <a:pPr marL="0" indent="0">
              <a:buNone/>
            </a:pPr>
            <a:r>
              <a:rPr lang="en-IN" sz="1700" b="1" dirty="0"/>
              <a:t>10. Modularity</a:t>
            </a:r>
          </a:p>
          <a:p>
            <a:pPr lvl="1"/>
            <a:r>
              <a:rPr lang="en-GB" sz="1700" dirty="0"/>
              <a:t>Break large flows into smaller sub flows</a:t>
            </a:r>
          </a:p>
          <a:p>
            <a:pPr lvl="1"/>
            <a:r>
              <a:rPr lang="en-GB" sz="1700" dirty="0"/>
              <a:t>Follow single responsibility principle</a:t>
            </a:r>
          </a:p>
          <a:p>
            <a:pPr lvl="1"/>
            <a:r>
              <a:rPr lang="en-GB" sz="1700" dirty="0"/>
              <a:t>Keep flows simple and maintainable</a:t>
            </a:r>
          </a:p>
          <a:p>
            <a:pPr marL="0" indent="0">
              <a:buNone/>
            </a:pPr>
            <a:endParaRPr lang="en-GB" sz="1700" dirty="0"/>
          </a:p>
          <a:p>
            <a:pPr marL="0" indent="0">
              <a:buNone/>
            </a:pPr>
            <a:r>
              <a:rPr lang="en-IN" sz="1700" b="1" dirty="0"/>
              <a:t>11. Naming Conventions</a:t>
            </a:r>
          </a:p>
          <a:p>
            <a:pPr lvl="1"/>
            <a:r>
              <a:rPr lang="en-GB" sz="1700" dirty="0"/>
              <a:t>Use consistent naming for flows, variables, and APIs</a:t>
            </a:r>
          </a:p>
          <a:p>
            <a:pPr lvl="1"/>
            <a:r>
              <a:rPr lang="en-GB" sz="1700" dirty="0"/>
              <a:t>Keep names descriptive and meaningful</a:t>
            </a:r>
          </a:p>
          <a:p>
            <a:pPr marL="0" indent="0">
              <a:buNone/>
            </a:pPr>
            <a:endParaRPr lang="en-IN" sz="1700" dirty="0"/>
          </a:p>
        </p:txBody>
      </p:sp>
      <p:sp>
        <p:nvSpPr>
          <p:cNvPr id="7" name="Slide Number Placeholder 6">
            <a:extLst>
              <a:ext uri="{FF2B5EF4-FFF2-40B4-BE49-F238E27FC236}">
                <a16:creationId xmlns:a16="http://schemas.microsoft.com/office/drawing/2014/main" id="{9304E950-42DA-F3A4-B155-24EB3E029131}"/>
              </a:ext>
            </a:extLst>
          </p:cNvPr>
          <p:cNvSpPr>
            <a:spLocks noGrp="1"/>
          </p:cNvSpPr>
          <p:nvPr>
            <p:ph type="sldNum" sz="quarter" idx="4"/>
          </p:nvPr>
        </p:nvSpPr>
        <p:spPr/>
        <p:txBody>
          <a:bodyPr/>
          <a:lstStyle/>
          <a:p>
            <a:fld id="{2D5117C1-7BFB-400E-A14B-8E2312996B92}" type="slidenum">
              <a:rPr lang="en-GB" smtClean="0"/>
              <a:pPr/>
              <a:t>12</a:t>
            </a:fld>
            <a:endParaRPr lang="en-GB" dirty="0"/>
          </a:p>
        </p:txBody>
      </p:sp>
    </p:spTree>
    <p:extLst>
      <p:ext uri="{BB962C8B-B14F-4D97-AF65-F5344CB8AC3E}">
        <p14:creationId xmlns:p14="http://schemas.microsoft.com/office/powerpoint/2010/main" val="3952072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8EDF47C-19CD-5101-09FF-E385CE864DE7}"/>
              </a:ext>
            </a:extLst>
          </p:cNvPr>
          <p:cNvSpPr>
            <a:spLocks noGrp="1"/>
          </p:cNvSpPr>
          <p:nvPr>
            <p:ph type="ctrTitle"/>
          </p:nvPr>
        </p:nvSpPr>
        <p:spPr>
          <a:xfrm>
            <a:off x="394874" y="1257905"/>
            <a:ext cx="7920000" cy="2710779"/>
          </a:xfrm>
        </p:spPr>
        <p:txBody>
          <a:bodyPr vert="horz" lIns="0" tIns="0" rIns="0" bIns="0" rtlCol="0" anchor="ctr" anchorCtr="0">
            <a:normAutofit/>
          </a:bodyPr>
          <a:lstStyle/>
          <a:p>
            <a:r>
              <a:rPr lang="en-IN" dirty="0"/>
              <a:t>MuleSoft Complete Concepts</a:t>
            </a:r>
          </a:p>
        </p:txBody>
      </p:sp>
      <p:sp>
        <p:nvSpPr>
          <p:cNvPr id="15" name="Subtitle 2">
            <a:extLst>
              <a:ext uri="{FF2B5EF4-FFF2-40B4-BE49-F238E27FC236}">
                <a16:creationId xmlns:a16="http://schemas.microsoft.com/office/drawing/2014/main" id="{22C2B40A-139D-62ED-C7E8-6441758BFC56}"/>
              </a:ext>
            </a:extLst>
          </p:cNvPr>
          <p:cNvSpPr>
            <a:spLocks noGrp="1"/>
          </p:cNvSpPr>
          <p:nvPr>
            <p:ph type="subTitle" idx="1"/>
          </p:nvPr>
        </p:nvSpPr>
        <p:spPr>
          <a:xfrm>
            <a:off x="392114" y="4281714"/>
            <a:ext cx="7612634" cy="919873"/>
          </a:xfrm>
        </p:spPr>
        <p:txBody>
          <a:bodyPr/>
          <a:lstStyle/>
          <a:p>
            <a:r>
              <a:rPr lang="en-GB" sz="2400">
                <a:latin typeface="Aptos Light" panose="020B0004020202020204" pitchFamily="34" charset="0"/>
              </a:rPr>
              <a:t>Covers Platform, Flows, Processes, Services, Components, Connectors, Configs, Deployment, and More</a:t>
            </a:r>
          </a:p>
          <a:p>
            <a:endParaRPr lang="en-US" sz="2400" dirty="0">
              <a:latin typeface="Aptos Light" panose="020B0004020202020204" pitchFamily="34" charset="0"/>
            </a:endParaRPr>
          </a:p>
        </p:txBody>
      </p:sp>
      <p:sp>
        <p:nvSpPr>
          <p:cNvPr id="2" name="Footer Placeholder 1">
            <a:extLst>
              <a:ext uri="{FF2B5EF4-FFF2-40B4-BE49-F238E27FC236}">
                <a16:creationId xmlns:a16="http://schemas.microsoft.com/office/drawing/2014/main" id="{C11CF564-7F28-23A4-CC4A-DB9BCFBDC922}"/>
              </a:ext>
            </a:extLst>
          </p:cNvPr>
          <p:cNvSpPr>
            <a:spLocks noGrp="1"/>
          </p:cNvSpPr>
          <p:nvPr>
            <p:ph type="ftr" sz="quarter" idx="11"/>
          </p:nvPr>
        </p:nvSpPr>
        <p:spPr>
          <a:xfrm>
            <a:off x="394874" y="6574362"/>
            <a:ext cx="3600000" cy="180000"/>
          </a:xfrm>
        </p:spPr>
        <p:txBody>
          <a:bodyPr vert="horz" lIns="0" tIns="0" rIns="0" bIns="0" rtlCol="0" anchor="t" anchorCtr="0">
            <a:normAutofit/>
          </a:bodyPr>
          <a:lstStyle/>
          <a:p>
            <a:pPr>
              <a:spcAft>
                <a:spcPts val="600"/>
              </a:spcAft>
            </a:pPr>
            <a:r>
              <a:rPr lang="en-GB" kern="1200">
                <a:latin typeface="+mn-lt"/>
                <a:ea typeface="+mn-ea"/>
                <a:cs typeface="+mn-cs"/>
              </a:rPr>
              <a:t>© Tech Mahindra Limited. All Rights Reserved</a:t>
            </a:r>
          </a:p>
        </p:txBody>
      </p:sp>
      <p:sp>
        <p:nvSpPr>
          <p:cNvPr id="10" name="Subtitle 2">
            <a:extLst>
              <a:ext uri="{FF2B5EF4-FFF2-40B4-BE49-F238E27FC236}">
                <a16:creationId xmlns:a16="http://schemas.microsoft.com/office/drawing/2014/main" id="{FA5E452C-A5FC-D2DE-BE6A-73D9E4FE8698}"/>
              </a:ext>
            </a:extLst>
          </p:cNvPr>
          <p:cNvSpPr txBox="1">
            <a:spLocks/>
          </p:cNvSpPr>
          <p:nvPr/>
        </p:nvSpPr>
        <p:spPr>
          <a:xfrm>
            <a:off x="9638300" y="1093181"/>
            <a:ext cx="2160587" cy="4392612"/>
          </a:xfrm>
          <a:prstGeom prst="rect">
            <a:avLst/>
          </a:prstGeom>
        </p:spPr>
        <p:txBody>
          <a:bodyPr vert="horz" lIns="0" tIns="0" rIns="0" bIns="0" rtlCol="0" anchor="t" anchorCtr="0">
            <a:normAutofit/>
          </a:bodyPr>
          <a:lstStyle>
            <a:lvl1pPr marL="179388" indent="-179388" algn="l" defTabSz="914400" rtl="0" eaLnBrk="1" latinLnBrk="0" hangingPunct="1">
              <a:lnSpc>
                <a:spcPct val="100000"/>
              </a:lnSpc>
              <a:spcBef>
                <a:spcPts val="100"/>
              </a:spcBef>
              <a:spcAft>
                <a:spcPts val="100"/>
              </a:spcAft>
              <a:buFont typeface="Arial" panose="020B0604020202020204" pitchFamily="34" charset="0"/>
              <a:buChar char="•"/>
              <a:defRPr sz="1500" kern="1200">
                <a:solidFill>
                  <a:schemeClr val="tx1"/>
                </a:solidFill>
                <a:latin typeface="+mn-lt"/>
                <a:ea typeface="+mn-ea"/>
                <a:cs typeface="+mn-cs"/>
              </a:defRPr>
            </a:lvl1pPr>
            <a:lvl2pPr marL="36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2pPr>
            <a:lvl3pPr marL="54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3pPr>
            <a:lvl4pPr marL="72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4pPr>
            <a:lvl5pPr marL="90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endParaRPr lang="en-GB" sz="1300" kern="1200" dirty="0">
              <a:solidFill>
                <a:schemeClr val="bg1"/>
              </a:solidFill>
              <a:latin typeface="+mn-lt"/>
              <a:ea typeface="+mn-ea"/>
              <a:cs typeface="+mn-cs"/>
            </a:endParaRPr>
          </a:p>
        </p:txBody>
      </p:sp>
      <p:sp>
        <p:nvSpPr>
          <p:cNvPr id="6" name="Slide Number Placeholder 5" hidden="1">
            <a:extLst>
              <a:ext uri="{FF2B5EF4-FFF2-40B4-BE49-F238E27FC236}">
                <a16:creationId xmlns:a16="http://schemas.microsoft.com/office/drawing/2014/main" id="{B75272FD-5D65-3B60-1240-4EE3B0FA9723}"/>
              </a:ext>
            </a:extLst>
          </p:cNvPr>
          <p:cNvSpPr>
            <a:spLocks noGrp="1"/>
          </p:cNvSpPr>
          <p:nvPr>
            <p:ph type="sldNum" sz="quarter" idx="4294967295"/>
          </p:nvPr>
        </p:nvSpPr>
        <p:spPr>
          <a:xfrm>
            <a:off x="11395292" y="6574362"/>
            <a:ext cx="540000" cy="180000"/>
          </a:xfrm>
        </p:spPr>
        <p:txBody>
          <a:bodyPr/>
          <a:lstStyle/>
          <a:p>
            <a:pPr>
              <a:spcAft>
                <a:spcPts val="600"/>
              </a:spcAft>
            </a:pPr>
            <a:fld id="{2D5117C1-7BFB-400E-A14B-8E2312996B92}" type="slidenum">
              <a:rPr lang="en-GB" smtClean="0"/>
              <a:pPr>
                <a:spcAft>
                  <a:spcPts val="600"/>
                </a:spcAft>
              </a:pPr>
              <a:t>13</a:t>
            </a:fld>
            <a:endParaRPr lang="en-GB"/>
          </a:p>
        </p:txBody>
      </p:sp>
    </p:spTree>
    <p:extLst>
      <p:ext uri="{BB962C8B-B14F-4D97-AF65-F5344CB8AC3E}">
        <p14:creationId xmlns:p14="http://schemas.microsoft.com/office/powerpoint/2010/main" val="116134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1000"/>
                                  </p:stCondLst>
                                  <p:endCondLst>
                                    <p:cond evt="begin" delay="0">
                                      <p:tn val="5"/>
                                    </p:cond>
                                  </p:endCondLst>
                                  <p:iterate>
                                    <p:tmPct val="10000"/>
                                  </p:iterate>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7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93FC9F7-AE2B-0548-BA42-A3935658D397}"/>
              </a:ext>
            </a:extLst>
          </p:cNvPr>
          <p:cNvSpPr>
            <a:spLocks noGrp="1"/>
          </p:cNvSpPr>
          <p:nvPr>
            <p:ph type="ftr" sz="quarter" idx="11"/>
          </p:nvPr>
        </p:nvSpPr>
        <p:spPr>
          <a:xfrm>
            <a:off x="394874" y="6574362"/>
            <a:ext cx="3600000" cy="180000"/>
          </a:xfrm>
        </p:spPr>
        <p:txBody>
          <a:bodyPr anchor="t">
            <a:normAutofit/>
          </a:bodyPr>
          <a:lstStyle/>
          <a:p>
            <a:pPr>
              <a:spcAft>
                <a:spcPts val="600"/>
              </a:spcAft>
            </a:pPr>
            <a:r>
              <a:rPr lang="en-GB"/>
              <a:t>© Tech Mahindra Limited. All Rights Reserved</a:t>
            </a:r>
          </a:p>
        </p:txBody>
      </p:sp>
      <p:sp>
        <p:nvSpPr>
          <p:cNvPr id="2" name="Title 1">
            <a:extLst>
              <a:ext uri="{FF2B5EF4-FFF2-40B4-BE49-F238E27FC236}">
                <a16:creationId xmlns:a16="http://schemas.microsoft.com/office/drawing/2014/main" id="{B942ED2C-ADD6-EE47-F10B-B6043DC2F5A4}"/>
              </a:ext>
            </a:extLst>
          </p:cNvPr>
          <p:cNvSpPr>
            <a:spLocks noGrp="1"/>
          </p:cNvSpPr>
          <p:nvPr>
            <p:ph type="title"/>
          </p:nvPr>
        </p:nvSpPr>
        <p:spPr>
          <a:xfrm>
            <a:off x="395512" y="1210617"/>
            <a:ext cx="11401200" cy="1080000"/>
          </a:xfrm>
        </p:spPr>
        <p:txBody>
          <a:bodyPr anchor="t">
            <a:normAutofit/>
          </a:bodyPr>
          <a:lstStyle/>
          <a:p>
            <a:r>
              <a:rPr lang="en-IN" dirty="0"/>
              <a:t>What is MuleSoft</a:t>
            </a:r>
          </a:p>
        </p:txBody>
      </p:sp>
      <p:sp>
        <p:nvSpPr>
          <p:cNvPr id="16" name="Slide Number Placeholder 5">
            <a:extLst>
              <a:ext uri="{FF2B5EF4-FFF2-40B4-BE49-F238E27FC236}">
                <a16:creationId xmlns:a16="http://schemas.microsoft.com/office/drawing/2014/main" id="{0870D3EB-D248-A44A-058A-7435CCEC36E4}"/>
              </a:ext>
            </a:extLst>
          </p:cNvPr>
          <p:cNvSpPr>
            <a:spLocks noGrp="1"/>
          </p:cNvSpPr>
          <p:nvPr>
            <p:ph type="sldNum" sz="quarter" idx="4"/>
          </p:nvPr>
        </p:nvSpPr>
        <p:spPr>
          <a:xfrm>
            <a:off x="11395292" y="6574362"/>
            <a:ext cx="540000" cy="180000"/>
          </a:xfrm>
        </p:spPr>
        <p:txBody>
          <a:bodyPr/>
          <a:lstStyle/>
          <a:p>
            <a:pPr>
              <a:spcAft>
                <a:spcPts val="600"/>
              </a:spcAft>
            </a:pPr>
            <a:fld id="{2D5117C1-7BFB-400E-A14B-8E2312996B92}" type="slidenum">
              <a:rPr lang="en-GB" smtClean="0"/>
              <a:pPr>
                <a:spcAft>
                  <a:spcPts val="600"/>
                </a:spcAft>
              </a:pPr>
              <a:t>14</a:t>
            </a:fld>
            <a:endParaRPr lang="en-GB"/>
          </a:p>
        </p:txBody>
      </p:sp>
      <p:graphicFrame>
        <p:nvGraphicFramePr>
          <p:cNvPr id="6" name="Content Placeholder 2">
            <a:extLst>
              <a:ext uri="{FF2B5EF4-FFF2-40B4-BE49-F238E27FC236}">
                <a16:creationId xmlns:a16="http://schemas.microsoft.com/office/drawing/2014/main" id="{D192C9AC-1C5C-D4EF-0867-FF67012D26A5}"/>
              </a:ext>
            </a:extLst>
          </p:cNvPr>
          <p:cNvGraphicFramePr>
            <a:graphicFrameLocks/>
          </p:cNvGraphicFramePr>
          <p:nvPr>
            <p:extLst>
              <p:ext uri="{D42A27DB-BD31-4B8C-83A1-F6EECF244321}">
                <p14:modId xmlns:p14="http://schemas.microsoft.com/office/powerpoint/2010/main" val="3651171956"/>
              </p:ext>
            </p:extLst>
          </p:nvPr>
        </p:nvGraphicFramePr>
        <p:xfrm>
          <a:off x="395288" y="1952491"/>
          <a:ext cx="11401425" cy="42181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9094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32C77-F424-4F4F-4074-CEDC0B757120}"/>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AC126C70-D2FC-5049-A274-53A7614435CB}"/>
              </a:ext>
            </a:extLst>
          </p:cNvPr>
          <p:cNvSpPr>
            <a:spLocks noGrp="1"/>
          </p:cNvSpPr>
          <p:nvPr>
            <p:ph type="ftr" sz="quarter" idx="11"/>
          </p:nvPr>
        </p:nvSpPr>
        <p:spPr>
          <a:xfrm>
            <a:off x="394874" y="6574362"/>
            <a:ext cx="3600000" cy="180000"/>
          </a:xfrm>
        </p:spPr>
        <p:txBody>
          <a:bodyPr anchor="t">
            <a:normAutofit/>
          </a:bodyPr>
          <a:lstStyle/>
          <a:p>
            <a:pPr>
              <a:spcAft>
                <a:spcPts val="600"/>
              </a:spcAft>
            </a:pPr>
            <a:r>
              <a:rPr lang="en-GB"/>
              <a:t>© Tech Mahindra Limited. All Rights Reserved</a:t>
            </a:r>
          </a:p>
        </p:txBody>
      </p:sp>
      <p:sp>
        <p:nvSpPr>
          <p:cNvPr id="2" name="Title 1">
            <a:extLst>
              <a:ext uri="{FF2B5EF4-FFF2-40B4-BE49-F238E27FC236}">
                <a16:creationId xmlns:a16="http://schemas.microsoft.com/office/drawing/2014/main" id="{A5BFD081-962E-4E72-59EC-F4C01631FF69}"/>
              </a:ext>
            </a:extLst>
          </p:cNvPr>
          <p:cNvSpPr>
            <a:spLocks noGrp="1"/>
          </p:cNvSpPr>
          <p:nvPr>
            <p:ph type="title"/>
          </p:nvPr>
        </p:nvSpPr>
        <p:spPr>
          <a:xfrm>
            <a:off x="395926" y="872491"/>
            <a:ext cx="11401200" cy="1080000"/>
          </a:xfrm>
        </p:spPr>
        <p:txBody>
          <a:bodyPr anchor="t">
            <a:normAutofit/>
          </a:bodyPr>
          <a:lstStyle/>
          <a:p>
            <a:r>
              <a:rPr lang="en-US" dirty="0"/>
              <a:t>What is Integration ??</a:t>
            </a:r>
            <a:endParaRPr lang="en-IN" dirty="0"/>
          </a:p>
        </p:txBody>
      </p:sp>
      <p:sp>
        <p:nvSpPr>
          <p:cNvPr id="16" name="Slide Number Placeholder 5">
            <a:extLst>
              <a:ext uri="{FF2B5EF4-FFF2-40B4-BE49-F238E27FC236}">
                <a16:creationId xmlns:a16="http://schemas.microsoft.com/office/drawing/2014/main" id="{D322A2BD-25DF-D4DC-4063-DDF4AE72EE41}"/>
              </a:ext>
            </a:extLst>
          </p:cNvPr>
          <p:cNvSpPr>
            <a:spLocks noGrp="1"/>
          </p:cNvSpPr>
          <p:nvPr>
            <p:ph type="sldNum" sz="quarter" idx="4"/>
          </p:nvPr>
        </p:nvSpPr>
        <p:spPr>
          <a:xfrm>
            <a:off x="11395292" y="6574362"/>
            <a:ext cx="540000" cy="180000"/>
          </a:xfrm>
        </p:spPr>
        <p:txBody>
          <a:bodyPr anchor="t">
            <a:normAutofit/>
          </a:bodyPr>
          <a:lstStyle/>
          <a:p>
            <a:pPr>
              <a:spcAft>
                <a:spcPts val="600"/>
              </a:spcAft>
            </a:pPr>
            <a:fld id="{2D5117C1-7BFB-400E-A14B-8E2312996B92}" type="slidenum">
              <a:rPr lang="en-GB" smtClean="0"/>
              <a:pPr>
                <a:spcAft>
                  <a:spcPts val="600"/>
                </a:spcAft>
              </a:pPr>
              <a:t>15</a:t>
            </a:fld>
            <a:endParaRPr lang="en-GB"/>
          </a:p>
        </p:txBody>
      </p:sp>
      <p:graphicFrame>
        <p:nvGraphicFramePr>
          <p:cNvPr id="7" name="Content Placeholder 2">
            <a:extLst>
              <a:ext uri="{FF2B5EF4-FFF2-40B4-BE49-F238E27FC236}">
                <a16:creationId xmlns:a16="http://schemas.microsoft.com/office/drawing/2014/main" id="{FDEE1B51-60C4-8E16-95AF-D27B7CF7CCD9}"/>
              </a:ext>
            </a:extLst>
          </p:cNvPr>
          <p:cNvGraphicFramePr>
            <a:graphicFrameLocks/>
          </p:cNvGraphicFramePr>
          <p:nvPr>
            <p:extLst>
              <p:ext uri="{D42A27DB-BD31-4B8C-83A1-F6EECF244321}">
                <p14:modId xmlns:p14="http://schemas.microsoft.com/office/powerpoint/2010/main" val="3912994928"/>
              </p:ext>
            </p:extLst>
          </p:nvPr>
        </p:nvGraphicFramePr>
        <p:xfrm>
          <a:off x="395288" y="1952491"/>
          <a:ext cx="11401425" cy="42181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2174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oter Placeholder 3">
            <a:extLst>
              <a:ext uri="{FF2B5EF4-FFF2-40B4-BE49-F238E27FC236}">
                <a16:creationId xmlns:a16="http://schemas.microsoft.com/office/drawing/2014/main" id="{65D3958C-1027-6DF8-176E-CD584214D738}"/>
              </a:ext>
            </a:extLst>
          </p:cNvPr>
          <p:cNvSpPr>
            <a:spLocks noGrp="1"/>
          </p:cNvSpPr>
          <p:nvPr>
            <p:ph type="ftr" sz="quarter" idx="11"/>
          </p:nvPr>
        </p:nvSpPr>
        <p:spPr>
          <a:xfrm>
            <a:off x="394874" y="6574362"/>
            <a:ext cx="3600000" cy="180000"/>
          </a:xfrm>
        </p:spPr>
        <p:txBody>
          <a:bodyPr vert="horz" lIns="0" tIns="0" rIns="0" bIns="0" rtlCol="0" anchor="t" anchorCtr="0">
            <a:normAutofit/>
          </a:bodyPr>
          <a:lstStyle/>
          <a:p>
            <a:pPr>
              <a:spcAft>
                <a:spcPts val="600"/>
              </a:spcAft>
            </a:pPr>
            <a:r>
              <a:rPr lang="en-GB" kern="1200">
                <a:latin typeface="+mn-lt"/>
                <a:ea typeface="+mn-ea"/>
                <a:cs typeface="+mn-cs"/>
              </a:rPr>
              <a:t>© Tech Mahindra Limited. All Rights Reserved</a:t>
            </a:r>
          </a:p>
        </p:txBody>
      </p:sp>
      <p:sp>
        <p:nvSpPr>
          <p:cNvPr id="9" name="TextBox 8">
            <a:extLst>
              <a:ext uri="{FF2B5EF4-FFF2-40B4-BE49-F238E27FC236}">
                <a16:creationId xmlns:a16="http://schemas.microsoft.com/office/drawing/2014/main" id="{5497FC4C-CCC6-6D7F-C201-6D909599C583}"/>
              </a:ext>
            </a:extLst>
          </p:cNvPr>
          <p:cNvSpPr txBox="1"/>
          <p:nvPr/>
        </p:nvSpPr>
        <p:spPr>
          <a:xfrm>
            <a:off x="420153" y="835573"/>
            <a:ext cx="3729037" cy="4651375"/>
          </a:xfrm>
          <a:prstGeom prst="rect">
            <a:avLst/>
          </a:prstGeom>
        </p:spPr>
        <p:txBody>
          <a:bodyPr vert="horz" lIns="0" tIns="0" rIns="0" bIns="0" rtlCol="0" anchor="t" anchorCtr="0">
            <a:normAutofit/>
          </a:bodyPr>
          <a:lstStyle/>
          <a:p>
            <a:pPr>
              <a:spcBef>
                <a:spcPts val="100"/>
              </a:spcBef>
              <a:spcAft>
                <a:spcPts val="100"/>
              </a:spcAft>
            </a:pPr>
            <a:r>
              <a:rPr lang="en-US" sz="4000" kern="1200" dirty="0">
                <a:effectLst/>
                <a:latin typeface="Aptos Light" panose="020B0004020202020204" pitchFamily="34" charset="0"/>
                <a:ea typeface="+mn-ea"/>
                <a:cs typeface="+mn-cs"/>
              </a:rPr>
              <a:t>Anypoint Platform Modules</a:t>
            </a:r>
            <a:endParaRPr lang="en-US" sz="4000" kern="1200" dirty="0">
              <a:latin typeface="Aptos Light" panose="020B0004020202020204" pitchFamily="34" charset="0"/>
              <a:ea typeface="+mn-ea"/>
              <a:cs typeface="+mn-cs"/>
            </a:endParaRPr>
          </a:p>
        </p:txBody>
      </p:sp>
      <p:sp>
        <p:nvSpPr>
          <p:cNvPr id="20" name="Slide Number Placeholder 6">
            <a:extLst>
              <a:ext uri="{FF2B5EF4-FFF2-40B4-BE49-F238E27FC236}">
                <a16:creationId xmlns:a16="http://schemas.microsoft.com/office/drawing/2014/main" id="{6A751E37-5C3A-118B-8AC3-E54FF31C9686}"/>
              </a:ext>
            </a:extLst>
          </p:cNvPr>
          <p:cNvSpPr>
            <a:spLocks noGrp="1"/>
          </p:cNvSpPr>
          <p:nvPr>
            <p:ph type="sldNum" sz="quarter" idx="4"/>
          </p:nvPr>
        </p:nvSpPr>
        <p:spPr>
          <a:xfrm>
            <a:off x="11395292" y="6574362"/>
            <a:ext cx="540000" cy="180000"/>
          </a:xfrm>
        </p:spPr>
        <p:txBody>
          <a:bodyPr vert="horz" lIns="0" tIns="0" rIns="0" bIns="0" rtlCol="0" anchor="t" anchorCtr="0">
            <a:normAutofit/>
          </a:bodyPr>
          <a:lstStyle/>
          <a:p>
            <a:pPr>
              <a:spcAft>
                <a:spcPts val="600"/>
              </a:spcAft>
            </a:pPr>
            <a:fld id="{2D5117C1-7BFB-400E-A14B-8E2312996B92}" type="slidenum">
              <a:rPr lang="en-GB" smtClean="0"/>
              <a:pPr>
                <a:spcAft>
                  <a:spcPts val="600"/>
                </a:spcAft>
              </a:pPr>
              <a:t>16</a:t>
            </a:fld>
            <a:endParaRPr lang="en-GB"/>
          </a:p>
        </p:txBody>
      </p:sp>
      <p:graphicFrame>
        <p:nvGraphicFramePr>
          <p:cNvPr id="7" name="Content Placeholder 2">
            <a:extLst>
              <a:ext uri="{FF2B5EF4-FFF2-40B4-BE49-F238E27FC236}">
                <a16:creationId xmlns:a16="http://schemas.microsoft.com/office/drawing/2014/main" id="{4425264F-3FFC-6A04-6188-D1D8AEBC6D20}"/>
              </a:ext>
            </a:extLst>
          </p:cNvPr>
          <p:cNvGraphicFramePr>
            <a:graphicFrameLocks/>
          </p:cNvGraphicFramePr>
          <p:nvPr>
            <p:extLst>
              <p:ext uri="{D42A27DB-BD31-4B8C-83A1-F6EECF244321}">
                <p14:modId xmlns:p14="http://schemas.microsoft.com/office/powerpoint/2010/main" val="2054307534"/>
              </p:ext>
            </p:extLst>
          </p:nvPr>
        </p:nvGraphicFramePr>
        <p:xfrm>
          <a:off x="4353459" y="835573"/>
          <a:ext cx="7418388" cy="54507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362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10F905E-3890-34B3-BC0A-EA4A8841B5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BEDA474E-2F37-4737-1CB4-3A9C0F21FF3C}"/>
              </a:ext>
            </a:extLst>
          </p:cNvPr>
          <p:cNvSpPr txBox="1">
            <a:spLocks/>
          </p:cNvSpPr>
          <p:nvPr/>
        </p:nvSpPr>
        <p:spPr>
          <a:xfrm>
            <a:off x="322326" y="853414"/>
            <a:ext cx="8821674" cy="615518"/>
          </a:xfrm>
          <a:prstGeom prst="rect">
            <a:avLst/>
          </a:prstGeom>
        </p:spPr>
        <p:txBody>
          <a:bodyPr>
            <a:normAutofit/>
          </a:bodyPr>
          <a:lstStyle>
            <a:lvl1pPr algn="l" defTabSz="914400" rtl="0" eaLnBrk="1" latinLnBrk="0" hangingPunct="1">
              <a:lnSpc>
                <a:spcPct val="95000"/>
              </a:lnSpc>
              <a:spcBef>
                <a:spcPct val="0"/>
              </a:spcBef>
              <a:buNone/>
              <a:defRPr lang="en-GB" sz="4000" kern="1200" dirty="0">
                <a:solidFill>
                  <a:srgbClr val="29251D"/>
                </a:solidFill>
                <a:latin typeface="Aptos Light" panose="020B0004020202020204" pitchFamily="34" charset="0"/>
                <a:ea typeface="+mj-ea"/>
                <a:cs typeface="+mj-cs"/>
              </a:defRPr>
            </a:lvl1pPr>
          </a:lstStyle>
          <a:p>
            <a:r>
              <a:rPr lang="en-US" sz="3100" dirty="0"/>
              <a:t>API-Led Connectivity Layers</a:t>
            </a:r>
            <a:endParaRPr lang="en-US" sz="3100" dirty="0">
              <a:ea typeface="Calibri Light"/>
              <a:cs typeface="Calibri Light"/>
            </a:endParaRPr>
          </a:p>
        </p:txBody>
      </p:sp>
      <p:pic>
        <p:nvPicPr>
          <p:cNvPr id="9" name="Picture 8" descr="A diagram of a software application&#10;&#10;AI-generated content may be incorrect.">
            <a:extLst>
              <a:ext uri="{FF2B5EF4-FFF2-40B4-BE49-F238E27FC236}">
                <a16:creationId xmlns:a16="http://schemas.microsoft.com/office/drawing/2014/main" id="{34BC8A4D-543F-97A3-F180-FCC629CAFCBF}"/>
              </a:ext>
            </a:extLst>
          </p:cNvPr>
          <p:cNvPicPr>
            <a:picLocks noChangeAspect="1"/>
          </p:cNvPicPr>
          <p:nvPr/>
        </p:nvPicPr>
        <p:blipFill>
          <a:blip r:embed="rId2"/>
          <a:srcRect l="17580" r="8168"/>
          <a:stretch>
            <a:fillRect/>
          </a:stretch>
        </p:blipFill>
        <p:spPr>
          <a:xfrm>
            <a:off x="322326" y="1721922"/>
            <a:ext cx="5028668" cy="4520559"/>
          </a:xfrm>
          <a:prstGeom prst="rect">
            <a:avLst/>
          </a:prstGeom>
        </p:spPr>
        <p:style>
          <a:lnRef idx="2">
            <a:schemeClr val="accent2"/>
          </a:lnRef>
          <a:fillRef idx="1">
            <a:schemeClr val="lt1"/>
          </a:fillRef>
          <a:effectRef idx="0">
            <a:schemeClr val="accent2"/>
          </a:effectRef>
          <a:fontRef idx="minor">
            <a:schemeClr val="dk1"/>
          </a:fontRef>
        </p:style>
      </p:pic>
      <p:sp useBgFill="1">
        <p:nvSpPr>
          <p:cNvPr id="10" name="Rectangle 9">
            <a:extLst>
              <a:ext uri="{FF2B5EF4-FFF2-40B4-BE49-F238E27FC236}">
                <a16:creationId xmlns:a16="http://schemas.microsoft.com/office/drawing/2014/main" id="{BB6D33B3-F8C8-BFAD-5B75-C8EC90E55D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657850" y="1721922"/>
            <a:ext cx="3163824"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Content Placeholder 2">
            <a:extLst>
              <a:ext uri="{FF2B5EF4-FFF2-40B4-BE49-F238E27FC236}">
                <a16:creationId xmlns:a16="http://schemas.microsoft.com/office/drawing/2014/main" id="{D618ACB2-49CE-B446-3AB5-DC269C7FDD6D}"/>
              </a:ext>
            </a:extLst>
          </p:cNvPr>
          <p:cNvSpPr txBox="1">
            <a:spLocks/>
          </p:cNvSpPr>
          <p:nvPr/>
        </p:nvSpPr>
        <p:spPr>
          <a:xfrm>
            <a:off x="5954063" y="1595427"/>
            <a:ext cx="4688953" cy="4647054"/>
          </a:xfrm>
          <a:prstGeom prst="rect">
            <a:avLst/>
          </a:prstGeom>
        </p:spPr>
        <p:txBody>
          <a:bodyPr vert="horz" lIns="91440" tIns="45720" rIns="91440" bIns="45720" rtlCol="0" anchor="ctr">
            <a:normAutofit/>
          </a:bodyPr>
          <a:lstStyle>
            <a:lvl1pPr marL="179388" indent="-179388" algn="l" defTabSz="914400" rtl="0" eaLnBrk="1" latinLnBrk="0" hangingPunct="1">
              <a:lnSpc>
                <a:spcPct val="100000"/>
              </a:lnSpc>
              <a:spcBef>
                <a:spcPts val="100"/>
              </a:spcBef>
              <a:spcAft>
                <a:spcPts val="100"/>
              </a:spcAft>
              <a:buFont typeface="Arial" panose="020B0604020202020204" pitchFamily="34" charset="0"/>
              <a:buChar char="•"/>
              <a:defRPr sz="1500" kern="1200">
                <a:solidFill>
                  <a:schemeClr val="tx1"/>
                </a:solidFill>
                <a:latin typeface="+mn-lt"/>
                <a:ea typeface="+mn-ea"/>
                <a:cs typeface="+mn-cs"/>
              </a:defRPr>
            </a:lvl1pPr>
            <a:lvl2pPr marL="36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2pPr>
            <a:lvl3pPr marL="54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3pPr>
            <a:lvl4pPr marL="72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4pPr>
            <a:lvl5pPr marL="900000" indent="-180000" algn="l" defTabSz="914400" rtl="0" eaLnBrk="1" latinLnBrk="0" hangingPunct="1">
              <a:lnSpc>
                <a:spcPct val="100000"/>
              </a:lnSpc>
              <a:spcBef>
                <a:spcPts val="100"/>
              </a:spcBef>
              <a:spcAft>
                <a:spcPts val="100"/>
              </a:spcAft>
              <a:buFont typeface="Aptos" panose="020B00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Aptos Light" panose="020B0004020202020204" pitchFamily="34" charset="0"/>
                <a:ea typeface="Calibri"/>
                <a:cs typeface="Calibri"/>
              </a:rPr>
              <a:t>System APIs → connect to backend systems</a:t>
            </a:r>
          </a:p>
          <a:p>
            <a:r>
              <a:rPr lang="en-US" sz="2400" dirty="0">
                <a:latin typeface="Aptos Light" panose="020B0004020202020204" pitchFamily="34" charset="0"/>
                <a:ea typeface="Calibri"/>
                <a:cs typeface="Calibri"/>
              </a:rPr>
              <a:t>Process APIs → apply business logic</a:t>
            </a:r>
          </a:p>
          <a:p>
            <a:r>
              <a:rPr lang="en-US" sz="2400" dirty="0">
                <a:latin typeface="Aptos Light" panose="020B0004020202020204" pitchFamily="34" charset="0"/>
                <a:ea typeface="Calibri"/>
                <a:cs typeface="Calibri"/>
              </a:rPr>
              <a:t>Experience APIs → deliver data tailored for each app</a:t>
            </a:r>
          </a:p>
          <a:p>
            <a:r>
              <a:rPr lang="en-US" sz="2400" dirty="0">
                <a:latin typeface="Aptos Light" panose="020B0004020202020204" pitchFamily="34" charset="0"/>
                <a:ea typeface="Calibri"/>
                <a:cs typeface="Calibri"/>
              </a:rPr>
              <a:t>Separation → ensures reuse &amp; loose couplin</a:t>
            </a:r>
            <a:r>
              <a:rPr lang="en-US" sz="2000" dirty="0">
                <a:latin typeface="Aptos Light" panose="020B0004020202020204" pitchFamily="34" charset="0"/>
                <a:ea typeface="Calibri"/>
                <a:cs typeface="Calibri"/>
              </a:rPr>
              <a:t>g</a:t>
            </a:r>
            <a:endParaRPr lang="en-US" sz="2000" dirty="0">
              <a:latin typeface="Aptos Light" panose="020B0004020202020204" pitchFamily="34" charset="0"/>
            </a:endParaRPr>
          </a:p>
          <a:p>
            <a:endParaRPr lang="en-US" sz="2000" dirty="0">
              <a:latin typeface="Aptos Light" panose="020B0004020202020204" pitchFamily="34" charset="0"/>
              <a:ea typeface="Calibri"/>
              <a:cs typeface="Calibri"/>
            </a:endParaRPr>
          </a:p>
        </p:txBody>
      </p:sp>
    </p:spTree>
    <p:extLst>
      <p:ext uri="{BB962C8B-B14F-4D97-AF65-F5344CB8AC3E}">
        <p14:creationId xmlns:p14="http://schemas.microsoft.com/office/powerpoint/2010/main" val="2129872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oter Placeholder 2">
            <a:extLst>
              <a:ext uri="{FF2B5EF4-FFF2-40B4-BE49-F238E27FC236}">
                <a16:creationId xmlns:a16="http://schemas.microsoft.com/office/drawing/2014/main" id="{93D9BD5C-C7EE-8410-C4E3-06EB898689CF}"/>
              </a:ext>
            </a:extLst>
          </p:cNvPr>
          <p:cNvSpPr>
            <a:spLocks noGrp="1"/>
          </p:cNvSpPr>
          <p:nvPr>
            <p:ph type="ftr" sz="quarter" idx="11"/>
          </p:nvPr>
        </p:nvSpPr>
        <p:spPr>
          <a:xfrm>
            <a:off x="394874" y="6574362"/>
            <a:ext cx="3600000" cy="180000"/>
          </a:xfrm>
        </p:spPr>
        <p:txBody>
          <a:bodyPr vert="horz" lIns="0" tIns="0" rIns="0" bIns="0" rtlCol="0" anchor="t" anchorCtr="0">
            <a:normAutofit/>
          </a:bodyPr>
          <a:lstStyle/>
          <a:p>
            <a:pPr>
              <a:spcAft>
                <a:spcPts val="600"/>
              </a:spcAft>
            </a:pPr>
            <a:r>
              <a:rPr lang="en-GB" kern="1200">
                <a:latin typeface="+mn-lt"/>
                <a:ea typeface="+mn-ea"/>
                <a:cs typeface="+mn-cs"/>
              </a:rPr>
              <a:t>© Tech Mahindra Limited. All Rights Reserved</a:t>
            </a:r>
          </a:p>
        </p:txBody>
      </p:sp>
      <p:sp>
        <p:nvSpPr>
          <p:cNvPr id="14" name="TextBox 13">
            <a:extLst>
              <a:ext uri="{FF2B5EF4-FFF2-40B4-BE49-F238E27FC236}">
                <a16:creationId xmlns:a16="http://schemas.microsoft.com/office/drawing/2014/main" id="{BEB1422D-AF51-E7B9-D1CB-46F743B12D7E}"/>
              </a:ext>
            </a:extLst>
          </p:cNvPr>
          <p:cNvSpPr txBox="1"/>
          <p:nvPr/>
        </p:nvSpPr>
        <p:spPr>
          <a:xfrm>
            <a:off x="420152" y="1949091"/>
            <a:ext cx="5216149" cy="4651375"/>
          </a:xfrm>
          <a:prstGeom prst="rect">
            <a:avLst/>
          </a:prstGeom>
        </p:spPr>
        <p:txBody>
          <a:bodyPr vert="horz" lIns="0" tIns="0" rIns="0" bIns="0" rtlCol="0" anchor="t" anchorCtr="0">
            <a:normAutofit/>
          </a:bodyPr>
          <a:lstStyle/>
          <a:p>
            <a:pPr>
              <a:spcBef>
                <a:spcPts val="100"/>
              </a:spcBef>
              <a:spcAft>
                <a:spcPts val="100"/>
              </a:spcAft>
            </a:pPr>
            <a:r>
              <a:rPr lang="en-US" sz="4000" kern="1200" dirty="0">
                <a:effectLst/>
                <a:latin typeface="Aptos Light" panose="020B0004020202020204" pitchFamily="34" charset="0"/>
                <a:ea typeface="+mn-ea"/>
                <a:cs typeface="+mn-cs"/>
              </a:rPr>
              <a:t>Mule Application Flow</a:t>
            </a:r>
            <a:endParaRPr lang="en-US" sz="4000" kern="1200" dirty="0">
              <a:latin typeface="Aptos Light" panose="020B0004020202020204" pitchFamily="34" charset="0"/>
              <a:ea typeface="+mn-ea"/>
              <a:cs typeface="+mn-cs"/>
            </a:endParaRPr>
          </a:p>
        </p:txBody>
      </p:sp>
      <p:sp>
        <p:nvSpPr>
          <p:cNvPr id="21" name="Slide Number Placeholder 5">
            <a:extLst>
              <a:ext uri="{FF2B5EF4-FFF2-40B4-BE49-F238E27FC236}">
                <a16:creationId xmlns:a16="http://schemas.microsoft.com/office/drawing/2014/main" id="{3C682D0D-A5FF-796B-E242-595A12A96398}"/>
              </a:ext>
            </a:extLst>
          </p:cNvPr>
          <p:cNvSpPr>
            <a:spLocks noGrp="1"/>
          </p:cNvSpPr>
          <p:nvPr>
            <p:ph type="sldNum" sz="quarter" idx="4"/>
          </p:nvPr>
        </p:nvSpPr>
        <p:spPr>
          <a:xfrm>
            <a:off x="11395292" y="6574362"/>
            <a:ext cx="540000" cy="180000"/>
          </a:xfrm>
        </p:spPr>
        <p:txBody>
          <a:bodyPr vert="horz" lIns="0" tIns="0" rIns="0" bIns="0" rtlCol="0" anchor="t" anchorCtr="0">
            <a:normAutofit/>
          </a:bodyPr>
          <a:lstStyle/>
          <a:p>
            <a:pPr>
              <a:spcAft>
                <a:spcPts val="600"/>
              </a:spcAft>
            </a:pPr>
            <a:fld id="{2D5117C1-7BFB-400E-A14B-8E2312996B92}" type="slidenum">
              <a:rPr lang="en-GB" smtClean="0"/>
              <a:pPr>
                <a:spcAft>
                  <a:spcPts val="600"/>
                </a:spcAft>
              </a:pPr>
              <a:t>18</a:t>
            </a:fld>
            <a:endParaRPr lang="en-GB"/>
          </a:p>
        </p:txBody>
      </p:sp>
      <p:graphicFrame>
        <p:nvGraphicFramePr>
          <p:cNvPr id="12" name="Content Placeholder 2">
            <a:extLst>
              <a:ext uri="{FF2B5EF4-FFF2-40B4-BE49-F238E27FC236}">
                <a16:creationId xmlns:a16="http://schemas.microsoft.com/office/drawing/2014/main" id="{9D084055-B712-9FF0-7FC1-64708F228D5B}"/>
              </a:ext>
            </a:extLst>
          </p:cNvPr>
          <p:cNvGraphicFramePr>
            <a:graphicFrameLocks/>
          </p:cNvGraphicFramePr>
          <p:nvPr>
            <p:extLst>
              <p:ext uri="{D42A27DB-BD31-4B8C-83A1-F6EECF244321}">
                <p14:modId xmlns:p14="http://schemas.microsoft.com/office/powerpoint/2010/main" val="1409780252"/>
              </p:ext>
            </p:extLst>
          </p:nvPr>
        </p:nvGraphicFramePr>
        <p:xfrm>
          <a:off x="6096000" y="1015454"/>
          <a:ext cx="5015393" cy="54507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4361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oter Placeholder 1">
            <a:extLst>
              <a:ext uri="{FF2B5EF4-FFF2-40B4-BE49-F238E27FC236}">
                <a16:creationId xmlns:a16="http://schemas.microsoft.com/office/drawing/2014/main" id="{EF66CE04-D81A-6197-F4AE-B4080248ADC6}"/>
              </a:ext>
            </a:extLst>
          </p:cNvPr>
          <p:cNvSpPr>
            <a:spLocks noGrp="1"/>
          </p:cNvSpPr>
          <p:nvPr>
            <p:ph type="ftr" sz="quarter" idx="11"/>
          </p:nvPr>
        </p:nvSpPr>
        <p:spPr>
          <a:xfrm>
            <a:off x="394874" y="6574362"/>
            <a:ext cx="3600000" cy="180000"/>
          </a:xfrm>
        </p:spPr>
        <p:txBody>
          <a:bodyPr vert="horz" lIns="0" tIns="0" rIns="0" bIns="0" rtlCol="0" anchor="t" anchorCtr="0">
            <a:normAutofit/>
          </a:bodyPr>
          <a:lstStyle/>
          <a:p>
            <a:pPr>
              <a:spcAft>
                <a:spcPts val="600"/>
              </a:spcAft>
            </a:pPr>
            <a:r>
              <a:rPr lang="en-GB" kern="1200">
                <a:latin typeface="+mn-lt"/>
                <a:ea typeface="+mn-ea"/>
                <a:cs typeface="+mn-cs"/>
              </a:rPr>
              <a:t>© Tech Mahindra Limited. All Rights Reserved</a:t>
            </a:r>
          </a:p>
        </p:txBody>
      </p:sp>
      <p:sp>
        <p:nvSpPr>
          <p:cNvPr id="13" name="Title 1">
            <a:extLst>
              <a:ext uri="{FF2B5EF4-FFF2-40B4-BE49-F238E27FC236}">
                <a16:creationId xmlns:a16="http://schemas.microsoft.com/office/drawing/2014/main" id="{DAFBB743-715F-8857-E8EC-9574D9797E9E}"/>
              </a:ext>
            </a:extLst>
          </p:cNvPr>
          <p:cNvSpPr txBox="1">
            <a:spLocks/>
          </p:cNvSpPr>
          <p:nvPr/>
        </p:nvSpPr>
        <p:spPr>
          <a:xfrm>
            <a:off x="420153" y="835573"/>
            <a:ext cx="3729037" cy="4651375"/>
          </a:xfrm>
          <a:prstGeom prst="rect">
            <a:avLst/>
          </a:prstGeom>
        </p:spPr>
        <p:txBody>
          <a:bodyPr vert="horz" lIns="0" tIns="0" rIns="0" bIns="0" rtlCol="0" anchor="t" anchorCtr="0">
            <a:normAutofit/>
          </a:bodyPr>
          <a:lstStyle>
            <a:lvl1pPr algn="l" defTabSz="914400" rtl="0" eaLnBrk="1" latinLnBrk="0" hangingPunct="1">
              <a:lnSpc>
                <a:spcPct val="95000"/>
              </a:lnSpc>
              <a:spcBef>
                <a:spcPct val="0"/>
              </a:spcBef>
              <a:buNone/>
              <a:defRPr lang="en-GB" sz="4000" kern="1200" dirty="0">
                <a:solidFill>
                  <a:srgbClr val="29251D"/>
                </a:solidFill>
                <a:latin typeface="Aptos Light" panose="020B0004020202020204" pitchFamily="34" charset="0"/>
                <a:ea typeface="+mj-ea"/>
                <a:cs typeface="+mj-cs"/>
              </a:defRPr>
            </a:lvl1pPr>
          </a:lstStyle>
          <a:p>
            <a:pPr>
              <a:lnSpc>
                <a:spcPct val="100000"/>
              </a:lnSpc>
              <a:spcBef>
                <a:spcPts val="100"/>
              </a:spcBef>
              <a:spcAft>
                <a:spcPts val="100"/>
              </a:spcAft>
            </a:pPr>
            <a:r>
              <a:rPr lang="en-US" kern="1200">
                <a:solidFill>
                  <a:schemeClr val="tx1"/>
                </a:solidFill>
                <a:latin typeface="Aptos Light" panose="020B0004020202020204" pitchFamily="34" charset="0"/>
                <a:ea typeface="+mn-ea"/>
                <a:cs typeface="+mn-cs"/>
              </a:rPr>
              <a:t>Event &amp; Mule Message</a:t>
            </a:r>
            <a:endParaRPr lang="en-US" kern="1200" dirty="0">
              <a:solidFill>
                <a:schemeClr val="tx1"/>
              </a:solidFill>
              <a:latin typeface="Aptos Light" panose="020B0004020202020204" pitchFamily="34" charset="0"/>
              <a:ea typeface="+mn-ea"/>
              <a:cs typeface="+mn-cs"/>
            </a:endParaRPr>
          </a:p>
        </p:txBody>
      </p:sp>
      <p:sp>
        <p:nvSpPr>
          <p:cNvPr id="23" name="Slide Number Placeholder 5">
            <a:extLst>
              <a:ext uri="{FF2B5EF4-FFF2-40B4-BE49-F238E27FC236}">
                <a16:creationId xmlns:a16="http://schemas.microsoft.com/office/drawing/2014/main" id="{A9A6C553-7256-FC24-4AE8-CFA089368B21}"/>
              </a:ext>
            </a:extLst>
          </p:cNvPr>
          <p:cNvSpPr>
            <a:spLocks noGrp="1"/>
          </p:cNvSpPr>
          <p:nvPr>
            <p:ph type="sldNum" sz="quarter" idx="4"/>
          </p:nvPr>
        </p:nvSpPr>
        <p:spPr>
          <a:xfrm>
            <a:off x="11395292" y="6574362"/>
            <a:ext cx="540000" cy="180000"/>
          </a:xfrm>
        </p:spPr>
        <p:txBody>
          <a:bodyPr vert="horz" lIns="0" tIns="0" rIns="0" bIns="0" rtlCol="0" anchor="t" anchorCtr="0">
            <a:normAutofit/>
          </a:bodyPr>
          <a:lstStyle/>
          <a:p>
            <a:pPr>
              <a:spcAft>
                <a:spcPts val="600"/>
              </a:spcAft>
            </a:pPr>
            <a:fld id="{2D5117C1-7BFB-400E-A14B-8E2312996B92}" type="slidenum">
              <a:rPr lang="en-GB" smtClean="0"/>
              <a:pPr>
                <a:spcAft>
                  <a:spcPts val="600"/>
                </a:spcAft>
              </a:pPr>
              <a:t>19</a:t>
            </a:fld>
            <a:endParaRPr lang="en-GB"/>
          </a:p>
        </p:txBody>
      </p:sp>
      <p:graphicFrame>
        <p:nvGraphicFramePr>
          <p:cNvPr id="14" name="Content Placeholder 2">
            <a:extLst>
              <a:ext uri="{FF2B5EF4-FFF2-40B4-BE49-F238E27FC236}">
                <a16:creationId xmlns:a16="http://schemas.microsoft.com/office/drawing/2014/main" id="{35F82E4C-E69A-6BCC-963B-EEF930E90B6D}"/>
              </a:ext>
            </a:extLst>
          </p:cNvPr>
          <p:cNvGraphicFramePr>
            <a:graphicFrameLocks/>
          </p:cNvGraphicFramePr>
          <p:nvPr>
            <p:extLst>
              <p:ext uri="{D42A27DB-BD31-4B8C-83A1-F6EECF244321}">
                <p14:modId xmlns:p14="http://schemas.microsoft.com/office/powerpoint/2010/main" val="2942780096"/>
              </p:ext>
            </p:extLst>
          </p:nvPr>
        </p:nvGraphicFramePr>
        <p:xfrm>
          <a:off x="4353459" y="1843791"/>
          <a:ext cx="6649321" cy="44424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3372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user interface&#10;&#10;AI-generated content may be incorrect.">
            <a:extLst>
              <a:ext uri="{FF2B5EF4-FFF2-40B4-BE49-F238E27FC236}">
                <a16:creationId xmlns:a16="http://schemas.microsoft.com/office/drawing/2014/main" id="{08A6A030-7AC5-5A41-76C3-0D62A57EE298}"/>
              </a:ext>
            </a:extLst>
          </p:cNvPr>
          <p:cNvPicPr>
            <a:picLocks noChangeAspect="1"/>
          </p:cNvPicPr>
          <p:nvPr/>
        </p:nvPicPr>
        <p:blipFill>
          <a:blip r:embed="rId2"/>
          <a:srcRect l="365" r="-2" b="2460"/>
          <a:stretch>
            <a:fillRect/>
          </a:stretch>
        </p:blipFill>
        <p:spPr>
          <a:xfrm>
            <a:off x="899410" y="471697"/>
            <a:ext cx="10538085" cy="5299516"/>
          </a:xfrm>
          <a:prstGeom prst="rect">
            <a:avLst/>
          </a:prstGeom>
          <a:noFill/>
          <a:ln>
            <a:noFill/>
          </a:ln>
        </p:spPr>
      </p:pic>
    </p:spTree>
    <p:extLst>
      <p:ext uri="{BB962C8B-B14F-4D97-AF65-F5344CB8AC3E}">
        <p14:creationId xmlns:p14="http://schemas.microsoft.com/office/powerpoint/2010/main" val="1677199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1">
            <a:extLst>
              <a:ext uri="{FF2B5EF4-FFF2-40B4-BE49-F238E27FC236}">
                <a16:creationId xmlns:a16="http://schemas.microsoft.com/office/drawing/2014/main" id="{F747CF9C-CCDF-08EB-0E43-7BA36F267578}"/>
              </a:ext>
            </a:extLst>
          </p:cNvPr>
          <p:cNvSpPr>
            <a:spLocks noGrp="1"/>
          </p:cNvSpPr>
          <p:nvPr>
            <p:ph type="ftr" sz="quarter" idx="11"/>
          </p:nvPr>
        </p:nvSpPr>
        <p:spPr>
          <a:xfrm>
            <a:off x="394874" y="6574362"/>
            <a:ext cx="3600000" cy="180000"/>
          </a:xfrm>
        </p:spPr>
        <p:txBody>
          <a:bodyPr anchor="t">
            <a:normAutofit/>
          </a:bodyPr>
          <a:lstStyle/>
          <a:p>
            <a:pPr>
              <a:spcAft>
                <a:spcPts val="600"/>
              </a:spcAft>
            </a:pPr>
            <a:r>
              <a:rPr lang="en-GB"/>
              <a:t>© Tech Mahindra Limited. All Rights Reserved</a:t>
            </a:r>
          </a:p>
        </p:txBody>
      </p:sp>
      <p:sp>
        <p:nvSpPr>
          <p:cNvPr id="26" name="Title 3">
            <a:extLst>
              <a:ext uri="{FF2B5EF4-FFF2-40B4-BE49-F238E27FC236}">
                <a16:creationId xmlns:a16="http://schemas.microsoft.com/office/drawing/2014/main" id="{DF046B6F-7184-19D5-9919-B1FE0D050BBC}"/>
              </a:ext>
            </a:extLst>
          </p:cNvPr>
          <p:cNvSpPr>
            <a:spLocks noGrp="1"/>
          </p:cNvSpPr>
          <p:nvPr>
            <p:ph type="title"/>
          </p:nvPr>
        </p:nvSpPr>
        <p:spPr>
          <a:xfrm>
            <a:off x="950148" y="1210617"/>
            <a:ext cx="11401200" cy="1080000"/>
          </a:xfrm>
        </p:spPr>
        <p:txBody>
          <a:bodyPr/>
          <a:lstStyle/>
          <a:p>
            <a:r>
              <a:rPr lang="en-US" b="1" dirty="0"/>
              <a:t>Components &amp; Connectors</a:t>
            </a:r>
          </a:p>
        </p:txBody>
      </p:sp>
      <p:sp>
        <p:nvSpPr>
          <p:cNvPr id="11" name="Title 1">
            <a:extLst>
              <a:ext uri="{FF2B5EF4-FFF2-40B4-BE49-F238E27FC236}">
                <a16:creationId xmlns:a16="http://schemas.microsoft.com/office/drawing/2014/main" id="{DE3AD7D0-9D0F-4053-568B-38E0C6335C12}"/>
              </a:ext>
            </a:extLst>
          </p:cNvPr>
          <p:cNvSpPr>
            <a:spLocks noGrp="1"/>
          </p:cNvSpPr>
          <p:nvPr>
            <p:ph type="body" sz="quarter" idx="14"/>
          </p:nvPr>
        </p:nvSpPr>
        <p:spPr>
          <a:xfrm>
            <a:off x="394874" y="103941"/>
            <a:ext cx="2880000" cy="329447"/>
          </a:xfrm>
        </p:spPr>
        <p:txBody>
          <a:bodyPr anchor="t">
            <a:normAutofit/>
          </a:bodyPr>
          <a:lstStyle/>
          <a:p>
            <a:r>
              <a:rPr lang="en-IN" dirty="0"/>
              <a:t>Components &amp; Connectors</a:t>
            </a:r>
          </a:p>
        </p:txBody>
      </p:sp>
      <p:sp>
        <p:nvSpPr>
          <p:cNvPr id="21" name="Slide Number Placeholder 5">
            <a:extLst>
              <a:ext uri="{FF2B5EF4-FFF2-40B4-BE49-F238E27FC236}">
                <a16:creationId xmlns:a16="http://schemas.microsoft.com/office/drawing/2014/main" id="{578C44BE-3385-7B9E-8C95-8CB4F2FFA5B7}"/>
              </a:ext>
            </a:extLst>
          </p:cNvPr>
          <p:cNvSpPr>
            <a:spLocks noGrp="1"/>
          </p:cNvSpPr>
          <p:nvPr>
            <p:ph type="sldNum" sz="quarter" idx="4"/>
          </p:nvPr>
        </p:nvSpPr>
        <p:spPr>
          <a:xfrm>
            <a:off x="11395292" y="6574362"/>
            <a:ext cx="540000" cy="180000"/>
          </a:xfrm>
        </p:spPr>
        <p:txBody>
          <a:bodyPr anchor="t">
            <a:normAutofit/>
          </a:bodyPr>
          <a:lstStyle/>
          <a:p>
            <a:pPr>
              <a:spcAft>
                <a:spcPts val="600"/>
              </a:spcAft>
            </a:pPr>
            <a:fld id="{2D5117C1-7BFB-400E-A14B-8E2312996B92}" type="slidenum">
              <a:rPr lang="en-GB" smtClean="0"/>
              <a:pPr>
                <a:spcAft>
                  <a:spcPts val="600"/>
                </a:spcAft>
              </a:pPr>
              <a:t>21</a:t>
            </a:fld>
            <a:endParaRPr lang="en-GB"/>
          </a:p>
        </p:txBody>
      </p:sp>
      <p:graphicFrame>
        <p:nvGraphicFramePr>
          <p:cNvPr id="12" name="Content Placeholder 2">
            <a:extLst>
              <a:ext uri="{FF2B5EF4-FFF2-40B4-BE49-F238E27FC236}">
                <a16:creationId xmlns:a16="http://schemas.microsoft.com/office/drawing/2014/main" id="{762B0E75-F17C-A2DB-1A37-AFEC91EF2CF1}"/>
              </a:ext>
            </a:extLst>
          </p:cNvPr>
          <p:cNvGraphicFramePr>
            <a:graphicFrameLocks noGrp="1"/>
          </p:cNvGraphicFramePr>
          <p:nvPr>
            <p:ph type="tbl" sz="quarter" idx="15"/>
            <p:extLst>
              <p:ext uri="{D42A27DB-BD31-4B8C-83A1-F6EECF244321}">
                <p14:modId xmlns:p14="http://schemas.microsoft.com/office/powerpoint/2010/main" val="2307969826"/>
              </p:ext>
            </p:extLst>
          </p:nvPr>
        </p:nvGraphicFramePr>
        <p:xfrm>
          <a:off x="0" y="1750617"/>
          <a:ext cx="11827239" cy="42181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39909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1">
            <a:extLst>
              <a:ext uri="{FF2B5EF4-FFF2-40B4-BE49-F238E27FC236}">
                <a16:creationId xmlns:a16="http://schemas.microsoft.com/office/drawing/2014/main" id="{735098E3-02BB-BC3D-46D2-3F6E35FA1D7D}"/>
              </a:ext>
            </a:extLst>
          </p:cNvPr>
          <p:cNvSpPr>
            <a:spLocks noGrp="1"/>
          </p:cNvSpPr>
          <p:nvPr>
            <p:ph type="ftr" sz="quarter" idx="11"/>
          </p:nvPr>
        </p:nvSpPr>
        <p:spPr>
          <a:xfrm>
            <a:off x="394874" y="6574362"/>
            <a:ext cx="3600000" cy="180000"/>
          </a:xfrm>
        </p:spPr>
        <p:txBody>
          <a:bodyPr anchor="t">
            <a:normAutofit/>
          </a:bodyPr>
          <a:lstStyle/>
          <a:p>
            <a:pPr>
              <a:spcAft>
                <a:spcPts val="600"/>
              </a:spcAft>
            </a:pPr>
            <a:r>
              <a:rPr lang="en-GB"/>
              <a:t>© Tech Mahindra Limited. All Rights Reserved</a:t>
            </a:r>
          </a:p>
        </p:txBody>
      </p:sp>
      <p:sp>
        <p:nvSpPr>
          <p:cNvPr id="7" name="Title 1">
            <a:extLst>
              <a:ext uri="{FF2B5EF4-FFF2-40B4-BE49-F238E27FC236}">
                <a16:creationId xmlns:a16="http://schemas.microsoft.com/office/drawing/2014/main" id="{EF4881B6-ECF5-A043-0864-B878D059A977}"/>
              </a:ext>
            </a:extLst>
          </p:cNvPr>
          <p:cNvSpPr>
            <a:spLocks noGrp="1"/>
          </p:cNvSpPr>
          <p:nvPr>
            <p:ph type="body" sz="quarter" idx="20"/>
          </p:nvPr>
        </p:nvSpPr>
        <p:spPr>
          <a:xfrm>
            <a:off x="420153" y="835573"/>
            <a:ext cx="3729037" cy="4651375"/>
          </a:xfrm>
        </p:spPr>
        <p:txBody>
          <a:bodyPr anchor="t">
            <a:normAutofit/>
          </a:bodyPr>
          <a:lstStyle/>
          <a:p>
            <a:r>
              <a:rPr dirty="0"/>
              <a:t>Common Connectors with Connection Names</a:t>
            </a:r>
          </a:p>
        </p:txBody>
      </p:sp>
      <p:sp>
        <p:nvSpPr>
          <p:cNvPr id="25" name="Slide Number Placeholder 5">
            <a:extLst>
              <a:ext uri="{FF2B5EF4-FFF2-40B4-BE49-F238E27FC236}">
                <a16:creationId xmlns:a16="http://schemas.microsoft.com/office/drawing/2014/main" id="{2223BABB-E2FF-875E-584E-BAF734BFCD2F}"/>
              </a:ext>
            </a:extLst>
          </p:cNvPr>
          <p:cNvSpPr>
            <a:spLocks noGrp="1"/>
          </p:cNvSpPr>
          <p:nvPr>
            <p:ph type="sldNum" sz="quarter" idx="4"/>
          </p:nvPr>
        </p:nvSpPr>
        <p:spPr>
          <a:xfrm>
            <a:off x="11395292" y="6574362"/>
            <a:ext cx="540000" cy="180000"/>
          </a:xfrm>
        </p:spPr>
        <p:txBody>
          <a:bodyPr anchor="t">
            <a:normAutofit/>
          </a:bodyPr>
          <a:lstStyle/>
          <a:p>
            <a:pPr>
              <a:spcAft>
                <a:spcPts val="600"/>
              </a:spcAft>
            </a:pPr>
            <a:fld id="{2D5117C1-7BFB-400E-A14B-8E2312996B92}" type="slidenum">
              <a:rPr lang="en-GB" smtClean="0"/>
              <a:pPr>
                <a:spcAft>
                  <a:spcPts val="600"/>
                </a:spcAft>
              </a:pPr>
              <a:t>22</a:t>
            </a:fld>
            <a:endParaRPr lang="en-GB"/>
          </a:p>
        </p:txBody>
      </p:sp>
      <p:graphicFrame>
        <p:nvGraphicFramePr>
          <p:cNvPr id="8" name="Content Placeholder 2">
            <a:extLst>
              <a:ext uri="{FF2B5EF4-FFF2-40B4-BE49-F238E27FC236}">
                <a16:creationId xmlns:a16="http://schemas.microsoft.com/office/drawing/2014/main" id="{188C8F24-A07D-5FFD-F228-C4D9B849D517}"/>
              </a:ext>
            </a:extLst>
          </p:cNvPr>
          <p:cNvGraphicFramePr>
            <a:graphicFrameLocks/>
          </p:cNvGraphicFramePr>
          <p:nvPr>
            <p:extLst>
              <p:ext uri="{D42A27DB-BD31-4B8C-83A1-F6EECF244321}">
                <p14:modId xmlns:p14="http://schemas.microsoft.com/office/powerpoint/2010/main" val="3216714722"/>
              </p:ext>
            </p:extLst>
          </p:nvPr>
        </p:nvGraphicFramePr>
        <p:xfrm>
          <a:off x="4353459" y="835573"/>
          <a:ext cx="7418388" cy="54507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6769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CB3DB10A-25BE-1C2A-64B3-823F7E7CEDA8}"/>
              </a:ext>
            </a:extLst>
          </p:cNvPr>
          <p:cNvGraphicFramePr>
            <a:graphicFrameLocks noGrp="1"/>
          </p:cNvGraphicFramePr>
          <p:nvPr>
            <p:extLst>
              <p:ext uri="{D42A27DB-BD31-4B8C-83A1-F6EECF244321}">
                <p14:modId xmlns:p14="http://schemas.microsoft.com/office/powerpoint/2010/main" val="408024490"/>
              </p:ext>
            </p:extLst>
          </p:nvPr>
        </p:nvGraphicFramePr>
        <p:xfrm>
          <a:off x="1180197" y="1830958"/>
          <a:ext cx="9331934" cy="4076040"/>
        </p:xfrm>
        <a:graphic>
          <a:graphicData uri="http://schemas.openxmlformats.org/drawingml/2006/table">
            <a:tbl>
              <a:tblPr/>
              <a:tblGrid>
                <a:gridCol w="4215291">
                  <a:extLst>
                    <a:ext uri="{9D8B030D-6E8A-4147-A177-3AD203B41FA5}">
                      <a16:colId xmlns:a16="http://schemas.microsoft.com/office/drawing/2014/main" val="2915995767"/>
                    </a:ext>
                  </a:extLst>
                </a:gridCol>
                <a:gridCol w="5116643">
                  <a:extLst>
                    <a:ext uri="{9D8B030D-6E8A-4147-A177-3AD203B41FA5}">
                      <a16:colId xmlns:a16="http://schemas.microsoft.com/office/drawing/2014/main" val="984820940"/>
                    </a:ext>
                  </a:extLst>
                </a:gridCol>
              </a:tblGrid>
              <a:tr h="259186">
                <a:tc>
                  <a:txBody>
                    <a:bodyPr/>
                    <a:lstStyle/>
                    <a:p>
                      <a:pPr>
                        <a:buNone/>
                      </a:pPr>
                      <a:r>
                        <a:rPr lang="en-IN" sz="1400">
                          <a:effectLst/>
                        </a:rPr>
                        <a:t>Element</a:t>
                      </a:r>
                    </a:p>
                  </a:txBody>
                  <a:tcPr marL="42259" marR="42259" marT="28172" marB="28172" anchor="ctr">
                    <a:lnL>
                      <a:noFill/>
                    </a:lnL>
                    <a:lnR w="9525" cap="flat" cmpd="sng" algn="ctr">
                      <a:solidFill>
                        <a:srgbClr val="202FE3"/>
                      </a:solidFill>
                      <a:prstDash val="solid"/>
                      <a:round/>
                      <a:headEnd type="none" w="med" len="med"/>
                      <a:tailEnd type="none" w="med" len="med"/>
                    </a:lnR>
                    <a:lnT>
                      <a:noFill/>
                    </a:lnT>
                    <a:lnB w="9525" cap="flat" cmpd="sng" algn="ctr">
                      <a:solidFill>
                        <a:srgbClr val="202FE3"/>
                      </a:solidFill>
                      <a:prstDash val="solid"/>
                      <a:round/>
                      <a:headEnd type="none" w="med" len="med"/>
                      <a:tailEnd type="none" w="med" len="med"/>
                    </a:lnB>
                    <a:noFill/>
                  </a:tcPr>
                </a:tc>
                <a:tc>
                  <a:txBody>
                    <a:bodyPr/>
                    <a:lstStyle/>
                    <a:p>
                      <a:pPr>
                        <a:buNone/>
                      </a:pPr>
                      <a:r>
                        <a:rPr lang="en-IN" sz="1400">
                          <a:effectLst/>
                        </a:rPr>
                        <a:t>Purpose/Use Case</a:t>
                      </a:r>
                    </a:p>
                  </a:txBody>
                  <a:tcPr marL="42259" marR="42259" marT="28172" marB="28172" anchor="ctr">
                    <a:lnL w="9525" cap="flat" cmpd="sng" algn="ctr">
                      <a:solidFill>
                        <a:srgbClr val="202FE3"/>
                      </a:solidFill>
                      <a:prstDash val="solid"/>
                      <a:round/>
                      <a:headEnd type="none" w="med" len="med"/>
                      <a:tailEnd type="none" w="med" len="med"/>
                    </a:lnL>
                    <a:lnR>
                      <a:noFill/>
                    </a:lnR>
                    <a:lnT>
                      <a:noFill/>
                    </a:lnT>
                    <a:lnB w="9525" cap="flat" cmpd="sng" algn="ctr">
                      <a:solidFill>
                        <a:srgbClr val="A027E3"/>
                      </a:solidFill>
                      <a:prstDash val="solid"/>
                      <a:round/>
                      <a:headEnd type="none" w="med" len="med"/>
                      <a:tailEnd type="none" w="med" len="med"/>
                    </a:lnB>
                    <a:noFill/>
                  </a:tcPr>
                </a:tc>
                <a:extLst>
                  <a:ext uri="{0D108BD9-81ED-4DB2-BD59-A6C34878D82A}">
                    <a16:rowId xmlns:a16="http://schemas.microsoft.com/office/drawing/2014/main" val="4078031440"/>
                  </a:ext>
                </a:extLst>
              </a:tr>
              <a:tr h="259186">
                <a:tc>
                  <a:txBody>
                    <a:bodyPr/>
                    <a:lstStyle/>
                    <a:p>
                      <a:pPr>
                        <a:buNone/>
                      </a:pPr>
                      <a:r>
                        <a:rPr lang="en-IN" sz="1400">
                          <a:effectLst/>
                        </a:rPr>
                        <a:t>Connector Configs</a:t>
                      </a:r>
                    </a:p>
                  </a:txBody>
                  <a:tcPr marL="42259" marR="42259" marT="28172" marB="28172" anchor="ctr">
                    <a:lnL>
                      <a:noFill/>
                    </a:lnL>
                    <a:lnR w="9525" cap="flat" cmpd="sng" algn="ctr">
                      <a:solidFill>
                        <a:srgbClr val="E023E3"/>
                      </a:solidFill>
                      <a:prstDash val="solid"/>
                      <a:round/>
                      <a:headEnd type="none" w="med" len="med"/>
                      <a:tailEnd type="none" w="med" len="med"/>
                    </a:lnR>
                    <a:lnT w="9525" cap="flat" cmpd="sng" algn="ctr">
                      <a:solidFill>
                        <a:srgbClr val="202FE3"/>
                      </a:solidFill>
                      <a:prstDash val="solid"/>
                      <a:round/>
                      <a:headEnd type="none" w="med" len="med"/>
                      <a:tailEnd type="none" w="med" len="med"/>
                    </a:lnT>
                    <a:lnB w="9525" cap="flat" cmpd="sng" algn="ctr">
                      <a:solidFill>
                        <a:srgbClr val="E023E3"/>
                      </a:solidFill>
                      <a:prstDash val="solid"/>
                      <a:round/>
                      <a:headEnd type="none" w="med" len="med"/>
                      <a:tailEnd type="none" w="med" len="med"/>
                    </a:lnB>
                    <a:noFill/>
                  </a:tcPr>
                </a:tc>
                <a:tc>
                  <a:txBody>
                    <a:bodyPr/>
                    <a:lstStyle/>
                    <a:p>
                      <a:pPr>
                        <a:buNone/>
                      </a:pPr>
                      <a:r>
                        <a:rPr lang="en-IN" sz="1400">
                          <a:effectLst/>
                        </a:rPr>
                        <a:t>Reusable connections</a:t>
                      </a:r>
                    </a:p>
                  </a:txBody>
                  <a:tcPr marL="42259" marR="42259" marT="28172" marB="28172" anchor="ctr">
                    <a:lnL w="9525" cap="flat" cmpd="sng" algn="ctr">
                      <a:solidFill>
                        <a:srgbClr val="E023E3"/>
                      </a:solidFill>
                      <a:prstDash val="solid"/>
                      <a:round/>
                      <a:headEnd type="none" w="med" len="med"/>
                      <a:tailEnd type="none" w="med" len="med"/>
                    </a:lnL>
                    <a:lnR>
                      <a:noFill/>
                    </a:lnR>
                    <a:lnT w="9525" cap="flat" cmpd="sng" algn="ctr">
                      <a:solidFill>
                        <a:srgbClr val="A027E3"/>
                      </a:solidFill>
                      <a:prstDash val="solid"/>
                      <a:round/>
                      <a:headEnd type="none" w="med" len="med"/>
                      <a:tailEnd type="none" w="med" len="med"/>
                    </a:lnT>
                    <a:lnB w="9525" cap="flat" cmpd="sng" algn="ctr">
                      <a:solidFill>
                        <a:srgbClr val="A033E3"/>
                      </a:solidFill>
                      <a:prstDash val="solid"/>
                      <a:round/>
                      <a:headEnd type="none" w="med" len="med"/>
                      <a:tailEnd type="none" w="med" len="med"/>
                    </a:lnB>
                    <a:noFill/>
                  </a:tcPr>
                </a:tc>
                <a:extLst>
                  <a:ext uri="{0D108BD9-81ED-4DB2-BD59-A6C34878D82A}">
                    <a16:rowId xmlns:a16="http://schemas.microsoft.com/office/drawing/2014/main" val="444502635"/>
                  </a:ext>
                </a:extLst>
              </a:tr>
              <a:tr h="259186">
                <a:tc>
                  <a:txBody>
                    <a:bodyPr/>
                    <a:lstStyle/>
                    <a:p>
                      <a:pPr>
                        <a:buNone/>
                      </a:pPr>
                      <a:r>
                        <a:rPr lang="en-IN" sz="1400">
                          <a:effectLst/>
                        </a:rPr>
                        <a:t>TLS Config</a:t>
                      </a:r>
                    </a:p>
                  </a:txBody>
                  <a:tcPr marL="42259" marR="42259" marT="28172" marB="28172" anchor="ctr">
                    <a:lnL>
                      <a:noFill/>
                    </a:lnL>
                    <a:lnR w="9525" cap="flat" cmpd="sng" algn="ctr">
                      <a:solidFill>
                        <a:srgbClr val="603FE3"/>
                      </a:solidFill>
                      <a:prstDash val="solid"/>
                      <a:round/>
                      <a:headEnd type="none" w="med" len="med"/>
                      <a:tailEnd type="none" w="med" len="med"/>
                    </a:lnR>
                    <a:lnT w="9525" cap="flat" cmpd="sng" algn="ctr">
                      <a:solidFill>
                        <a:srgbClr val="E023E3"/>
                      </a:solidFill>
                      <a:prstDash val="solid"/>
                      <a:round/>
                      <a:headEnd type="none" w="med" len="med"/>
                      <a:tailEnd type="none" w="med" len="med"/>
                    </a:lnT>
                    <a:lnB w="9525" cap="flat" cmpd="sng" algn="ctr">
                      <a:solidFill>
                        <a:srgbClr val="603FE3"/>
                      </a:solidFill>
                      <a:prstDash val="solid"/>
                      <a:round/>
                      <a:headEnd type="none" w="med" len="med"/>
                      <a:tailEnd type="none" w="med" len="med"/>
                    </a:lnB>
                    <a:noFill/>
                  </a:tcPr>
                </a:tc>
                <a:tc>
                  <a:txBody>
                    <a:bodyPr/>
                    <a:lstStyle/>
                    <a:p>
                      <a:pPr>
                        <a:buNone/>
                      </a:pPr>
                      <a:r>
                        <a:rPr lang="en-IN" sz="1400">
                          <a:effectLst/>
                        </a:rPr>
                        <a:t>Secure communication</a:t>
                      </a:r>
                    </a:p>
                  </a:txBody>
                  <a:tcPr marL="42259" marR="42259" marT="28172" marB="28172" anchor="ctr">
                    <a:lnL w="9525" cap="flat" cmpd="sng" algn="ctr">
                      <a:solidFill>
                        <a:srgbClr val="603FE3"/>
                      </a:solidFill>
                      <a:prstDash val="solid"/>
                      <a:round/>
                      <a:headEnd type="none" w="med" len="med"/>
                      <a:tailEnd type="none" w="med" len="med"/>
                    </a:lnL>
                    <a:lnR>
                      <a:noFill/>
                    </a:lnR>
                    <a:lnT w="9525" cap="flat" cmpd="sng" algn="ctr">
                      <a:solidFill>
                        <a:srgbClr val="A033E3"/>
                      </a:solidFill>
                      <a:prstDash val="solid"/>
                      <a:round/>
                      <a:headEnd type="none" w="med" len="med"/>
                      <a:tailEnd type="none" w="med" len="med"/>
                    </a:lnT>
                    <a:lnB w="9525" cap="flat" cmpd="sng" algn="ctr">
                      <a:solidFill>
                        <a:srgbClr val="E034E3"/>
                      </a:solidFill>
                      <a:prstDash val="solid"/>
                      <a:round/>
                      <a:headEnd type="none" w="med" len="med"/>
                      <a:tailEnd type="none" w="med" len="med"/>
                    </a:lnB>
                    <a:noFill/>
                  </a:tcPr>
                </a:tc>
                <a:extLst>
                  <a:ext uri="{0D108BD9-81ED-4DB2-BD59-A6C34878D82A}">
                    <a16:rowId xmlns:a16="http://schemas.microsoft.com/office/drawing/2014/main" val="2854736560"/>
                  </a:ext>
                </a:extLst>
              </a:tr>
              <a:tr h="259186">
                <a:tc>
                  <a:txBody>
                    <a:bodyPr/>
                    <a:lstStyle/>
                    <a:p>
                      <a:pPr>
                        <a:buNone/>
                      </a:pPr>
                      <a:r>
                        <a:rPr lang="en-IN" sz="1400" dirty="0">
                          <a:effectLst/>
                        </a:rPr>
                        <a:t>Property Placeholders</a:t>
                      </a:r>
                    </a:p>
                  </a:txBody>
                  <a:tcPr marL="42259" marR="42259" marT="28172" marB="28172" anchor="ctr">
                    <a:lnL>
                      <a:noFill/>
                    </a:lnL>
                    <a:lnR w="9525" cap="flat" cmpd="sng" algn="ctr">
                      <a:solidFill>
                        <a:srgbClr val="A048E3"/>
                      </a:solidFill>
                      <a:prstDash val="solid"/>
                      <a:round/>
                      <a:headEnd type="none" w="med" len="med"/>
                      <a:tailEnd type="none" w="med" len="med"/>
                    </a:lnR>
                    <a:lnT w="9525" cap="flat" cmpd="sng" algn="ctr">
                      <a:solidFill>
                        <a:srgbClr val="603FE3"/>
                      </a:solidFill>
                      <a:prstDash val="solid"/>
                      <a:round/>
                      <a:headEnd type="none" w="med" len="med"/>
                      <a:tailEnd type="none" w="med" len="med"/>
                    </a:lnT>
                    <a:lnB w="9525" cap="flat" cmpd="sng" algn="ctr">
                      <a:solidFill>
                        <a:srgbClr val="A048E3"/>
                      </a:solidFill>
                      <a:prstDash val="solid"/>
                      <a:round/>
                      <a:headEnd type="none" w="med" len="med"/>
                      <a:tailEnd type="none" w="med" len="med"/>
                    </a:lnB>
                    <a:noFill/>
                  </a:tcPr>
                </a:tc>
                <a:tc>
                  <a:txBody>
                    <a:bodyPr/>
                    <a:lstStyle/>
                    <a:p>
                      <a:pPr>
                        <a:buNone/>
                      </a:pPr>
                      <a:r>
                        <a:rPr lang="en-IN" sz="1400" dirty="0">
                          <a:effectLst/>
                        </a:rPr>
                        <a:t>Externalized </a:t>
                      </a:r>
                      <a:r>
                        <a:rPr lang="en-IN" sz="1600" dirty="0">
                          <a:effectLst/>
                        </a:rPr>
                        <a:t>configuration</a:t>
                      </a:r>
                      <a:endParaRPr lang="en-IN" sz="1400" dirty="0">
                        <a:effectLst/>
                      </a:endParaRPr>
                    </a:p>
                  </a:txBody>
                  <a:tcPr marL="42259" marR="42259" marT="28172" marB="28172" anchor="ctr">
                    <a:lnL w="9525" cap="flat" cmpd="sng" algn="ctr">
                      <a:solidFill>
                        <a:srgbClr val="A048E3"/>
                      </a:solidFill>
                      <a:prstDash val="solid"/>
                      <a:round/>
                      <a:headEnd type="none" w="med" len="med"/>
                      <a:tailEnd type="none" w="med" len="med"/>
                    </a:lnL>
                    <a:lnR>
                      <a:noFill/>
                    </a:lnR>
                    <a:lnT w="9525" cap="flat" cmpd="sng" algn="ctr">
                      <a:solidFill>
                        <a:srgbClr val="E034E3"/>
                      </a:solidFill>
                      <a:prstDash val="solid"/>
                      <a:round/>
                      <a:headEnd type="none" w="med" len="med"/>
                      <a:tailEnd type="none" w="med" len="med"/>
                    </a:lnT>
                    <a:lnB w="9525" cap="flat" cmpd="sng" algn="ctr">
                      <a:solidFill>
                        <a:srgbClr val="6045E3"/>
                      </a:solidFill>
                      <a:prstDash val="solid"/>
                      <a:round/>
                      <a:headEnd type="none" w="med" len="med"/>
                      <a:tailEnd type="none" w="med" len="med"/>
                    </a:lnB>
                    <a:noFill/>
                  </a:tcPr>
                </a:tc>
                <a:extLst>
                  <a:ext uri="{0D108BD9-81ED-4DB2-BD59-A6C34878D82A}">
                    <a16:rowId xmlns:a16="http://schemas.microsoft.com/office/drawing/2014/main" val="425927228"/>
                  </a:ext>
                </a:extLst>
              </a:tr>
              <a:tr h="259186">
                <a:tc>
                  <a:txBody>
                    <a:bodyPr/>
                    <a:lstStyle/>
                    <a:p>
                      <a:pPr>
                        <a:buNone/>
                      </a:pPr>
                      <a:r>
                        <a:rPr lang="en-IN" sz="1400">
                          <a:effectLst/>
                        </a:rPr>
                        <a:t>Error Handler Global</a:t>
                      </a:r>
                    </a:p>
                  </a:txBody>
                  <a:tcPr marL="42259" marR="42259" marT="28172" marB="28172" anchor="ctr">
                    <a:lnL>
                      <a:noFill/>
                    </a:lnL>
                    <a:lnR w="9525" cap="flat" cmpd="sng" algn="ctr">
                      <a:solidFill>
                        <a:srgbClr val="6059E3"/>
                      </a:solidFill>
                      <a:prstDash val="solid"/>
                      <a:round/>
                      <a:headEnd type="none" w="med" len="med"/>
                      <a:tailEnd type="none" w="med" len="med"/>
                    </a:lnR>
                    <a:lnT w="9525" cap="flat" cmpd="sng" algn="ctr">
                      <a:solidFill>
                        <a:srgbClr val="A048E3"/>
                      </a:solidFill>
                      <a:prstDash val="solid"/>
                      <a:round/>
                      <a:headEnd type="none" w="med" len="med"/>
                      <a:tailEnd type="none" w="med" len="med"/>
                    </a:lnT>
                    <a:lnB w="9525" cap="flat" cmpd="sng" algn="ctr">
                      <a:solidFill>
                        <a:srgbClr val="6059E3"/>
                      </a:solidFill>
                      <a:prstDash val="solid"/>
                      <a:round/>
                      <a:headEnd type="none" w="med" len="med"/>
                      <a:tailEnd type="none" w="med" len="med"/>
                    </a:lnB>
                    <a:noFill/>
                  </a:tcPr>
                </a:tc>
                <a:tc>
                  <a:txBody>
                    <a:bodyPr/>
                    <a:lstStyle/>
                    <a:p>
                      <a:pPr>
                        <a:buNone/>
                      </a:pPr>
                      <a:r>
                        <a:rPr lang="en-IN" sz="1400">
                          <a:effectLst/>
                        </a:rPr>
                        <a:t>Centralized error handling</a:t>
                      </a:r>
                    </a:p>
                  </a:txBody>
                  <a:tcPr marL="42259" marR="42259" marT="28172" marB="28172" anchor="ctr">
                    <a:lnL w="9525" cap="flat" cmpd="sng" algn="ctr">
                      <a:solidFill>
                        <a:srgbClr val="6059E3"/>
                      </a:solidFill>
                      <a:prstDash val="solid"/>
                      <a:round/>
                      <a:headEnd type="none" w="med" len="med"/>
                      <a:tailEnd type="none" w="med" len="med"/>
                    </a:lnL>
                    <a:lnR>
                      <a:noFill/>
                    </a:lnR>
                    <a:lnT w="9525" cap="flat" cmpd="sng" algn="ctr">
                      <a:solidFill>
                        <a:srgbClr val="6045E3"/>
                      </a:solidFill>
                      <a:prstDash val="solid"/>
                      <a:round/>
                      <a:headEnd type="none" w="med" len="med"/>
                      <a:tailEnd type="none" w="med" len="med"/>
                    </a:lnT>
                    <a:lnB w="9525" cap="flat" cmpd="sng" algn="ctr">
                      <a:solidFill>
                        <a:srgbClr val="E056E3"/>
                      </a:solidFill>
                      <a:prstDash val="solid"/>
                      <a:round/>
                      <a:headEnd type="none" w="med" len="med"/>
                      <a:tailEnd type="none" w="med" len="med"/>
                    </a:lnB>
                    <a:noFill/>
                  </a:tcPr>
                </a:tc>
                <a:extLst>
                  <a:ext uri="{0D108BD9-81ED-4DB2-BD59-A6C34878D82A}">
                    <a16:rowId xmlns:a16="http://schemas.microsoft.com/office/drawing/2014/main" val="4241200420"/>
                  </a:ext>
                </a:extLst>
              </a:tr>
              <a:tr h="259186">
                <a:tc>
                  <a:txBody>
                    <a:bodyPr/>
                    <a:lstStyle/>
                    <a:p>
                      <a:pPr>
                        <a:buNone/>
                      </a:pPr>
                      <a:r>
                        <a:rPr lang="en-IN" sz="1400">
                          <a:effectLst/>
                        </a:rPr>
                        <a:t>Scheduler Config</a:t>
                      </a:r>
                    </a:p>
                  </a:txBody>
                  <a:tcPr marL="42259" marR="42259" marT="28172" marB="28172" anchor="ctr">
                    <a:lnL>
                      <a:noFill/>
                    </a:lnL>
                    <a:lnR w="9525" cap="flat" cmpd="sng" algn="ctr">
                      <a:solidFill>
                        <a:srgbClr val="6058E3"/>
                      </a:solidFill>
                      <a:prstDash val="solid"/>
                      <a:round/>
                      <a:headEnd type="none" w="med" len="med"/>
                      <a:tailEnd type="none" w="med" len="med"/>
                    </a:lnR>
                    <a:lnT w="9525" cap="flat" cmpd="sng" algn="ctr">
                      <a:solidFill>
                        <a:srgbClr val="6059E3"/>
                      </a:solidFill>
                      <a:prstDash val="solid"/>
                      <a:round/>
                      <a:headEnd type="none" w="med" len="med"/>
                      <a:tailEnd type="none" w="med" len="med"/>
                    </a:lnT>
                    <a:lnB w="9525" cap="flat" cmpd="sng" algn="ctr">
                      <a:solidFill>
                        <a:srgbClr val="6058E3"/>
                      </a:solidFill>
                      <a:prstDash val="solid"/>
                      <a:round/>
                      <a:headEnd type="none" w="med" len="med"/>
                      <a:tailEnd type="none" w="med" len="med"/>
                    </a:lnB>
                    <a:noFill/>
                  </a:tcPr>
                </a:tc>
                <a:tc>
                  <a:txBody>
                    <a:bodyPr/>
                    <a:lstStyle/>
                    <a:p>
                      <a:pPr>
                        <a:buNone/>
                      </a:pPr>
                      <a:r>
                        <a:rPr lang="en-IN" sz="1400" dirty="0">
                          <a:effectLst/>
                        </a:rPr>
                        <a:t>Scheduled tasks</a:t>
                      </a:r>
                    </a:p>
                  </a:txBody>
                  <a:tcPr marL="42259" marR="42259" marT="28172" marB="28172" anchor="ctr">
                    <a:lnL w="9525" cap="flat" cmpd="sng" algn="ctr">
                      <a:solidFill>
                        <a:srgbClr val="6058E3"/>
                      </a:solidFill>
                      <a:prstDash val="solid"/>
                      <a:round/>
                      <a:headEnd type="none" w="med" len="med"/>
                      <a:tailEnd type="none" w="med" len="med"/>
                    </a:lnL>
                    <a:lnR>
                      <a:noFill/>
                    </a:lnR>
                    <a:lnT w="9525" cap="flat" cmpd="sng" algn="ctr">
                      <a:solidFill>
                        <a:srgbClr val="E056E3"/>
                      </a:solidFill>
                      <a:prstDash val="solid"/>
                      <a:round/>
                      <a:headEnd type="none" w="med" len="med"/>
                      <a:tailEnd type="none" w="med" len="med"/>
                    </a:lnT>
                    <a:lnB w="9525" cap="flat" cmpd="sng" algn="ctr">
                      <a:solidFill>
                        <a:srgbClr val="E051E3"/>
                      </a:solidFill>
                      <a:prstDash val="solid"/>
                      <a:round/>
                      <a:headEnd type="none" w="med" len="med"/>
                      <a:tailEnd type="none" w="med" len="med"/>
                    </a:lnB>
                    <a:noFill/>
                  </a:tcPr>
                </a:tc>
                <a:extLst>
                  <a:ext uri="{0D108BD9-81ED-4DB2-BD59-A6C34878D82A}">
                    <a16:rowId xmlns:a16="http://schemas.microsoft.com/office/drawing/2014/main" val="2672084437"/>
                  </a:ext>
                </a:extLst>
              </a:tr>
              <a:tr h="259186">
                <a:tc>
                  <a:txBody>
                    <a:bodyPr/>
                    <a:lstStyle/>
                    <a:p>
                      <a:pPr>
                        <a:buNone/>
                      </a:pPr>
                      <a:r>
                        <a:rPr lang="en-IN" sz="1400">
                          <a:effectLst/>
                        </a:rPr>
                        <a:t>Object Store Config</a:t>
                      </a:r>
                    </a:p>
                  </a:txBody>
                  <a:tcPr marL="42259" marR="42259" marT="28172" marB="28172" anchor="ctr">
                    <a:lnL>
                      <a:noFill/>
                    </a:lnL>
                    <a:lnR w="9525" cap="flat" cmpd="sng" algn="ctr">
                      <a:solidFill>
                        <a:srgbClr val="206CE3"/>
                      </a:solidFill>
                      <a:prstDash val="solid"/>
                      <a:round/>
                      <a:headEnd type="none" w="med" len="med"/>
                      <a:tailEnd type="none" w="med" len="med"/>
                    </a:lnR>
                    <a:lnT w="9525" cap="flat" cmpd="sng" algn="ctr">
                      <a:solidFill>
                        <a:srgbClr val="6058E3"/>
                      </a:solidFill>
                      <a:prstDash val="solid"/>
                      <a:round/>
                      <a:headEnd type="none" w="med" len="med"/>
                      <a:tailEnd type="none" w="med" len="med"/>
                    </a:lnT>
                    <a:lnB w="9525" cap="flat" cmpd="sng" algn="ctr">
                      <a:solidFill>
                        <a:srgbClr val="206CE3"/>
                      </a:solidFill>
                      <a:prstDash val="solid"/>
                      <a:round/>
                      <a:headEnd type="none" w="med" len="med"/>
                      <a:tailEnd type="none" w="med" len="med"/>
                    </a:lnB>
                    <a:noFill/>
                  </a:tcPr>
                </a:tc>
                <a:tc>
                  <a:txBody>
                    <a:bodyPr/>
                    <a:lstStyle/>
                    <a:p>
                      <a:pPr>
                        <a:buNone/>
                      </a:pPr>
                      <a:r>
                        <a:rPr lang="en-IN" sz="1400">
                          <a:effectLst/>
                        </a:rPr>
                        <a:t>Persistent storage</a:t>
                      </a:r>
                    </a:p>
                  </a:txBody>
                  <a:tcPr marL="42259" marR="42259" marT="28172" marB="28172" anchor="ctr">
                    <a:lnL w="9525" cap="flat" cmpd="sng" algn="ctr">
                      <a:solidFill>
                        <a:srgbClr val="206CE3"/>
                      </a:solidFill>
                      <a:prstDash val="solid"/>
                      <a:round/>
                      <a:headEnd type="none" w="med" len="med"/>
                      <a:tailEnd type="none" w="med" len="med"/>
                    </a:lnL>
                    <a:lnR>
                      <a:noFill/>
                    </a:lnR>
                    <a:lnT w="9525" cap="flat" cmpd="sng" algn="ctr">
                      <a:solidFill>
                        <a:srgbClr val="E051E3"/>
                      </a:solidFill>
                      <a:prstDash val="solid"/>
                      <a:round/>
                      <a:headEnd type="none" w="med" len="med"/>
                      <a:tailEnd type="none" w="med" len="med"/>
                    </a:lnT>
                    <a:lnB w="9525" cap="flat" cmpd="sng" algn="ctr">
                      <a:solidFill>
                        <a:srgbClr val="206CE3"/>
                      </a:solidFill>
                      <a:prstDash val="solid"/>
                      <a:round/>
                      <a:headEnd type="none" w="med" len="med"/>
                      <a:tailEnd type="none" w="med" len="med"/>
                    </a:lnB>
                    <a:noFill/>
                  </a:tcPr>
                </a:tc>
                <a:extLst>
                  <a:ext uri="{0D108BD9-81ED-4DB2-BD59-A6C34878D82A}">
                    <a16:rowId xmlns:a16="http://schemas.microsoft.com/office/drawing/2014/main" val="3312367302"/>
                  </a:ext>
                </a:extLst>
              </a:tr>
              <a:tr h="259186">
                <a:tc>
                  <a:txBody>
                    <a:bodyPr/>
                    <a:lstStyle/>
                    <a:p>
                      <a:pPr>
                        <a:buNone/>
                      </a:pPr>
                      <a:r>
                        <a:rPr lang="en-IN" sz="1400">
                          <a:effectLst/>
                        </a:rPr>
                        <a:t>HTTP Listener/Request</a:t>
                      </a:r>
                    </a:p>
                  </a:txBody>
                  <a:tcPr marL="42259" marR="42259" marT="28172" marB="28172" anchor="ctr">
                    <a:lnL>
                      <a:noFill/>
                    </a:lnL>
                    <a:lnR w="9525" cap="flat" cmpd="sng" algn="ctr">
                      <a:solidFill>
                        <a:srgbClr val="A06DE3"/>
                      </a:solidFill>
                      <a:prstDash val="solid"/>
                      <a:round/>
                      <a:headEnd type="none" w="med" len="med"/>
                      <a:tailEnd type="none" w="med" len="med"/>
                    </a:lnR>
                    <a:lnT w="9525" cap="flat" cmpd="sng" algn="ctr">
                      <a:solidFill>
                        <a:srgbClr val="206CE3"/>
                      </a:solidFill>
                      <a:prstDash val="solid"/>
                      <a:round/>
                      <a:headEnd type="none" w="med" len="med"/>
                      <a:tailEnd type="none" w="med" len="med"/>
                    </a:lnT>
                    <a:lnB w="9525" cap="flat" cmpd="sng" algn="ctr">
                      <a:solidFill>
                        <a:srgbClr val="A06DE3"/>
                      </a:solidFill>
                      <a:prstDash val="solid"/>
                      <a:round/>
                      <a:headEnd type="none" w="med" len="med"/>
                      <a:tailEnd type="none" w="med" len="med"/>
                    </a:lnB>
                    <a:noFill/>
                  </a:tcPr>
                </a:tc>
                <a:tc>
                  <a:txBody>
                    <a:bodyPr/>
                    <a:lstStyle/>
                    <a:p>
                      <a:pPr>
                        <a:buNone/>
                      </a:pPr>
                      <a:r>
                        <a:rPr lang="en-IN" sz="1400">
                          <a:effectLst/>
                        </a:rPr>
                        <a:t>API endpoints/integrations</a:t>
                      </a:r>
                    </a:p>
                  </a:txBody>
                  <a:tcPr marL="42259" marR="42259" marT="28172" marB="28172" anchor="ctr">
                    <a:lnL w="9525" cap="flat" cmpd="sng" algn="ctr">
                      <a:solidFill>
                        <a:srgbClr val="A06DE3"/>
                      </a:solidFill>
                      <a:prstDash val="solid"/>
                      <a:round/>
                      <a:headEnd type="none" w="med" len="med"/>
                      <a:tailEnd type="none" w="med" len="med"/>
                    </a:lnL>
                    <a:lnR>
                      <a:noFill/>
                    </a:lnR>
                    <a:lnT w="9525" cap="flat" cmpd="sng" algn="ctr">
                      <a:solidFill>
                        <a:srgbClr val="206CE3"/>
                      </a:solidFill>
                      <a:prstDash val="solid"/>
                      <a:round/>
                      <a:headEnd type="none" w="med" len="med"/>
                      <a:tailEnd type="none" w="med" len="med"/>
                    </a:lnT>
                    <a:lnB w="9525" cap="flat" cmpd="sng" algn="ctr">
                      <a:solidFill>
                        <a:srgbClr val="A069E3"/>
                      </a:solidFill>
                      <a:prstDash val="solid"/>
                      <a:round/>
                      <a:headEnd type="none" w="med" len="med"/>
                      <a:tailEnd type="none" w="med" len="med"/>
                    </a:lnB>
                    <a:noFill/>
                  </a:tcPr>
                </a:tc>
                <a:extLst>
                  <a:ext uri="{0D108BD9-81ED-4DB2-BD59-A6C34878D82A}">
                    <a16:rowId xmlns:a16="http://schemas.microsoft.com/office/drawing/2014/main" val="2695915624"/>
                  </a:ext>
                </a:extLst>
              </a:tr>
              <a:tr h="259186">
                <a:tc>
                  <a:txBody>
                    <a:bodyPr/>
                    <a:lstStyle/>
                    <a:p>
                      <a:pPr>
                        <a:buNone/>
                      </a:pPr>
                      <a:r>
                        <a:rPr lang="en-IN" sz="1400">
                          <a:effectLst/>
                        </a:rPr>
                        <a:t>Logger</a:t>
                      </a:r>
                    </a:p>
                  </a:txBody>
                  <a:tcPr marL="42259" marR="42259" marT="28172" marB="28172" anchor="ctr">
                    <a:lnL>
                      <a:noFill/>
                    </a:lnL>
                    <a:lnR w="9525" cap="flat" cmpd="sng" algn="ctr">
                      <a:solidFill>
                        <a:srgbClr val="607AE3"/>
                      </a:solidFill>
                      <a:prstDash val="solid"/>
                      <a:round/>
                      <a:headEnd type="none" w="med" len="med"/>
                      <a:tailEnd type="none" w="med" len="med"/>
                    </a:lnR>
                    <a:lnT w="9525" cap="flat" cmpd="sng" algn="ctr">
                      <a:solidFill>
                        <a:srgbClr val="A06DE3"/>
                      </a:solidFill>
                      <a:prstDash val="solid"/>
                      <a:round/>
                      <a:headEnd type="none" w="med" len="med"/>
                      <a:tailEnd type="none" w="med" len="med"/>
                    </a:lnT>
                    <a:lnB w="9525" cap="flat" cmpd="sng" algn="ctr">
                      <a:solidFill>
                        <a:srgbClr val="607AE3"/>
                      </a:solidFill>
                      <a:prstDash val="solid"/>
                      <a:round/>
                      <a:headEnd type="none" w="med" len="med"/>
                      <a:tailEnd type="none" w="med" len="med"/>
                    </a:lnB>
                    <a:noFill/>
                  </a:tcPr>
                </a:tc>
                <a:tc>
                  <a:txBody>
                    <a:bodyPr/>
                    <a:lstStyle/>
                    <a:p>
                      <a:pPr>
                        <a:buNone/>
                      </a:pPr>
                      <a:r>
                        <a:rPr lang="en-IN" sz="1400">
                          <a:effectLst/>
                        </a:rPr>
                        <a:t>Standardized logging</a:t>
                      </a:r>
                    </a:p>
                  </a:txBody>
                  <a:tcPr marL="42259" marR="42259" marT="28172" marB="28172" anchor="ctr">
                    <a:lnL w="9525" cap="flat" cmpd="sng" algn="ctr">
                      <a:solidFill>
                        <a:srgbClr val="607AE3"/>
                      </a:solidFill>
                      <a:prstDash val="solid"/>
                      <a:round/>
                      <a:headEnd type="none" w="med" len="med"/>
                      <a:tailEnd type="none" w="med" len="med"/>
                    </a:lnL>
                    <a:lnR>
                      <a:noFill/>
                    </a:lnR>
                    <a:lnT w="9525" cap="flat" cmpd="sng" algn="ctr">
                      <a:solidFill>
                        <a:srgbClr val="A069E3"/>
                      </a:solidFill>
                      <a:prstDash val="solid"/>
                      <a:round/>
                      <a:headEnd type="none" w="med" len="med"/>
                      <a:tailEnd type="none" w="med" len="med"/>
                    </a:lnT>
                    <a:lnB w="9525" cap="flat" cmpd="sng" algn="ctr">
                      <a:solidFill>
                        <a:srgbClr val="E076E3"/>
                      </a:solidFill>
                      <a:prstDash val="solid"/>
                      <a:round/>
                      <a:headEnd type="none" w="med" len="med"/>
                      <a:tailEnd type="none" w="med" len="med"/>
                    </a:lnB>
                    <a:noFill/>
                  </a:tcPr>
                </a:tc>
                <a:extLst>
                  <a:ext uri="{0D108BD9-81ED-4DB2-BD59-A6C34878D82A}">
                    <a16:rowId xmlns:a16="http://schemas.microsoft.com/office/drawing/2014/main" val="977352489"/>
                  </a:ext>
                </a:extLst>
              </a:tr>
              <a:tr h="259186">
                <a:tc>
                  <a:txBody>
                    <a:bodyPr/>
                    <a:lstStyle/>
                    <a:p>
                      <a:pPr>
                        <a:buNone/>
                      </a:pPr>
                      <a:r>
                        <a:rPr lang="en-IN" sz="1400">
                          <a:effectLst/>
                        </a:rPr>
                        <a:t>Transformers</a:t>
                      </a:r>
                    </a:p>
                  </a:txBody>
                  <a:tcPr marL="42259" marR="42259" marT="28172" marB="28172" anchor="ctr">
                    <a:lnL>
                      <a:noFill/>
                    </a:lnL>
                    <a:lnR w="9525" cap="flat" cmpd="sng" algn="ctr">
                      <a:solidFill>
                        <a:srgbClr val="E074E3"/>
                      </a:solidFill>
                      <a:prstDash val="solid"/>
                      <a:round/>
                      <a:headEnd type="none" w="med" len="med"/>
                      <a:tailEnd type="none" w="med" len="med"/>
                    </a:lnR>
                    <a:lnT w="9525" cap="flat" cmpd="sng" algn="ctr">
                      <a:solidFill>
                        <a:srgbClr val="607AE3"/>
                      </a:solidFill>
                      <a:prstDash val="solid"/>
                      <a:round/>
                      <a:headEnd type="none" w="med" len="med"/>
                      <a:tailEnd type="none" w="med" len="med"/>
                    </a:lnT>
                    <a:lnB w="9525" cap="flat" cmpd="sng" algn="ctr">
                      <a:solidFill>
                        <a:srgbClr val="E074E3"/>
                      </a:solidFill>
                      <a:prstDash val="solid"/>
                      <a:round/>
                      <a:headEnd type="none" w="med" len="med"/>
                      <a:tailEnd type="none" w="med" len="med"/>
                    </a:lnB>
                    <a:noFill/>
                  </a:tcPr>
                </a:tc>
                <a:tc>
                  <a:txBody>
                    <a:bodyPr/>
                    <a:lstStyle/>
                    <a:p>
                      <a:pPr>
                        <a:buNone/>
                      </a:pPr>
                      <a:r>
                        <a:rPr lang="en-IN" sz="1400" dirty="0">
                          <a:effectLst/>
                        </a:rPr>
                        <a:t>Data transformation</a:t>
                      </a:r>
                    </a:p>
                  </a:txBody>
                  <a:tcPr marL="42259" marR="42259" marT="28172" marB="28172" anchor="ctr">
                    <a:lnL w="9525" cap="flat" cmpd="sng" algn="ctr">
                      <a:solidFill>
                        <a:srgbClr val="E074E3"/>
                      </a:solidFill>
                      <a:prstDash val="solid"/>
                      <a:round/>
                      <a:headEnd type="none" w="med" len="med"/>
                      <a:tailEnd type="none" w="med" len="med"/>
                    </a:lnL>
                    <a:lnR>
                      <a:noFill/>
                    </a:lnR>
                    <a:lnT w="9525" cap="flat" cmpd="sng" algn="ctr">
                      <a:solidFill>
                        <a:srgbClr val="E076E3"/>
                      </a:solidFill>
                      <a:prstDash val="solid"/>
                      <a:round/>
                      <a:headEnd type="none" w="med" len="med"/>
                      <a:tailEnd type="none" w="med" len="med"/>
                    </a:lnT>
                    <a:lnB w="9525" cap="flat" cmpd="sng" algn="ctr">
                      <a:solidFill>
                        <a:srgbClr val="A075E1"/>
                      </a:solidFill>
                      <a:prstDash val="solid"/>
                      <a:round/>
                      <a:headEnd type="none" w="med" len="med"/>
                      <a:tailEnd type="none" w="med" len="med"/>
                    </a:lnB>
                    <a:noFill/>
                  </a:tcPr>
                </a:tc>
                <a:extLst>
                  <a:ext uri="{0D108BD9-81ED-4DB2-BD59-A6C34878D82A}">
                    <a16:rowId xmlns:a16="http://schemas.microsoft.com/office/drawing/2014/main" val="697806928"/>
                  </a:ext>
                </a:extLst>
              </a:tr>
              <a:tr h="259186">
                <a:tc>
                  <a:txBody>
                    <a:bodyPr/>
                    <a:lstStyle/>
                    <a:p>
                      <a:pPr>
                        <a:buNone/>
                      </a:pPr>
                      <a:r>
                        <a:rPr lang="en-IN" sz="1400">
                          <a:effectLst/>
                        </a:rPr>
                        <a:t>Caches</a:t>
                      </a:r>
                    </a:p>
                  </a:txBody>
                  <a:tcPr marL="42259" marR="42259" marT="28172" marB="28172" anchor="ctr">
                    <a:lnL>
                      <a:noFill/>
                    </a:lnL>
                    <a:lnR w="9525" cap="flat" cmpd="sng" algn="ctr">
                      <a:solidFill>
                        <a:srgbClr val="607BE1"/>
                      </a:solidFill>
                      <a:prstDash val="solid"/>
                      <a:round/>
                      <a:headEnd type="none" w="med" len="med"/>
                      <a:tailEnd type="none" w="med" len="med"/>
                    </a:lnR>
                    <a:lnT w="9525" cap="flat" cmpd="sng" algn="ctr">
                      <a:solidFill>
                        <a:srgbClr val="E074E3"/>
                      </a:solidFill>
                      <a:prstDash val="solid"/>
                      <a:round/>
                      <a:headEnd type="none" w="med" len="med"/>
                      <a:tailEnd type="none" w="med" len="med"/>
                    </a:lnT>
                    <a:lnB w="9525" cap="flat" cmpd="sng" algn="ctr">
                      <a:solidFill>
                        <a:srgbClr val="607BE1"/>
                      </a:solidFill>
                      <a:prstDash val="solid"/>
                      <a:round/>
                      <a:headEnd type="none" w="med" len="med"/>
                      <a:tailEnd type="none" w="med" len="med"/>
                    </a:lnB>
                    <a:noFill/>
                  </a:tcPr>
                </a:tc>
                <a:tc>
                  <a:txBody>
                    <a:bodyPr/>
                    <a:lstStyle/>
                    <a:p>
                      <a:pPr>
                        <a:buNone/>
                      </a:pPr>
                      <a:r>
                        <a:rPr lang="en-IN" sz="1400">
                          <a:effectLst/>
                        </a:rPr>
                        <a:t>Data caching</a:t>
                      </a:r>
                    </a:p>
                  </a:txBody>
                  <a:tcPr marL="42259" marR="42259" marT="28172" marB="28172" anchor="ctr">
                    <a:lnL w="9525" cap="flat" cmpd="sng" algn="ctr">
                      <a:solidFill>
                        <a:srgbClr val="607BE1"/>
                      </a:solidFill>
                      <a:prstDash val="solid"/>
                      <a:round/>
                      <a:headEnd type="none" w="med" len="med"/>
                      <a:tailEnd type="none" w="med" len="med"/>
                    </a:lnL>
                    <a:lnR>
                      <a:noFill/>
                    </a:lnR>
                    <a:lnT w="9525" cap="flat" cmpd="sng" algn="ctr">
                      <a:solidFill>
                        <a:srgbClr val="A075E1"/>
                      </a:solidFill>
                      <a:prstDash val="solid"/>
                      <a:round/>
                      <a:headEnd type="none" w="med" len="med"/>
                      <a:tailEnd type="none" w="med" len="med"/>
                    </a:lnT>
                    <a:lnB w="9525" cap="flat" cmpd="sng" algn="ctr">
                      <a:solidFill>
                        <a:srgbClr val="6073E1"/>
                      </a:solidFill>
                      <a:prstDash val="solid"/>
                      <a:round/>
                      <a:headEnd type="none" w="med" len="med"/>
                      <a:tailEnd type="none" w="med" len="med"/>
                    </a:lnB>
                    <a:noFill/>
                  </a:tcPr>
                </a:tc>
                <a:extLst>
                  <a:ext uri="{0D108BD9-81ED-4DB2-BD59-A6C34878D82A}">
                    <a16:rowId xmlns:a16="http://schemas.microsoft.com/office/drawing/2014/main" val="3750811391"/>
                  </a:ext>
                </a:extLst>
              </a:tr>
              <a:tr h="259186">
                <a:tc>
                  <a:txBody>
                    <a:bodyPr/>
                    <a:lstStyle/>
                    <a:p>
                      <a:pPr>
                        <a:buNone/>
                      </a:pPr>
                      <a:r>
                        <a:rPr lang="en-IN" sz="1400">
                          <a:effectLst/>
                        </a:rPr>
                        <a:t>Flows/Sub-Flows</a:t>
                      </a:r>
                    </a:p>
                  </a:txBody>
                  <a:tcPr marL="42259" marR="42259" marT="28172" marB="28172" anchor="ctr">
                    <a:lnL>
                      <a:noFill/>
                    </a:lnL>
                    <a:lnR w="9525" cap="flat" cmpd="sng" algn="ctr">
                      <a:solidFill>
                        <a:srgbClr val="6089E1"/>
                      </a:solidFill>
                      <a:prstDash val="solid"/>
                      <a:round/>
                      <a:headEnd type="none" w="med" len="med"/>
                      <a:tailEnd type="none" w="med" len="med"/>
                    </a:lnR>
                    <a:lnT w="9525" cap="flat" cmpd="sng" algn="ctr">
                      <a:solidFill>
                        <a:srgbClr val="607BE1"/>
                      </a:solidFill>
                      <a:prstDash val="solid"/>
                      <a:round/>
                      <a:headEnd type="none" w="med" len="med"/>
                      <a:tailEnd type="none" w="med" len="med"/>
                    </a:lnT>
                    <a:lnB w="9525" cap="flat" cmpd="sng" algn="ctr">
                      <a:solidFill>
                        <a:srgbClr val="6089E1"/>
                      </a:solidFill>
                      <a:prstDash val="solid"/>
                      <a:round/>
                      <a:headEnd type="none" w="med" len="med"/>
                      <a:tailEnd type="none" w="med" len="med"/>
                    </a:lnB>
                    <a:noFill/>
                  </a:tcPr>
                </a:tc>
                <a:tc>
                  <a:txBody>
                    <a:bodyPr/>
                    <a:lstStyle/>
                    <a:p>
                      <a:pPr>
                        <a:buNone/>
                      </a:pPr>
                      <a:r>
                        <a:rPr lang="en-IN" sz="1400">
                          <a:effectLst/>
                        </a:rPr>
                        <a:t>Reusable logic</a:t>
                      </a:r>
                    </a:p>
                  </a:txBody>
                  <a:tcPr marL="42259" marR="42259" marT="28172" marB="28172" anchor="ctr">
                    <a:lnL w="9525" cap="flat" cmpd="sng" algn="ctr">
                      <a:solidFill>
                        <a:srgbClr val="6089E1"/>
                      </a:solidFill>
                      <a:prstDash val="solid"/>
                      <a:round/>
                      <a:headEnd type="none" w="med" len="med"/>
                      <a:tailEnd type="none" w="med" len="med"/>
                    </a:lnL>
                    <a:lnR>
                      <a:noFill/>
                    </a:lnR>
                    <a:lnT w="9525" cap="flat" cmpd="sng" algn="ctr">
                      <a:solidFill>
                        <a:srgbClr val="6073E1"/>
                      </a:solidFill>
                      <a:prstDash val="solid"/>
                      <a:round/>
                      <a:headEnd type="none" w="med" len="med"/>
                      <a:tailEnd type="none" w="med" len="med"/>
                    </a:lnT>
                    <a:lnB w="9525" cap="flat" cmpd="sng" algn="ctr">
                      <a:solidFill>
                        <a:srgbClr val="A08FE1"/>
                      </a:solidFill>
                      <a:prstDash val="solid"/>
                      <a:round/>
                      <a:headEnd type="none" w="med" len="med"/>
                      <a:tailEnd type="none" w="med" len="med"/>
                    </a:lnB>
                    <a:noFill/>
                  </a:tcPr>
                </a:tc>
                <a:extLst>
                  <a:ext uri="{0D108BD9-81ED-4DB2-BD59-A6C34878D82A}">
                    <a16:rowId xmlns:a16="http://schemas.microsoft.com/office/drawing/2014/main" val="1306172687"/>
                  </a:ext>
                </a:extLst>
              </a:tr>
              <a:tr h="259186">
                <a:tc>
                  <a:txBody>
                    <a:bodyPr/>
                    <a:lstStyle/>
                    <a:p>
                      <a:pPr>
                        <a:buNone/>
                      </a:pPr>
                      <a:r>
                        <a:rPr lang="en-IN" sz="1400">
                          <a:effectLst/>
                        </a:rPr>
                        <a:t>API Autodiscovery</a:t>
                      </a:r>
                    </a:p>
                  </a:txBody>
                  <a:tcPr marL="42259" marR="42259" marT="28172" marB="28172" anchor="ctr">
                    <a:lnL>
                      <a:noFill/>
                    </a:lnL>
                    <a:lnR w="9525" cap="flat" cmpd="sng" algn="ctr">
                      <a:solidFill>
                        <a:srgbClr val="E08EE1"/>
                      </a:solidFill>
                      <a:prstDash val="solid"/>
                      <a:round/>
                      <a:headEnd type="none" w="med" len="med"/>
                      <a:tailEnd type="none" w="med" len="med"/>
                    </a:lnR>
                    <a:lnT w="9525" cap="flat" cmpd="sng" algn="ctr">
                      <a:solidFill>
                        <a:srgbClr val="6089E1"/>
                      </a:solidFill>
                      <a:prstDash val="solid"/>
                      <a:round/>
                      <a:headEnd type="none" w="med" len="med"/>
                      <a:tailEnd type="none" w="med" len="med"/>
                    </a:lnT>
                    <a:lnB w="9525" cap="flat" cmpd="sng" algn="ctr">
                      <a:solidFill>
                        <a:srgbClr val="E08EE1"/>
                      </a:solidFill>
                      <a:prstDash val="solid"/>
                      <a:round/>
                      <a:headEnd type="none" w="med" len="med"/>
                      <a:tailEnd type="none" w="med" len="med"/>
                    </a:lnB>
                    <a:noFill/>
                  </a:tcPr>
                </a:tc>
                <a:tc>
                  <a:txBody>
                    <a:bodyPr/>
                    <a:lstStyle/>
                    <a:p>
                      <a:pPr>
                        <a:buNone/>
                      </a:pPr>
                      <a:r>
                        <a:rPr lang="en-IN" sz="1400">
                          <a:effectLst/>
                        </a:rPr>
                        <a:t>API management</a:t>
                      </a:r>
                    </a:p>
                  </a:txBody>
                  <a:tcPr marL="42259" marR="42259" marT="28172" marB="28172" anchor="ctr">
                    <a:lnL w="9525" cap="flat" cmpd="sng" algn="ctr">
                      <a:solidFill>
                        <a:srgbClr val="E08EE1"/>
                      </a:solidFill>
                      <a:prstDash val="solid"/>
                      <a:round/>
                      <a:headEnd type="none" w="med" len="med"/>
                      <a:tailEnd type="none" w="med" len="med"/>
                    </a:lnL>
                    <a:lnR>
                      <a:noFill/>
                    </a:lnR>
                    <a:lnT w="9525" cap="flat" cmpd="sng" algn="ctr">
                      <a:solidFill>
                        <a:srgbClr val="A08FE1"/>
                      </a:solidFill>
                      <a:prstDash val="solid"/>
                      <a:round/>
                      <a:headEnd type="none" w="med" len="med"/>
                      <a:tailEnd type="none" w="med" len="med"/>
                    </a:lnT>
                    <a:lnB w="9525" cap="flat" cmpd="sng" algn="ctr">
                      <a:solidFill>
                        <a:srgbClr val="E082E1"/>
                      </a:solidFill>
                      <a:prstDash val="solid"/>
                      <a:round/>
                      <a:headEnd type="none" w="med" len="med"/>
                      <a:tailEnd type="none" w="med" len="med"/>
                    </a:lnB>
                    <a:noFill/>
                  </a:tcPr>
                </a:tc>
                <a:extLst>
                  <a:ext uri="{0D108BD9-81ED-4DB2-BD59-A6C34878D82A}">
                    <a16:rowId xmlns:a16="http://schemas.microsoft.com/office/drawing/2014/main" val="789485397"/>
                  </a:ext>
                </a:extLst>
              </a:tr>
              <a:tr h="259186">
                <a:tc>
                  <a:txBody>
                    <a:bodyPr/>
                    <a:lstStyle/>
                    <a:p>
                      <a:pPr>
                        <a:buNone/>
                      </a:pPr>
                      <a:r>
                        <a:rPr lang="en-IN" sz="1400">
                          <a:effectLst/>
                        </a:rPr>
                        <a:t>Security Policies</a:t>
                      </a:r>
                    </a:p>
                  </a:txBody>
                  <a:tcPr marL="42259" marR="42259" marT="28172" marB="28172" anchor="ctr">
                    <a:lnL>
                      <a:noFill/>
                    </a:lnL>
                    <a:lnR w="9525" cap="flat" cmpd="sng" algn="ctr">
                      <a:solidFill>
                        <a:srgbClr val="E09FE1"/>
                      </a:solidFill>
                      <a:prstDash val="solid"/>
                      <a:round/>
                      <a:headEnd type="none" w="med" len="med"/>
                      <a:tailEnd type="none" w="med" len="med"/>
                    </a:lnR>
                    <a:lnT w="9525" cap="flat" cmpd="sng" algn="ctr">
                      <a:solidFill>
                        <a:srgbClr val="E08EE1"/>
                      </a:solidFill>
                      <a:prstDash val="solid"/>
                      <a:round/>
                      <a:headEnd type="none" w="med" len="med"/>
                      <a:tailEnd type="none" w="med" len="med"/>
                    </a:lnT>
                    <a:lnB w="9525" cap="flat" cmpd="sng" algn="ctr">
                      <a:solidFill>
                        <a:srgbClr val="E09FE1"/>
                      </a:solidFill>
                      <a:prstDash val="solid"/>
                      <a:round/>
                      <a:headEnd type="none" w="med" len="med"/>
                      <a:tailEnd type="none" w="med" len="med"/>
                    </a:lnB>
                    <a:noFill/>
                  </a:tcPr>
                </a:tc>
                <a:tc>
                  <a:txBody>
                    <a:bodyPr/>
                    <a:lstStyle/>
                    <a:p>
                      <a:pPr>
                        <a:buNone/>
                      </a:pPr>
                      <a:r>
                        <a:rPr lang="en-IN" sz="1400">
                          <a:effectLst/>
                        </a:rPr>
                        <a:t>Custom security</a:t>
                      </a:r>
                    </a:p>
                  </a:txBody>
                  <a:tcPr marL="42259" marR="42259" marT="28172" marB="28172" anchor="ctr">
                    <a:lnL w="9525" cap="flat" cmpd="sng" algn="ctr">
                      <a:solidFill>
                        <a:srgbClr val="E09FE1"/>
                      </a:solidFill>
                      <a:prstDash val="solid"/>
                      <a:round/>
                      <a:headEnd type="none" w="med" len="med"/>
                      <a:tailEnd type="none" w="med" len="med"/>
                    </a:lnL>
                    <a:lnR>
                      <a:noFill/>
                    </a:lnR>
                    <a:lnT w="9525" cap="flat" cmpd="sng" algn="ctr">
                      <a:solidFill>
                        <a:srgbClr val="E082E1"/>
                      </a:solidFill>
                      <a:prstDash val="solid"/>
                      <a:round/>
                      <a:headEnd type="none" w="med" len="med"/>
                      <a:tailEnd type="none" w="med" len="med"/>
                    </a:lnT>
                    <a:lnB w="9525" cap="flat" cmpd="sng" algn="ctr">
                      <a:solidFill>
                        <a:srgbClr val="E0A0E1"/>
                      </a:solidFill>
                      <a:prstDash val="solid"/>
                      <a:round/>
                      <a:headEnd type="none" w="med" len="med"/>
                      <a:tailEnd type="none" w="med" len="med"/>
                    </a:lnB>
                    <a:noFill/>
                  </a:tcPr>
                </a:tc>
                <a:extLst>
                  <a:ext uri="{0D108BD9-81ED-4DB2-BD59-A6C34878D82A}">
                    <a16:rowId xmlns:a16="http://schemas.microsoft.com/office/drawing/2014/main" val="544883695"/>
                  </a:ext>
                </a:extLst>
              </a:tr>
              <a:tr h="259186">
                <a:tc>
                  <a:txBody>
                    <a:bodyPr/>
                    <a:lstStyle/>
                    <a:p>
                      <a:pPr>
                        <a:buNone/>
                      </a:pPr>
                      <a:r>
                        <a:rPr lang="en-IN" sz="1400">
                          <a:effectLst/>
                        </a:rPr>
                        <a:t>Filters/Validators</a:t>
                      </a:r>
                    </a:p>
                  </a:txBody>
                  <a:tcPr marL="42259" marR="42259" marT="28172" marB="28172" anchor="ctr">
                    <a:lnL>
                      <a:noFill/>
                    </a:lnL>
                    <a:lnR w="9525" cap="flat" cmpd="sng" algn="ctr">
                      <a:solidFill>
                        <a:srgbClr val="6091E1"/>
                      </a:solidFill>
                      <a:prstDash val="solid"/>
                      <a:round/>
                      <a:headEnd type="none" w="med" len="med"/>
                      <a:tailEnd type="none" w="med" len="med"/>
                    </a:lnR>
                    <a:lnT w="9525" cap="flat" cmpd="sng" algn="ctr">
                      <a:solidFill>
                        <a:srgbClr val="E09FE1"/>
                      </a:solidFill>
                      <a:prstDash val="solid"/>
                      <a:round/>
                      <a:headEnd type="none" w="med" len="med"/>
                      <a:tailEnd type="none" w="med" len="med"/>
                    </a:lnT>
                    <a:lnB>
                      <a:noFill/>
                    </a:lnB>
                    <a:noFill/>
                  </a:tcPr>
                </a:tc>
                <a:tc>
                  <a:txBody>
                    <a:bodyPr/>
                    <a:lstStyle/>
                    <a:p>
                      <a:pPr>
                        <a:buNone/>
                      </a:pPr>
                      <a:r>
                        <a:rPr lang="en-IN" sz="1400" dirty="0">
                          <a:effectLst/>
                        </a:rPr>
                        <a:t>Input validation/filtering</a:t>
                      </a:r>
                    </a:p>
                  </a:txBody>
                  <a:tcPr marL="42259" marR="42259" marT="28172" marB="28172" anchor="ctr">
                    <a:lnL w="9525" cap="flat" cmpd="sng" algn="ctr">
                      <a:solidFill>
                        <a:srgbClr val="6091E1"/>
                      </a:solidFill>
                      <a:prstDash val="solid"/>
                      <a:round/>
                      <a:headEnd type="none" w="med" len="med"/>
                      <a:tailEnd type="none" w="med" len="med"/>
                    </a:lnL>
                    <a:lnR>
                      <a:noFill/>
                    </a:lnR>
                    <a:lnT w="9525" cap="flat" cmpd="sng" algn="ctr">
                      <a:solidFill>
                        <a:srgbClr val="E0A0E1"/>
                      </a:solidFill>
                      <a:prstDash val="solid"/>
                      <a:round/>
                      <a:headEnd type="none" w="med" len="med"/>
                      <a:tailEnd type="none" w="med" len="med"/>
                    </a:lnT>
                    <a:lnB>
                      <a:noFill/>
                    </a:lnB>
                    <a:noFill/>
                  </a:tcPr>
                </a:tc>
                <a:extLst>
                  <a:ext uri="{0D108BD9-81ED-4DB2-BD59-A6C34878D82A}">
                    <a16:rowId xmlns:a16="http://schemas.microsoft.com/office/drawing/2014/main" val="4123097314"/>
                  </a:ext>
                </a:extLst>
              </a:tr>
            </a:tbl>
          </a:graphicData>
        </a:graphic>
      </p:graphicFrame>
      <p:sp>
        <p:nvSpPr>
          <p:cNvPr id="14" name="TextBox 13">
            <a:extLst>
              <a:ext uri="{FF2B5EF4-FFF2-40B4-BE49-F238E27FC236}">
                <a16:creationId xmlns:a16="http://schemas.microsoft.com/office/drawing/2014/main" id="{4DA55E1C-94F1-07CD-E8BA-B3447D030540}"/>
              </a:ext>
            </a:extLst>
          </p:cNvPr>
          <p:cNvSpPr txBox="1"/>
          <p:nvPr/>
        </p:nvSpPr>
        <p:spPr>
          <a:xfrm>
            <a:off x="1180197" y="1139252"/>
            <a:ext cx="8664314" cy="539646"/>
          </a:xfrm>
          <a:prstGeom prst="rect">
            <a:avLst/>
          </a:prstGeom>
          <a:noFill/>
        </p:spPr>
        <p:txBody>
          <a:bodyPr wrap="square" lIns="0" tIns="0" rIns="0" bIns="0" rtlCol="0">
            <a:noAutofit/>
          </a:bodyPr>
          <a:lstStyle/>
          <a:p>
            <a:pPr>
              <a:spcAft>
                <a:spcPts val="300"/>
              </a:spcAft>
            </a:pPr>
            <a:r>
              <a:rPr lang="en-IN" sz="2400" dirty="0">
                <a:latin typeface="Aptos Light" panose="020B0004020202020204" pitchFamily="34" charset="0"/>
              </a:rPr>
              <a:t>Global Configuration Elements</a:t>
            </a:r>
            <a:endParaRPr lang="en-IN" sz="2300" dirty="0">
              <a:latin typeface="Aptos Light" panose="020B0004020202020204" pitchFamily="34" charset="0"/>
            </a:endParaRPr>
          </a:p>
        </p:txBody>
      </p:sp>
    </p:spTree>
    <p:extLst>
      <p:ext uri="{BB962C8B-B14F-4D97-AF65-F5344CB8AC3E}">
        <p14:creationId xmlns:p14="http://schemas.microsoft.com/office/powerpoint/2010/main" val="3596156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oter Placeholder 1">
            <a:extLst>
              <a:ext uri="{FF2B5EF4-FFF2-40B4-BE49-F238E27FC236}">
                <a16:creationId xmlns:a16="http://schemas.microsoft.com/office/drawing/2014/main" id="{1DE2DE41-B3C2-AF09-9F1C-E5F573E20973}"/>
              </a:ext>
            </a:extLst>
          </p:cNvPr>
          <p:cNvSpPr>
            <a:spLocks noGrp="1"/>
          </p:cNvSpPr>
          <p:nvPr>
            <p:ph type="ftr" sz="quarter" idx="11"/>
          </p:nvPr>
        </p:nvSpPr>
        <p:spPr>
          <a:xfrm>
            <a:off x="394874" y="6574362"/>
            <a:ext cx="3600000" cy="180000"/>
          </a:xfrm>
        </p:spPr>
        <p:txBody>
          <a:bodyPr/>
          <a:lstStyle/>
          <a:p>
            <a:pPr>
              <a:spcAft>
                <a:spcPts val="600"/>
              </a:spcAft>
            </a:pPr>
            <a:r>
              <a:rPr lang="en-GB"/>
              <a:t>© Tech Mahindra Limited. All Rights Reserved</a:t>
            </a:r>
          </a:p>
        </p:txBody>
      </p:sp>
      <p:sp>
        <p:nvSpPr>
          <p:cNvPr id="27" name="Title 26">
            <a:extLst>
              <a:ext uri="{FF2B5EF4-FFF2-40B4-BE49-F238E27FC236}">
                <a16:creationId xmlns:a16="http://schemas.microsoft.com/office/drawing/2014/main" id="{139D2359-1458-E765-591C-7C107ED5C6D9}"/>
              </a:ext>
            </a:extLst>
          </p:cNvPr>
          <p:cNvSpPr>
            <a:spLocks noGrp="1"/>
          </p:cNvSpPr>
          <p:nvPr>
            <p:ph type="body" sz="quarter" idx="20"/>
          </p:nvPr>
        </p:nvSpPr>
        <p:spPr>
          <a:xfrm>
            <a:off x="420153" y="835573"/>
            <a:ext cx="4166837" cy="4651375"/>
          </a:xfrm>
        </p:spPr>
        <p:txBody>
          <a:bodyPr vert="horz" lIns="0" tIns="0" rIns="0" bIns="0" rtlCol="0" anchor="t" anchorCtr="0">
            <a:normAutofit/>
          </a:bodyPr>
          <a:lstStyle/>
          <a:p>
            <a:r>
              <a:rPr lang="en-US" kern="1200" dirty="0">
                <a:latin typeface="Aptos Light" panose="020B0004020202020204" pitchFamily="34" charset="0"/>
                <a:ea typeface="+mn-ea"/>
                <a:cs typeface="+mn-cs"/>
              </a:rPr>
              <a:t>Variables, Attributes, Properties</a:t>
            </a:r>
          </a:p>
        </p:txBody>
      </p:sp>
      <p:sp>
        <p:nvSpPr>
          <p:cNvPr id="43" name="Slide Number Placeholder 5">
            <a:extLst>
              <a:ext uri="{FF2B5EF4-FFF2-40B4-BE49-F238E27FC236}">
                <a16:creationId xmlns:a16="http://schemas.microsoft.com/office/drawing/2014/main" id="{D7A34466-5F35-E7DC-B2D8-5105DFA28E91}"/>
              </a:ext>
            </a:extLst>
          </p:cNvPr>
          <p:cNvSpPr>
            <a:spLocks noGrp="1"/>
          </p:cNvSpPr>
          <p:nvPr>
            <p:ph type="sldNum" sz="quarter" idx="4"/>
          </p:nvPr>
        </p:nvSpPr>
        <p:spPr>
          <a:xfrm>
            <a:off x="11395292" y="6574362"/>
            <a:ext cx="540000" cy="180000"/>
          </a:xfrm>
        </p:spPr>
        <p:txBody>
          <a:bodyPr/>
          <a:lstStyle/>
          <a:p>
            <a:pPr>
              <a:spcAft>
                <a:spcPts val="600"/>
              </a:spcAft>
            </a:pPr>
            <a:fld id="{2D5117C1-7BFB-400E-A14B-8E2312996B92}" type="slidenum">
              <a:rPr lang="en-GB" smtClean="0"/>
              <a:pPr>
                <a:spcAft>
                  <a:spcPts val="600"/>
                </a:spcAft>
              </a:pPr>
              <a:t>24</a:t>
            </a:fld>
            <a:endParaRPr lang="en-GB"/>
          </a:p>
        </p:txBody>
      </p:sp>
      <p:graphicFrame>
        <p:nvGraphicFramePr>
          <p:cNvPr id="35" name="TextBox 32">
            <a:extLst>
              <a:ext uri="{FF2B5EF4-FFF2-40B4-BE49-F238E27FC236}">
                <a16:creationId xmlns:a16="http://schemas.microsoft.com/office/drawing/2014/main" id="{9717F0C3-0E8D-4340-4560-FB7B120E4DCE}"/>
              </a:ext>
            </a:extLst>
          </p:cNvPr>
          <p:cNvGraphicFramePr/>
          <p:nvPr>
            <p:extLst>
              <p:ext uri="{D42A27DB-BD31-4B8C-83A1-F6EECF244321}">
                <p14:modId xmlns:p14="http://schemas.microsoft.com/office/powerpoint/2010/main" val="3033964378"/>
              </p:ext>
            </p:extLst>
          </p:nvPr>
        </p:nvGraphicFramePr>
        <p:xfrm>
          <a:off x="4353459" y="835573"/>
          <a:ext cx="7418388" cy="54507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279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ooter Placeholder 1">
            <a:extLst>
              <a:ext uri="{FF2B5EF4-FFF2-40B4-BE49-F238E27FC236}">
                <a16:creationId xmlns:a16="http://schemas.microsoft.com/office/drawing/2014/main" id="{50DE3660-756A-DA78-3F93-8C99745C34E1}"/>
              </a:ext>
            </a:extLst>
          </p:cNvPr>
          <p:cNvSpPr>
            <a:spLocks noGrp="1"/>
          </p:cNvSpPr>
          <p:nvPr>
            <p:ph type="ftr" sz="quarter" idx="11"/>
          </p:nvPr>
        </p:nvSpPr>
        <p:spPr>
          <a:xfrm>
            <a:off x="394874" y="6574362"/>
            <a:ext cx="3600000" cy="180000"/>
          </a:xfrm>
        </p:spPr>
        <p:txBody>
          <a:bodyPr/>
          <a:lstStyle/>
          <a:p>
            <a:pPr>
              <a:spcAft>
                <a:spcPts val="600"/>
              </a:spcAft>
            </a:pPr>
            <a:r>
              <a:rPr lang="en-GB"/>
              <a:t>© Tech Mahindra Limited. All Rights Reserved</a:t>
            </a:r>
          </a:p>
        </p:txBody>
      </p:sp>
      <p:sp>
        <p:nvSpPr>
          <p:cNvPr id="10" name="TextBox 9">
            <a:extLst>
              <a:ext uri="{FF2B5EF4-FFF2-40B4-BE49-F238E27FC236}">
                <a16:creationId xmlns:a16="http://schemas.microsoft.com/office/drawing/2014/main" id="{44B22891-6E33-4311-4998-97FDA709F913}"/>
              </a:ext>
            </a:extLst>
          </p:cNvPr>
          <p:cNvSpPr txBox="1"/>
          <p:nvPr/>
        </p:nvSpPr>
        <p:spPr>
          <a:xfrm>
            <a:off x="420153" y="835573"/>
            <a:ext cx="3729037" cy="4651375"/>
          </a:xfrm>
          <a:prstGeom prst="rect">
            <a:avLst/>
          </a:prstGeom>
        </p:spPr>
        <p:txBody>
          <a:bodyPr vert="horz" lIns="0" tIns="0" rIns="0" bIns="0" rtlCol="0" anchor="t" anchorCtr="0">
            <a:normAutofit/>
          </a:bodyPr>
          <a:lstStyle/>
          <a:p>
            <a:pPr>
              <a:spcBef>
                <a:spcPts val="100"/>
              </a:spcBef>
              <a:spcAft>
                <a:spcPts val="100"/>
              </a:spcAft>
            </a:pPr>
            <a:r>
              <a:rPr lang="en-US" sz="4000" kern="1200" dirty="0">
                <a:latin typeface="Aptos Light" panose="020B0004020202020204" pitchFamily="34" charset="0"/>
                <a:ea typeface="+mn-ea"/>
                <a:cs typeface="+mn-cs"/>
              </a:rPr>
              <a:t>DataWeave Transformation (MuleSoft)</a:t>
            </a:r>
          </a:p>
        </p:txBody>
      </p:sp>
      <p:sp>
        <p:nvSpPr>
          <p:cNvPr id="36" name="Slide Number Placeholder 5">
            <a:extLst>
              <a:ext uri="{FF2B5EF4-FFF2-40B4-BE49-F238E27FC236}">
                <a16:creationId xmlns:a16="http://schemas.microsoft.com/office/drawing/2014/main" id="{860F0C87-CA78-B21F-26A0-E52FA2D71FFA}"/>
              </a:ext>
            </a:extLst>
          </p:cNvPr>
          <p:cNvSpPr>
            <a:spLocks noGrp="1"/>
          </p:cNvSpPr>
          <p:nvPr>
            <p:ph type="sldNum" sz="quarter" idx="4"/>
          </p:nvPr>
        </p:nvSpPr>
        <p:spPr>
          <a:xfrm>
            <a:off x="11395292" y="6574362"/>
            <a:ext cx="540000" cy="180000"/>
          </a:xfrm>
        </p:spPr>
        <p:txBody>
          <a:bodyPr/>
          <a:lstStyle/>
          <a:p>
            <a:pPr>
              <a:spcAft>
                <a:spcPts val="600"/>
              </a:spcAft>
            </a:pPr>
            <a:fld id="{2D5117C1-7BFB-400E-A14B-8E2312996B92}" type="slidenum">
              <a:rPr lang="en-GB" smtClean="0"/>
              <a:pPr>
                <a:spcAft>
                  <a:spcPts val="600"/>
                </a:spcAft>
              </a:pPr>
              <a:t>25</a:t>
            </a:fld>
            <a:endParaRPr lang="en-GB"/>
          </a:p>
        </p:txBody>
      </p:sp>
      <p:graphicFrame>
        <p:nvGraphicFramePr>
          <p:cNvPr id="37" name="TextBox 11">
            <a:extLst>
              <a:ext uri="{FF2B5EF4-FFF2-40B4-BE49-F238E27FC236}">
                <a16:creationId xmlns:a16="http://schemas.microsoft.com/office/drawing/2014/main" id="{187F6B98-B0C4-6DBE-4A22-A62100BD4DEE}"/>
              </a:ext>
            </a:extLst>
          </p:cNvPr>
          <p:cNvGraphicFramePr/>
          <p:nvPr>
            <p:extLst>
              <p:ext uri="{D42A27DB-BD31-4B8C-83A1-F6EECF244321}">
                <p14:modId xmlns:p14="http://schemas.microsoft.com/office/powerpoint/2010/main" val="2280774941"/>
              </p:ext>
            </p:extLst>
          </p:nvPr>
        </p:nvGraphicFramePr>
        <p:xfrm>
          <a:off x="4353459" y="835573"/>
          <a:ext cx="7418388" cy="54507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9925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6233191-1584-6C08-62EE-A912713049E0}"/>
              </a:ext>
            </a:extLst>
          </p:cNvPr>
          <p:cNvSpPr txBox="1"/>
          <p:nvPr/>
        </p:nvSpPr>
        <p:spPr>
          <a:xfrm>
            <a:off x="394874" y="532353"/>
            <a:ext cx="11402252" cy="1189623"/>
          </a:xfrm>
          <a:prstGeom prst="rect">
            <a:avLst/>
          </a:prstGeom>
        </p:spPr>
        <p:txBody>
          <a:bodyPr vert="horz" lIns="0" tIns="0" rIns="0" bIns="0" rtlCol="0" anchor="t" anchorCtr="0">
            <a:normAutofit/>
          </a:bodyPr>
          <a:lstStyle/>
          <a:p>
            <a:pPr>
              <a:spcAft>
                <a:spcPts val="100"/>
              </a:spcAft>
            </a:pPr>
            <a:r>
              <a:rPr lang="en-US" sz="4000" b="1" i="0" cap="all" spc="100" baseline="0" dirty="0">
                <a:effectLst/>
                <a:latin typeface="Aptos Light" panose="020B0004020202020204" pitchFamily="34" charset="0"/>
              </a:rPr>
              <a:t>Routers &amp; Scopes (MuleSoft)</a:t>
            </a:r>
            <a:endParaRPr lang="en-US" sz="4000" cap="all" spc="100" baseline="0" dirty="0">
              <a:latin typeface="Aptos Light" panose="020B0004020202020204" pitchFamily="34" charset="0"/>
            </a:endParaRPr>
          </a:p>
        </p:txBody>
      </p:sp>
      <p:sp>
        <p:nvSpPr>
          <p:cNvPr id="29" name="Footer Placeholder 2">
            <a:extLst>
              <a:ext uri="{FF2B5EF4-FFF2-40B4-BE49-F238E27FC236}">
                <a16:creationId xmlns:a16="http://schemas.microsoft.com/office/drawing/2014/main" id="{9167E96C-D929-5DB5-8530-8F553381BA42}"/>
              </a:ext>
            </a:extLst>
          </p:cNvPr>
          <p:cNvSpPr>
            <a:spLocks noGrp="1"/>
          </p:cNvSpPr>
          <p:nvPr>
            <p:ph type="ftr" sz="quarter" idx="11"/>
          </p:nvPr>
        </p:nvSpPr>
        <p:spPr>
          <a:xfrm>
            <a:off x="394874" y="6574362"/>
            <a:ext cx="3600000" cy="180000"/>
          </a:xfrm>
        </p:spPr>
        <p:txBody>
          <a:bodyPr vert="horz" lIns="0" tIns="0" rIns="0" bIns="0" rtlCol="0" anchor="t" anchorCtr="0">
            <a:normAutofit/>
          </a:bodyPr>
          <a:lstStyle/>
          <a:p>
            <a:pPr>
              <a:spcAft>
                <a:spcPts val="600"/>
              </a:spcAft>
            </a:pPr>
            <a:r>
              <a:rPr lang="en-GB" kern="1200">
                <a:latin typeface="+mn-lt"/>
                <a:ea typeface="+mn-ea"/>
                <a:cs typeface="+mn-cs"/>
              </a:rPr>
              <a:t>© Tech Mahindra Limited. All Rights Reserved</a:t>
            </a:r>
          </a:p>
        </p:txBody>
      </p:sp>
      <p:sp>
        <p:nvSpPr>
          <p:cNvPr id="28" name="TextBox 27">
            <a:extLst>
              <a:ext uri="{FF2B5EF4-FFF2-40B4-BE49-F238E27FC236}">
                <a16:creationId xmlns:a16="http://schemas.microsoft.com/office/drawing/2014/main" id="{C9411D08-EA4A-20D6-0134-855DA1C64AB6}"/>
              </a:ext>
            </a:extLst>
          </p:cNvPr>
          <p:cNvSpPr txBox="1"/>
          <p:nvPr/>
        </p:nvSpPr>
        <p:spPr>
          <a:xfrm>
            <a:off x="533867" y="1513490"/>
            <a:ext cx="11401425" cy="4666593"/>
          </a:xfrm>
          <a:prstGeom prst="rect">
            <a:avLst/>
          </a:prstGeom>
        </p:spPr>
        <p:txBody>
          <a:bodyPr vert="horz" lIns="0" tIns="0" rIns="0" bIns="0" rtlCol="0" anchor="t" anchorCtr="0">
            <a:normAutofit/>
          </a:bodyPr>
          <a:lstStyle/>
          <a:p>
            <a:pPr marL="179388" indent="-179388">
              <a:lnSpc>
                <a:spcPct val="90000"/>
              </a:lnSpc>
              <a:spcBef>
                <a:spcPts val="100"/>
              </a:spcBef>
              <a:spcAft>
                <a:spcPts val="100"/>
              </a:spcAft>
              <a:buFont typeface="Arial" panose="020B0604020202020204" pitchFamily="34" charset="0"/>
              <a:buChar char="•"/>
            </a:pPr>
            <a:r>
              <a:rPr lang="en-US" b="1" dirty="0"/>
              <a:t>Routers:</a:t>
            </a:r>
            <a:br>
              <a:rPr lang="en-US" dirty="0"/>
            </a:br>
            <a:r>
              <a:rPr lang="en-US" dirty="0"/>
              <a:t>- </a:t>
            </a:r>
            <a:r>
              <a:rPr lang="en-US" b="1" dirty="0"/>
              <a:t>Choice:</a:t>
            </a:r>
            <a:r>
              <a:rPr lang="en-US" dirty="0"/>
              <a:t> Conditional routing (if/else logic)</a:t>
            </a:r>
            <a:br>
              <a:rPr lang="en-US" dirty="0"/>
            </a:br>
            <a:r>
              <a:rPr lang="en-US" dirty="0"/>
              <a:t>- </a:t>
            </a:r>
            <a:r>
              <a:rPr lang="en-US" b="1" dirty="0"/>
              <a:t>Scatter-Gather:</a:t>
            </a:r>
            <a:r>
              <a:rPr lang="en-US" dirty="0"/>
              <a:t> Parallel processing, aggregate results</a:t>
            </a:r>
            <a:br>
              <a:rPr lang="en-US" dirty="0"/>
            </a:br>
            <a:r>
              <a:rPr lang="en-US" dirty="0"/>
              <a:t>- </a:t>
            </a:r>
            <a:r>
              <a:rPr lang="en-US" b="1" dirty="0"/>
              <a:t>First Successful:</a:t>
            </a:r>
            <a:r>
              <a:rPr lang="en-US" dirty="0"/>
              <a:t> Tries routes in order, uses first success</a:t>
            </a:r>
            <a:br>
              <a:rPr lang="en-US" dirty="0"/>
            </a:br>
            <a:r>
              <a:rPr lang="en-US" dirty="0"/>
              <a:t>- </a:t>
            </a:r>
            <a:r>
              <a:rPr lang="en-US" b="1" dirty="0"/>
              <a:t>Round Robin:</a:t>
            </a:r>
            <a:r>
              <a:rPr lang="en-US" dirty="0"/>
              <a:t> Distributes messages evenly (load balancing)</a:t>
            </a:r>
            <a:br>
              <a:rPr lang="en-US" dirty="0"/>
            </a:br>
            <a:r>
              <a:rPr lang="en-US" dirty="0"/>
              <a:t>- </a:t>
            </a:r>
            <a:r>
              <a:rPr lang="en-US" b="1" dirty="0"/>
              <a:t>All:</a:t>
            </a:r>
            <a:r>
              <a:rPr lang="en-US" dirty="0"/>
              <a:t> Sends message to all routes (like multicast)</a:t>
            </a:r>
          </a:p>
          <a:p>
            <a:pPr marL="179388" indent="-179388">
              <a:lnSpc>
                <a:spcPct val="90000"/>
              </a:lnSpc>
              <a:spcBef>
                <a:spcPts val="100"/>
              </a:spcBef>
              <a:spcAft>
                <a:spcPts val="100"/>
              </a:spcAft>
              <a:buFont typeface="Arial" panose="020B0604020202020204" pitchFamily="34" charset="0"/>
              <a:buChar char="•"/>
            </a:pPr>
            <a:endParaRPr lang="en-US" dirty="0"/>
          </a:p>
          <a:p>
            <a:pPr marL="179388" indent="-179388">
              <a:lnSpc>
                <a:spcPct val="90000"/>
              </a:lnSpc>
              <a:spcBef>
                <a:spcPts val="100"/>
              </a:spcBef>
              <a:spcAft>
                <a:spcPts val="100"/>
              </a:spcAft>
              <a:buFont typeface="Arial" panose="020B0604020202020204" pitchFamily="34" charset="0"/>
              <a:buChar char="•"/>
            </a:pPr>
            <a:r>
              <a:rPr lang="en-US" b="1" dirty="0"/>
              <a:t>Scopes:</a:t>
            </a:r>
            <a:br>
              <a:rPr lang="en-US" dirty="0"/>
            </a:br>
            <a:r>
              <a:rPr lang="en-US" dirty="0"/>
              <a:t>- </a:t>
            </a:r>
            <a:r>
              <a:rPr lang="en-US" b="1" dirty="0"/>
              <a:t>Try:</a:t>
            </a:r>
            <a:r>
              <a:rPr lang="en-US" dirty="0"/>
              <a:t> Error handling block</a:t>
            </a:r>
            <a:br>
              <a:rPr lang="en-US" dirty="0"/>
            </a:br>
            <a:r>
              <a:rPr lang="en-US" dirty="0"/>
              <a:t>- </a:t>
            </a:r>
            <a:r>
              <a:rPr lang="en-US" b="1" dirty="0"/>
              <a:t>Async:</a:t>
            </a:r>
            <a:r>
              <a:rPr lang="en-US" dirty="0"/>
              <a:t> Run flow in background</a:t>
            </a:r>
            <a:br>
              <a:rPr lang="en-US" dirty="0"/>
            </a:br>
            <a:r>
              <a:rPr lang="en-US" dirty="0"/>
              <a:t>- </a:t>
            </a:r>
            <a:r>
              <a:rPr lang="en-US" b="1" dirty="0"/>
              <a:t>For Each:</a:t>
            </a:r>
            <a:r>
              <a:rPr lang="en-US" dirty="0"/>
              <a:t> Loop over collection</a:t>
            </a:r>
            <a:br>
              <a:rPr lang="en-US" dirty="0"/>
            </a:br>
            <a:r>
              <a:rPr lang="en-US" dirty="0"/>
              <a:t>- </a:t>
            </a:r>
            <a:r>
              <a:rPr lang="en-US" b="1" dirty="0"/>
              <a:t>Parallel For Each:</a:t>
            </a:r>
            <a:r>
              <a:rPr lang="en-US" dirty="0"/>
              <a:t> Loop with parallel execution</a:t>
            </a:r>
            <a:br>
              <a:rPr lang="en-US" dirty="0"/>
            </a:br>
            <a:r>
              <a:rPr lang="en-US" dirty="0"/>
              <a:t>- </a:t>
            </a:r>
            <a:r>
              <a:rPr lang="en-US" b="1" dirty="0"/>
              <a:t>Until Successful:</a:t>
            </a:r>
            <a:r>
              <a:rPr lang="en-US" dirty="0"/>
              <a:t> Retries block until success or max attempts</a:t>
            </a:r>
            <a:br>
              <a:rPr lang="en-US" dirty="0"/>
            </a:br>
            <a:r>
              <a:rPr lang="en-US" dirty="0"/>
              <a:t>- </a:t>
            </a:r>
            <a:r>
              <a:rPr lang="en-US" b="1" dirty="0"/>
              <a:t>Cache:</a:t>
            </a:r>
            <a:r>
              <a:rPr lang="en-US" dirty="0"/>
              <a:t> Store and reuse results for performance</a:t>
            </a:r>
          </a:p>
          <a:p>
            <a:pPr marL="179388" indent="-179388">
              <a:lnSpc>
                <a:spcPct val="90000"/>
              </a:lnSpc>
              <a:spcBef>
                <a:spcPts val="100"/>
              </a:spcBef>
              <a:spcAft>
                <a:spcPts val="100"/>
              </a:spcAft>
              <a:buFont typeface="Arial" panose="020B0604020202020204" pitchFamily="34" charset="0"/>
              <a:buChar char="•"/>
            </a:pPr>
            <a:endParaRPr lang="en-US" dirty="0"/>
          </a:p>
          <a:p>
            <a:pPr marL="179388" indent="-179388">
              <a:lnSpc>
                <a:spcPct val="90000"/>
              </a:lnSpc>
              <a:spcBef>
                <a:spcPts val="100"/>
              </a:spcBef>
              <a:spcAft>
                <a:spcPts val="100"/>
              </a:spcAft>
              <a:buFont typeface="Arial" panose="020B0604020202020204" pitchFamily="34" charset="0"/>
              <a:buChar char="•"/>
            </a:pPr>
            <a:r>
              <a:rPr lang="en-US" b="1" dirty="0"/>
              <a:t>Purpose: </a:t>
            </a:r>
          </a:p>
          <a:p>
            <a:pPr>
              <a:lnSpc>
                <a:spcPct val="90000"/>
              </a:lnSpc>
              <a:spcBef>
                <a:spcPts val="100"/>
              </a:spcBef>
              <a:spcAft>
                <a:spcPts val="100"/>
              </a:spcAft>
            </a:pPr>
            <a:r>
              <a:rPr lang="en-US" dirty="0"/>
              <a:t>      - Control flow, error handling, parallelism, and performance optimization in Mule flows</a:t>
            </a:r>
          </a:p>
          <a:p>
            <a:pPr marL="179388" indent="-179388">
              <a:lnSpc>
                <a:spcPct val="90000"/>
              </a:lnSpc>
              <a:spcBef>
                <a:spcPts val="100"/>
              </a:spcBef>
              <a:spcAft>
                <a:spcPts val="100"/>
              </a:spcAft>
              <a:buFont typeface="Arial" panose="020B0604020202020204" pitchFamily="34" charset="0"/>
              <a:buChar char="•"/>
            </a:pPr>
            <a:endParaRPr lang="en-US" b="1" dirty="0"/>
          </a:p>
          <a:p>
            <a:pPr marL="179388" indent="-179388">
              <a:lnSpc>
                <a:spcPct val="90000"/>
              </a:lnSpc>
              <a:spcBef>
                <a:spcPts val="100"/>
              </a:spcBef>
              <a:spcAft>
                <a:spcPts val="100"/>
              </a:spcAft>
              <a:buFont typeface="Arial" panose="020B0604020202020204" pitchFamily="34" charset="0"/>
              <a:buChar char="•"/>
            </a:pPr>
            <a:endParaRPr lang="en-US" dirty="0"/>
          </a:p>
        </p:txBody>
      </p:sp>
      <p:sp>
        <p:nvSpPr>
          <p:cNvPr id="31" name="Slide Number Placeholder 5">
            <a:extLst>
              <a:ext uri="{FF2B5EF4-FFF2-40B4-BE49-F238E27FC236}">
                <a16:creationId xmlns:a16="http://schemas.microsoft.com/office/drawing/2014/main" id="{7B38E9C8-9A2D-9B3E-3084-C742FC9E143A}"/>
              </a:ext>
            </a:extLst>
          </p:cNvPr>
          <p:cNvSpPr>
            <a:spLocks noGrp="1"/>
          </p:cNvSpPr>
          <p:nvPr>
            <p:ph type="sldNum" sz="quarter" idx="4"/>
          </p:nvPr>
        </p:nvSpPr>
        <p:spPr>
          <a:xfrm>
            <a:off x="11395292" y="6574362"/>
            <a:ext cx="540000" cy="180000"/>
          </a:xfrm>
        </p:spPr>
        <p:txBody>
          <a:bodyPr vert="horz" lIns="0" tIns="0" rIns="0" bIns="0" rtlCol="0" anchor="t" anchorCtr="0">
            <a:normAutofit/>
          </a:bodyPr>
          <a:lstStyle/>
          <a:p>
            <a:pPr>
              <a:spcAft>
                <a:spcPts val="600"/>
              </a:spcAft>
            </a:pPr>
            <a:fld id="{2D5117C1-7BFB-400E-A14B-8E2312996B92}" type="slidenum">
              <a:rPr lang="en-GB" smtClean="0"/>
              <a:pPr>
                <a:spcAft>
                  <a:spcPts val="600"/>
                </a:spcAft>
              </a:pPr>
              <a:t>26</a:t>
            </a:fld>
            <a:endParaRPr lang="en-GB"/>
          </a:p>
        </p:txBody>
      </p:sp>
    </p:spTree>
    <p:extLst>
      <p:ext uri="{BB962C8B-B14F-4D97-AF65-F5344CB8AC3E}">
        <p14:creationId xmlns:p14="http://schemas.microsoft.com/office/powerpoint/2010/main" val="1323578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1">
            <a:extLst>
              <a:ext uri="{FF2B5EF4-FFF2-40B4-BE49-F238E27FC236}">
                <a16:creationId xmlns:a16="http://schemas.microsoft.com/office/drawing/2014/main" id="{1F638548-2BDB-C874-4B09-02BC70FEE5A9}"/>
              </a:ext>
            </a:extLst>
          </p:cNvPr>
          <p:cNvSpPr>
            <a:spLocks noGrp="1"/>
          </p:cNvSpPr>
          <p:nvPr>
            <p:ph type="ftr" sz="quarter" idx="11"/>
          </p:nvPr>
        </p:nvSpPr>
        <p:spPr>
          <a:xfrm>
            <a:off x="394874" y="6574362"/>
            <a:ext cx="3600000" cy="180000"/>
          </a:xfrm>
        </p:spPr>
        <p:txBody>
          <a:bodyPr vert="horz" lIns="0" tIns="0" rIns="0" bIns="0" rtlCol="0" anchor="t" anchorCtr="0">
            <a:normAutofit/>
          </a:bodyPr>
          <a:lstStyle/>
          <a:p>
            <a:pPr>
              <a:spcAft>
                <a:spcPts val="600"/>
              </a:spcAft>
            </a:pPr>
            <a:r>
              <a:rPr lang="en-GB" kern="1200">
                <a:latin typeface="+mn-lt"/>
                <a:ea typeface="+mn-ea"/>
                <a:cs typeface="+mn-cs"/>
              </a:rPr>
              <a:t>© Tech Mahindra Limited. All Rights Reserved</a:t>
            </a:r>
          </a:p>
        </p:txBody>
      </p:sp>
      <p:sp>
        <p:nvSpPr>
          <p:cNvPr id="30" name="Title 3">
            <a:extLst>
              <a:ext uri="{FF2B5EF4-FFF2-40B4-BE49-F238E27FC236}">
                <a16:creationId xmlns:a16="http://schemas.microsoft.com/office/drawing/2014/main" id="{DC39A7A2-F488-E106-C0E2-94C02C3C8607}"/>
              </a:ext>
            </a:extLst>
          </p:cNvPr>
          <p:cNvSpPr>
            <a:spLocks noGrp="1"/>
          </p:cNvSpPr>
          <p:nvPr>
            <p:ph type="title"/>
          </p:nvPr>
        </p:nvSpPr>
        <p:spPr>
          <a:xfrm>
            <a:off x="394874" y="1187802"/>
            <a:ext cx="11401200" cy="1080000"/>
          </a:xfrm>
        </p:spPr>
        <p:txBody>
          <a:bodyPr/>
          <a:lstStyle/>
          <a:p>
            <a:r>
              <a:rPr lang="en-IN" dirty="0"/>
              <a:t>Error Handling Types</a:t>
            </a:r>
            <a:endParaRPr lang="en-US" dirty="0"/>
          </a:p>
        </p:txBody>
      </p:sp>
      <p:sp>
        <p:nvSpPr>
          <p:cNvPr id="8" name="TextBox 7">
            <a:extLst>
              <a:ext uri="{FF2B5EF4-FFF2-40B4-BE49-F238E27FC236}">
                <a16:creationId xmlns:a16="http://schemas.microsoft.com/office/drawing/2014/main" id="{986C462B-D1ED-1BF9-BAFF-3E13F6211836}"/>
              </a:ext>
            </a:extLst>
          </p:cNvPr>
          <p:cNvSpPr txBox="1"/>
          <p:nvPr/>
        </p:nvSpPr>
        <p:spPr>
          <a:xfrm>
            <a:off x="394874" y="103941"/>
            <a:ext cx="2880000" cy="329447"/>
          </a:xfrm>
          <a:prstGeom prst="rect">
            <a:avLst/>
          </a:prstGeom>
        </p:spPr>
        <p:txBody>
          <a:bodyPr vert="horz" lIns="0" tIns="0" rIns="0" bIns="0" rtlCol="0" anchor="t" anchorCtr="0">
            <a:normAutofit/>
          </a:bodyPr>
          <a:lstStyle/>
          <a:p>
            <a:pPr>
              <a:spcBef>
                <a:spcPts val="100"/>
              </a:spcBef>
              <a:spcAft>
                <a:spcPts val="100"/>
              </a:spcAft>
            </a:pPr>
            <a:r>
              <a:rPr lang="en-GB" sz="900" kern="1200" cap="all" spc="100" baseline="0">
                <a:solidFill>
                  <a:srgbClr val="29251D"/>
                </a:solidFill>
                <a:latin typeface="+mn-lt"/>
                <a:ea typeface="+mn-ea"/>
                <a:cs typeface="+mn-cs"/>
              </a:rPr>
              <a:t>Error Handling Types</a:t>
            </a:r>
          </a:p>
        </p:txBody>
      </p:sp>
      <p:sp>
        <p:nvSpPr>
          <p:cNvPr id="24" name="Slide Number Placeholder 5">
            <a:extLst>
              <a:ext uri="{FF2B5EF4-FFF2-40B4-BE49-F238E27FC236}">
                <a16:creationId xmlns:a16="http://schemas.microsoft.com/office/drawing/2014/main" id="{CA3AA1B0-6E42-B543-A5B7-58E83BA3FE1B}"/>
              </a:ext>
            </a:extLst>
          </p:cNvPr>
          <p:cNvSpPr>
            <a:spLocks noGrp="1"/>
          </p:cNvSpPr>
          <p:nvPr>
            <p:ph type="sldNum" sz="quarter" idx="4"/>
          </p:nvPr>
        </p:nvSpPr>
        <p:spPr>
          <a:xfrm>
            <a:off x="11395292" y="6574362"/>
            <a:ext cx="540000" cy="180000"/>
          </a:xfrm>
        </p:spPr>
        <p:txBody>
          <a:bodyPr vert="horz" lIns="0" tIns="0" rIns="0" bIns="0" rtlCol="0" anchor="t" anchorCtr="0">
            <a:normAutofit/>
          </a:bodyPr>
          <a:lstStyle/>
          <a:p>
            <a:pPr>
              <a:spcAft>
                <a:spcPts val="600"/>
              </a:spcAft>
            </a:pPr>
            <a:fld id="{2D5117C1-7BFB-400E-A14B-8E2312996B92}" type="slidenum">
              <a:rPr lang="en-GB" smtClean="0"/>
              <a:pPr>
                <a:spcAft>
                  <a:spcPts val="600"/>
                </a:spcAft>
              </a:pPr>
              <a:t>27</a:t>
            </a:fld>
            <a:endParaRPr lang="en-GB"/>
          </a:p>
        </p:txBody>
      </p:sp>
      <p:graphicFrame>
        <p:nvGraphicFramePr>
          <p:cNvPr id="25" name="TextBox 9">
            <a:extLst>
              <a:ext uri="{FF2B5EF4-FFF2-40B4-BE49-F238E27FC236}">
                <a16:creationId xmlns:a16="http://schemas.microsoft.com/office/drawing/2014/main" id="{0E6FAC7C-23BB-4521-AE6B-C836CD962E57}"/>
              </a:ext>
            </a:extLst>
          </p:cNvPr>
          <p:cNvGraphicFramePr/>
          <p:nvPr>
            <p:extLst>
              <p:ext uri="{D42A27DB-BD31-4B8C-83A1-F6EECF244321}">
                <p14:modId xmlns:p14="http://schemas.microsoft.com/office/powerpoint/2010/main" val="1072962374"/>
              </p:ext>
            </p:extLst>
          </p:nvPr>
        </p:nvGraphicFramePr>
        <p:xfrm>
          <a:off x="394649" y="1319939"/>
          <a:ext cx="11401425" cy="42181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4933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921B781-659D-A0F4-BE56-D09D6CA3D1BE}"/>
              </a:ext>
            </a:extLst>
          </p:cNvPr>
          <p:cNvSpPr>
            <a:spLocks noGrp="1"/>
          </p:cNvSpPr>
          <p:nvPr>
            <p:ph type="ftr" sz="quarter" idx="11"/>
          </p:nvPr>
        </p:nvSpPr>
        <p:spPr/>
        <p:txBody>
          <a:bodyPr anchor="t">
            <a:normAutofit/>
          </a:bodyPr>
          <a:lstStyle/>
          <a:p>
            <a:pPr>
              <a:spcAft>
                <a:spcPts val="600"/>
              </a:spcAft>
            </a:pPr>
            <a:r>
              <a:rPr lang="en-GB"/>
              <a:t>© Tech Mahindra Limited. All Rights Reserved</a:t>
            </a:r>
          </a:p>
        </p:txBody>
      </p:sp>
      <p:sp>
        <p:nvSpPr>
          <p:cNvPr id="11" name="Text Placeholder 2">
            <a:extLst>
              <a:ext uri="{FF2B5EF4-FFF2-40B4-BE49-F238E27FC236}">
                <a16:creationId xmlns:a16="http://schemas.microsoft.com/office/drawing/2014/main" id="{52F9CBE4-16AD-464A-2BA2-8EC31A08E556}"/>
              </a:ext>
            </a:extLst>
          </p:cNvPr>
          <p:cNvSpPr>
            <a:spLocks noGrp="1"/>
          </p:cNvSpPr>
          <p:nvPr>
            <p:ph type="body" sz="quarter" idx="14"/>
          </p:nvPr>
        </p:nvSpPr>
        <p:spPr>
          <a:xfrm>
            <a:off x="177728" y="213999"/>
            <a:ext cx="8118506" cy="337494"/>
          </a:xfrm>
        </p:spPr>
        <p:txBody>
          <a:bodyPr/>
          <a:lstStyle/>
          <a:p>
            <a:r>
              <a:rPr lang="en-IN" sz="2800" b="1" dirty="0"/>
              <a:t>Batch Processing &amp; Streaming (MuleSoft)</a:t>
            </a:r>
            <a:br>
              <a:rPr lang="en-IN" sz="2800" dirty="0"/>
            </a:br>
            <a:endParaRPr lang="en-US" sz="2800" dirty="0"/>
          </a:p>
        </p:txBody>
      </p:sp>
      <p:sp>
        <p:nvSpPr>
          <p:cNvPr id="6" name="Slide Number Placeholder 5">
            <a:extLst>
              <a:ext uri="{FF2B5EF4-FFF2-40B4-BE49-F238E27FC236}">
                <a16:creationId xmlns:a16="http://schemas.microsoft.com/office/drawing/2014/main" id="{394D27B5-508F-9A43-C17E-8FDFF73ADEDD}"/>
              </a:ext>
            </a:extLst>
          </p:cNvPr>
          <p:cNvSpPr>
            <a:spLocks noGrp="1"/>
          </p:cNvSpPr>
          <p:nvPr>
            <p:ph type="sldNum" sz="quarter" idx="4"/>
          </p:nvPr>
        </p:nvSpPr>
        <p:spPr/>
        <p:txBody>
          <a:bodyPr anchor="t">
            <a:normAutofit/>
          </a:bodyPr>
          <a:lstStyle/>
          <a:p>
            <a:pPr>
              <a:spcAft>
                <a:spcPts val="600"/>
              </a:spcAft>
            </a:pPr>
            <a:fld id="{2D5117C1-7BFB-400E-A14B-8E2312996B92}" type="slidenum">
              <a:rPr lang="en-GB" smtClean="0"/>
              <a:pPr>
                <a:spcAft>
                  <a:spcPts val="600"/>
                </a:spcAft>
              </a:pPr>
              <a:t>28</a:t>
            </a:fld>
            <a:endParaRPr lang="en-GB"/>
          </a:p>
        </p:txBody>
      </p:sp>
      <p:sp>
        <p:nvSpPr>
          <p:cNvPr id="4" name="Title 3">
            <a:extLst>
              <a:ext uri="{FF2B5EF4-FFF2-40B4-BE49-F238E27FC236}">
                <a16:creationId xmlns:a16="http://schemas.microsoft.com/office/drawing/2014/main" id="{C177688B-09B3-BDA6-8572-F16AB9D40FCC}"/>
              </a:ext>
            </a:extLst>
          </p:cNvPr>
          <p:cNvSpPr>
            <a:spLocks noGrp="1"/>
          </p:cNvSpPr>
          <p:nvPr>
            <p:ph type="title" idx="4294967295"/>
          </p:nvPr>
        </p:nvSpPr>
        <p:spPr>
          <a:xfrm>
            <a:off x="394874" y="1289154"/>
            <a:ext cx="11797126" cy="5714493"/>
          </a:xfrm>
        </p:spPr>
        <p:txBody>
          <a:bodyPr anchor="b">
            <a:noAutofit/>
          </a:bodyPr>
          <a:lstStyle/>
          <a:p>
            <a:r>
              <a:rPr lang="en-IN" sz="1800" b="1" dirty="0">
                <a:latin typeface="Aptos (Body)"/>
              </a:rPr>
              <a:t>Batch Processing:</a:t>
            </a:r>
            <a:br>
              <a:rPr lang="en-IN" sz="1800" dirty="0">
                <a:latin typeface="Aptos (Body)"/>
              </a:rPr>
            </a:br>
            <a:r>
              <a:rPr lang="en-IN" sz="1800" dirty="0">
                <a:latin typeface="Aptos (Body)"/>
              </a:rPr>
              <a:t>Designed for handling large data volumes (e.g., files, records)</a:t>
            </a:r>
            <a:br>
              <a:rPr lang="en-IN" sz="1800" dirty="0">
                <a:latin typeface="Aptos (Body)"/>
              </a:rPr>
            </a:br>
            <a:r>
              <a:rPr lang="en-IN" sz="1800" dirty="0">
                <a:latin typeface="Aptos (Body)"/>
              </a:rPr>
              <a:t>Processes data in steps: Input → Process → On Complete</a:t>
            </a:r>
            <a:br>
              <a:rPr lang="en-IN" sz="1800" dirty="0">
                <a:latin typeface="Aptos (Body)"/>
              </a:rPr>
            </a:br>
            <a:r>
              <a:rPr lang="en-IN" sz="1800" dirty="0">
                <a:latin typeface="Aptos (Body)"/>
              </a:rPr>
              <a:t>Supports parallelization, checkpointing, and error handling</a:t>
            </a:r>
            <a:br>
              <a:rPr lang="en-IN" sz="1800" dirty="0">
                <a:latin typeface="Aptos (Body)"/>
              </a:rPr>
            </a:br>
            <a:r>
              <a:rPr lang="en-IN" sz="1800" dirty="0">
                <a:latin typeface="Aptos (Body)"/>
              </a:rPr>
              <a:t>Enables partial processing and recovery from failures</a:t>
            </a:r>
            <a:br>
              <a:rPr lang="en-IN" sz="1800" b="1" dirty="0">
                <a:latin typeface="Aptos (Body)"/>
              </a:rPr>
            </a:br>
            <a:br>
              <a:rPr lang="en-IN" sz="1800" b="1" dirty="0">
                <a:latin typeface="Aptos (Body)"/>
              </a:rPr>
            </a:br>
            <a:r>
              <a:rPr lang="en-GB" sz="1800" b="1" dirty="0">
                <a:latin typeface="Aptos (Body)"/>
              </a:rPr>
              <a:t>Streaming:</a:t>
            </a:r>
            <a:br>
              <a:rPr lang="en-GB" sz="1800" dirty="0">
                <a:latin typeface="Aptos (Body)"/>
              </a:rPr>
            </a:br>
            <a:r>
              <a:rPr lang="en-GB" sz="1800" dirty="0">
                <a:latin typeface="Aptos (Body)"/>
              </a:rPr>
              <a:t>Handles large payloads efficiently (e.g., big files, large API responses)</a:t>
            </a:r>
            <a:br>
              <a:rPr lang="en-GB" sz="1800" dirty="0">
                <a:latin typeface="Aptos (Body)"/>
              </a:rPr>
            </a:br>
            <a:r>
              <a:rPr lang="en-GB" sz="1800" dirty="0">
                <a:latin typeface="Aptos (Body)"/>
              </a:rPr>
              <a:t>Processes data as it arrives, without loading all into memory</a:t>
            </a:r>
            <a:br>
              <a:rPr lang="en-GB" sz="1800" dirty="0">
                <a:latin typeface="Aptos (Body)"/>
              </a:rPr>
            </a:br>
            <a:r>
              <a:rPr lang="en-GB" sz="1800" dirty="0">
                <a:latin typeface="Aptos (Body)"/>
              </a:rPr>
              <a:t>Reduces memory usage and improves performance</a:t>
            </a:r>
            <a:br>
              <a:rPr lang="en-GB" sz="1800" dirty="0">
                <a:latin typeface="Aptos (Body)"/>
              </a:rPr>
            </a:br>
            <a:r>
              <a:rPr lang="en-GB" sz="1800" dirty="0">
                <a:latin typeface="Aptos (Body)"/>
              </a:rPr>
              <a:t>Supports streaming for file, HTTP, and database connectors</a:t>
            </a:r>
            <a:br>
              <a:rPr lang="en-GB" sz="1800" dirty="0">
                <a:latin typeface="Aptos (Body)"/>
              </a:rPr>
            </a:br>
            <a:br>
              <a:rPr lang="en-GB" sz="1800" dirty="0">
                <a:latin typeface="Aptos (Body)"/>
              </a:rPr>
            </a:br>
            <a:r>
              <a:rPr lang="en-GB" sz="1800" b="1" dirty="0">
                <a:latin typeface="Aptos (Body)"/>
              </a:rPr>
              <a:t>Benefits:</a:t>
            </a:r>
            <a:br>
              <a:rPr lang="en-GB" sz="1800" dirty="0">
                <a:latin typeface="Aptos (Body)"/>
              </a:rPr>
            </a:br>
            <a:r>
              <a:rPr lang="en-GB" sz="1800" dirty="0">
                <a:latin typeface="Aptos (Body)"/>
              </a:rPr>
              <a:t>Scalable, efficient processing of big data</a:t>
            </a:r>
            <a:br>
              <a:rPr lang="en-GB" sz="1800" dirty="0">
                <a:latin typeface="Aptos (Body)"/>
              </a:rPr>
            </a:br>
            <a:r>
              <a:rPr lang="en-GB" sz="1800" dirty="0">
                <a:latin typeface="Aptos (Body)"/>
              </a:rPr>
              <a:t>Parallel execution and fault tolerance</a:t>
            </a:r>
            <a:br>
              <a:rPr lang="en-GB" sz="1800" dirty="0">
                <a:latin typeface="Aptos (Body)"/>
              </a:rPr>
            </a:br>
            <a:r>
              <a:rPr lang="en-GB" sz="1800" dirty="0">
                <a:latin typeface="Aptos (Body)"/>
              </a:rPr>
              <a:t>Optimized resource usage</a:t>
            </a:r>
            <a:br>
              <a:rPr lang="en-GB" sz="1800" dirty="0">
                <a:latin typeface="Aptos (Body)"/>
              </a:rPr>
            </a:br>
            <a:br>
              <a:rPr lang="en-GB" sz="1800" dirty="0">
                <a:latin typeface="Aptos (Body)"/>
              </a:rPr>
            </a:br>
            <a:br>
              <a:rPr lang="en-GB" sz="1800" dirty="0">
                <a:latin typeface="Aptos (Body)"/>
              </a:rPr>
            </a:br>
            <a:br>
              <a:rPr lang="en-GB" sz="1800" dirty="0">
                <a:latin typeface="Aptos (Body)"/>
              </a:rPr>
            </a:br>
            <a:endParaRPr lang="en-IN" sz="1800" dirty="0">
              <a:latin typeface="Aptos (Body)"/>
            </a:endParaRPr>
          </a:p>
        </p:txBody>
      </p:sp>
    </p:spTree>
    <p:extLst>
      <p:ext uri="{BB962C8B-B14F-4D97-AF65-F5344CB8AC3E}">
        <p14:creationId xmlns:p14="http://schemas.microsoft.com/office/powerpoint/2010/main" val="788879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04DAEAA-5BFD-9645-D8B9-4F42D151EDD2}"/>
              </a:ext>
            </a:extLst>
          </p:cNvPr>
          <p:cNvSpPr>
            <a:spLocks noGrp="1"/>
          </p:cNvSpPr>
          <p:nvPr>
            <p:ph type="ftr" sz="quarter" idx="11"/>
          </p:nvPr>
        </p:nvSpPr>
        <p:spPr>
          <a:xfrm>
            <a:off x="394874" y="6574362"/>
            <a:ext cx="3600000" cy="180000"/>
          </a:xfrm>
        </p:spPr>
        <p:txBody>
          <a:bodyPr vert="horz" lIns="0" tIns="0" rIns="0" bIns="0" rtlCol="0" anchor="t" anchorCtr="0">
            <a:normAutofit/>
          </a:bodyPr>
          <a:lstStyle/>
          <a:p>
            <a:pPr>
              <a:spcAft>
                <a:spcPts val="600"/>
              </a:spcAft>
            </a:pPr>
            <a:r>
              <a:rPr lang="en-GB" kern="1200">
                <a:latin typeface="+mn-lt"/>
                <a:ea typeface="+mn-ea"/>
                <a:cs typeface="+mn-cs"/>
              </a:rPr>
              <a:t>© Tech Mahindra Limited. All Rights Reserved</a:t>
            </a:r>
          </a:p>
        </p:txBody>
      </p:sp>
      <p:sp>
        <p:nvSpPr>
          <p:cNvPr id="6" name="TextBox 5">
            <a:extLst>
              <a:ext uri="{FF2B5EF4-FFF2-40B4-BE49-F238E27FC236}">
                <a16:creationId xmlns:a16="http://schemas.microsoft.com/office/drawing/2014/main" id="{485A47AD-EF4C-97E3-9FE6-5AD3EDD73679}"/>
              </a:ext>
            </a:extLst>
          </p:cNvPr>
          <p:cNvSpPr txBox="1"/>
          <p:nvPr/>
        </p:nvSpPr>
        <p:spPr>
          <a:xfrm>
            <a:off x="394874" y="687387"/>
            <a:ext cx="11401200" cy="1080000"/>
          </a:xfrm>
          <a:prstGeom prst="rect">
            <a:avLst/>
          </a:prstGeom>
        </p:spPr>
        <p:txBody>
          <a:bodyPr vert="horz" lIns="0" tIns="0" rIns="0" bIns="0" rtlCol="0" anchor="t" anchorCtr="0">
            <a:normAutofit/>
          </a:bodyPr>
          <a:lstStyle/>
          <a:p>
            <a:pPr>
              <a:lnSpc>
                <a:spcPct val="95000"/>
              </a:lnSpc>
              <a:spcBef>
                <a:spcPct val="0"/>
              </a:spcBef>
              <a:spcAft>
                <a:spcPts val="600"/>
              </a:spcAft>
            </a:pPr>
            <a:r>
              <a:rPr lang="en-US" sz="4000" dirty="0">
                <a:solidFill>
                  <a:srgbClr val="29251D"/>
                </a:solidFill>
                <a:latin typeface="Aptos Light" panose="020B0004020202020204" pitchFamily="34" charset="0"/>
                <a:ea typeface="+mj-ea"/>
                <a:cs typeface="+mj-cs"/>
              </a:rPr>
              <a:t>Deployment Models</a:t>
            </a:r>
          </a:p>
        </p:txBody>
      </p:sp>
      <p:sp>
        <p:nvSpPr>
          <p:cNvPr id="4" name="Slide Number Placeholder 3">
            <a:extLst>
              <a:ext uri="{FF2B5EF4-FFF2-40B4-BE49-F238E27FC236}">
                <a16:creationId xmlns:a16="http://schemas.microsoft.com/office/drawing/2014/main" id="{F42B328D-B519-320C-65C9-CA45109C0113}"/>
              </a:ext>
            </a:extLst>
          </p:cNvPr>
          <p:cNvSpPr>
            <a:spLocks noGrp="1"/>
          </p:cNvSpPr>
          <p:nvPr>
            <p:ph type="sldNum" sz="quarter" idx="4"/>
          </p:nvPr>
        </p:nvSpPr>
        <p:spPr>
          <a:xfrm>
            <a:off x="11395292" y="6574362"/>
            <a:ext cx="540000" cy="180000"/>
          </a:xfrm>
        </p:spPr>
        <p:txBody>
          <a:bodyPr vert="horz" lIns="0" tIns="0" rIns="0" bIns="0" rtlCol="0" anchor="t" anchorCtr="0">
            <a:normAutofit/>
          </a:bodyPr>
          <a:lstStyle/>
          <a:p>
            <a:pPr>
              <a:spcAft>
                <a:spcPts val="600"/>
              </a:spcAft>
            </a:pPr>
            <a:fld id="{2D5117C1-7BFB-400E-A14B-8E2312996B92}" type="slidenum">
              <a:rPr lang="en-GB" smtClean="0"/>
              <a:pPr>
                <a:spcAft>
                  <a:spcPts val="600"/>
                </a:spcAft>
              </a:pPr>
              <a:t>29</a:t>
            </a:fld>
            <a:endParaRPr lang="en-GB"/>
          </a:p>
        </p:txBody>
      </p:sp>
      <p:graphicFrame>
        <p:nvGraphicFramePr>
          <p:cNvPr id="17" name="TextBox 7">
            <a:extLst>
              <a:ext uri="{FF2B5EF4-FFF2-40B4-BE49-F238E27FC236}">
                <a16:creationId xmlns:a16="http://schemas.microsoft.com/office/drawing/2014/main" id="{EF47E158-5966-41E6-3649-31E0F5B8BC55}"/>
              </a:ext>
            </a:extLst>
          </p:cNvPr>
          <p:cNvGraphicFramePr/>
          <p:nvPr>
            <p:extLst>
              <p:ext uri="{D42A27DB-BD31-4B8C-83A1-F6EECF244321}">
                <p14:modId xmlns:p14="http://schemas.microsoft.com/office/powerpoint/2010/main" val="2243746392"/>
              </p:ext>
            </p:extLst>
          </p:nvPr>
        </p:nvGraphicFramePr>
        <p:xfrm>
          <a:off x="395288" y="1952491"/>
          <a:ext cx="11401425" cy="42181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54162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E932C-D7E2-3819-46EC-93A07924D8A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E0D2A31-E456-B14D-86ED-DF33C2120211}"/>
              </a:ext>
            </a:extLst>
          </p:cNvPr>
          <p:cNvSpPr>
            <a:spLocks noGrp="1"/>
          </p:cNvSpPr>
          <p:nvPr>
            <p:ph type="ftr" sz="quarter" idx="11"/>
          </p:nvPr>
        </p:nvSpPr>
        <p:spPr>
          <a:xfrm>
            <a:off x="394874" y="6574362"/>
            <a:ext cx="3600000" cy="180000"/>
          </a:xfrm>
        </p:spPr>
        <p:txBody>
          <a:bodyPr vert="horz" lIns="0" tIns="0" rIns="0" bIns="0" rtlCol="0" anchor="t" anchorCtr="0">
            <a:normAutofit/>
          </a:bodyPr>
          <a:lstStyle/>
          <a:p>
            <a:pPr>
              <a:spcAft>
                <a:spcPts val="600"/>
              </a:spcAft>
            </a:pPr>
            <a:r>
              <a:rPr lang="en-GB" kern="1200">
                <a:latin typeface="+mn-lt"/>
                <a:ea typeface="+mn-ea"/>
                <a:cs typeface="+mn-cs"/>
              </a:rPr>
              <a:t>© Tech Mahindra Limited. All Rights Reserved</a:t>
            </a:r>
          </a:p>
        </p:txBody>
      </p:sp>
      <p:sp>
        <p:nvSpPr>
          <p:cNvPr id="6" name="TextBox 5">
            <a:extLst>
              <a:ext uri="{FF2B5EF4-FFF2-40B4-BE49-F238E27FC236}">
                <a16:creationId xmlns:a16="http://schemas.microsoft.com/office/drawing/2014/main" id="{25FAC7EB-517E-4116-4102-D25B4744E747}"/>
              </a:ext>
            </a:extLst>
          </p:cNvPr>
          <p:cNvSpPr txBox="1"/>
          <p:nvPr/>
        </p:nvSpPr>
        <p:spPr>
          <a:xfrm>
            <a:off x="420153" y="835573"/>
            <a:ext cx="3729037" cy="4651375"/>
          </a:xfrm>
          <a:prstGeom prst="rect">
            <a:avLst/>
          </a:prstGeom>
        </p:spPr>
        <p:txBody>
          <a:bodyPr vert="horz" lIns="0" tIns="0" rIns="0" bIns="0" rtlCol="0" anchor="t" anchorCtr="0">
            <a:normAutofit/>
          </a:bodyPr>
          <a:lstStyle/>
          <a:p>
            <a:pPr>
              <a:spcBef>
                <a:spcPts val="100"/>
              </a:spcBef>
              <a:spcAft>
                <a:spcPts val="100"/>
              </a:spcAft>
            </a:pPr>
            <a:r>
              <a:rPr lang="en-US" sz="4000" kern="1200" dirty="0">
                <a:latin typeface="Aptos Light" panose="020B0004020202020204" pitchFamily="34" charset="0"/>
                <a:ea typeface="+mn-ea"/>
                <a:cs typeface="+mn-cs"/>
              </a:rPr>
              <a:t>Monitoring &amp; Logging</a:t>
            </a:r>
          </a:p>
        </p:txBody>
      </p:sp>
      <p:sp>
        <p:nvSpPr>
          <p:cNvPr id="4" name="Slide Number Placeholder 3">
            <a:extLst>
              <a:ext uri="{FF2B5EF4-FFF2-40B4-BE49-F238E27FC236}">
                <a16:creationId xmlns:a16="http://schemas.microsoft.com/office/drawing/2014/main" id="{697B8D3B-5C91-CDCE-C96A-4ECB73934481}"/>
              </a:ext>
            </a:extLst>
          </p:cNvPr>
          <p:cNvSpPr>
            <a:spLocks noGrp="1"/>
          </p:cNvSpPr>
          <p:nvPr>
            <p:ph type="sldNum" sz="quarter" idx="4"/>
          </p:nvPr>
        </p:nvSpPr>
        <p:spPr>
          <a:xfrm>
            <a:off x="11395292" y="6574362"/>
            <a:ext cx="540000" cy="180000"/>
          </a:xfrm>
        </p:spPr>
        <p:txBody>
          <a:bodyPr vert="horz" lIns="0" tIns="0" rIns="0" bIns="0" rtlCol="0" anchor="t" anchorCtr="0">
            <a:normAutofit/>
          </a:bodyPr>
          <a:lstStyle/>
          <a:p>
            <a:pPr>
              <a:spcAft>
                <a:spcPts val="600"/>
              </a:spcAft>
            </a:pPr>
            <a:fld id="{2D5117C1-7BFB-400E-A14B-8E2312996B92}" type="slidenum">
              <a:rPr lang="en-GB" smtClean="0"/>
              <a:pPr>
                <a:spcAft>
                  <a:spcPts val="600"/>
                </a:spcAft>
              </a:pPr>
              <a:t>30</a:t>
            </a:fld>
            <a:endParaRPr lang="en-GB"/>
          </a:p>
        </p:txBody>
      </p:sp>
      <p:graphicFrame>
        <p:nvGraphicFramePr>
          <p:cNvPr id="17" name="TextBox 7">
            <a:extLst>
              <a:ext uri="{FF2B5EF4-FFF2-40B4-BE49-F238E27FC236}">
                <a16:creationId xmlns:a16="http://schemas.microsoft.com/office/drawing/2014/main" id="{CFF7411F-862D-43A3-CBC2-F43498501780}"/>
              </a:ext>
            </a:extLst>
          </p:cNvPr>
          <p:cNvGraphicFramePr/>
          <p:nvPr>
            <p:extLst>
              <p:ext uri="{D42A27DB-BD31-4B8C-83A1-F6EECF244321}">
                <p14:modId xmlns:p14="http://schemas.microsoft.com/office/powerpoint/2010/main" val="846622826"/>
              </p:ext>
            </p:extLst>
          </p:nvPr>
        </p:nvGraphicFramePr>
        <p:xfrm>
          <a:off x="4353459" y="835573"/>
          <a:ext cx="7418388" cy="54507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60220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D8E58-9399-B94F-7149-90774298C6F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632537-48D4-E5FB-ECFD-4B79AD1FA7B7}"/>
              </a:ext>
            </a:extLst>
          </p:cNvPr>
          <p:cNvSpPr>
            <a:spLocks noGrp="1"/>
          </p:cNvSpPr>
          <p:nvPr>
            <p:ph type="ftr" sz="quarter" idx="11"/>
          </p:nvPr>
        </p:nvSpPr>
        <p:spPr>
          <a:xfrm>
            <a:off x="394874" y="6574362"/>
            <a:ext cx="3600000" cy="180000"/>
          </a:xfrm>
        </p:spPr>
        <p:txBody>
          <a:bodyPr vert="horz" lIns="0" tIns="0" rIns="0" bIns="0" rtlCol="0" anchor="t" anchorCtr="0">
            <a:normAutofit/>
          </a:bodyPr>
          <a:lstStyle/>
          <a:p>
            <a:pPr>
              <a:spcAft>
                <a:spcPts val="600"/>
              </a:spcAft>
            </a:pPr>
            <a:r>
              <a:rPr lang="en-GB" kern="1200">
                <a:latin typeface="+mn-lt"/>
                <a:ea typeface="+mn-ea"/>
                <a:cs typeface="+mn-cs"/>
              </a:rPr>
              <a:t>© Tech Mahindra Limited. All Rights Reserved</a:t>
            </a:r>
          </a:p>
        </p:txBody>
      </p:sp>
      <p:sp>
        <p:nvSpPr>
          <p:cNvPr id="6" name="TextBox 5">
            <a:extLst>
              <a:ext uri="{FF2B5EF4-FFF2-40B4-BE49-F238E27FC236}">
                <a16:creationId xmlns:a16="http://schemas.microsoft.com/office/drawing/2014/main" id="{B41CDA3C-2118-D072-56ED-DE82F768A5F3}"/>
              </a:ext>
            </a:extLst>
          </p:cNvPr>
          <p:cNvSpPr txBox="1"/>
          <p:nvPr/>
        </p:nvSpPr>
        <p:spPr>
          <a:xfrm>
            <a:off x="420153" y="835573"/>
            <a:ext cx="3729037" cy="4651375"/>
          </a:xfrm>
          <a:prstGeom prst="rect">
            <a:avLst/>
          </a:prstGeom>
        </p:spPr>
        <p:txBody>
          <a:bodyPr vert="horz" lIns="0" tIns="0" rIns="0" bIns="0" rtlCol="0" anchor="t" anchorCtr="0">
            <a:normAutofit/>
          </a:bodyPr>
          <a:lstStyle/>
          <a:p>
            <a:pPr>
              <a:spcBef>
                <a:spcPts val="100"/>
              </a:spcBef>
              <a:spcAft>
                <a:spcPts val="100"/>
              </a:spcAft>
            </a:pPr>
            <a:r>
              <a:rPr lang="en-US" sz="4000" kern="1200" dirty="0">
                <a:latin typeface="Aptos Light" panose="020B0004020202020204" pitchFamily="34" charset="0"/>
                <a:ea typeface="+mn-ea"/>
                <a:cs typeface="+mn-cs"/>
              </a:rPr>
              <a:t>Security &amp; Policies</a:t>
            </a:r>
          </a:p>
        </p:txBody>
      </p:sp>
      <p:sp>
        <p:nvSpPr>
          <p:cNvPr id="4" name="Slide Number Placeholder 3">
            <a:extLst>
              <a:ext uri="{FF2B5EF4-FFF2-40B4-BE49-F238E27FC236}">
                <a16:creationId xmlns:a16="http://schemas.microsoft.com/office/drawing/2014/main" id="{8E273177-5F76-5BF0-9B3F-81AEA3E5019D}"/>
              </a:ext>
            </a:extLst>
          </p:cNvPr>
          <p:cNvSpPr>
            <a:spLocks noGrp="1"/>
          </p:cNvSpPr>
          <p:nvPr>
            <p:ph type="sldNum" sz="quarter" idx="4"/>
          </p:nvPr>
        </p:nvSpPr>
        <p:spPr>
          <a:xfrm>
            <a:off x="11395292" y="6574362"/>
            <a:ext cx="540000" cy="180000"/>
          </a:xfrm>
        </p:spPr>
        <p:txBody>
          <a:bodyPr vert="horz" lIns="0" tIns="0" rIns="0" bIns="0" rtlCol="0" anchor="t" anchorCtr="0">
            <a:normAutofit/>
          </a:bodyPr>
          <a:lstStyle/>
          <a:p>
            <a:pPr>
              <a:spcAft>
                <a:spcPts val="600"/>
              </a:spcAft>
            </a:pPr>
            <a:fld id="{2D5117C1-7BFB-400E-A14B-8E2312996B92}" type="slidenum">
              <a:rPr lang="en-GB" smtClean="0"/>
              <a:pPr>
                <a:spcAft>
                  <a:spcPts val="600"/>
                </a:spcAft>
              </a:pPr>
              <a:t>31</a:t>
            </a:fld>
            <a:endParaRPr lang="en-GB"/>
          </a:p>
        </p:txBody>
      </p:sp>
      <p:graphicFrame>
        <p:nvGraphicFramePr>
          <p:cNvPr id="17" name="TextBox 7">
            <a:extLst>
              <a:ext uri="{FF2B5EF4-FFF2-40B4-BE49-F238E27FC236}">
                <a16:creationId xmlns:a16="http://schemas.microsoft.com/office/drawing/2014/main" id="{10596EF6-B7E4-9F20-8FFF-08C8C237BE56}"/>
              </a:ext>
            </a:extLst>
          </p:cNvPr>
          <p:cNvGraphicFramePr/>
          <p:nvPr>
            <p:extLst>
              <p:ext uri="{D42A27DB-BD31-4B8C-83A1-F6EECF244321}">
                <p14:modId xmlns:p14="http://schemas.microsoft.com/office/powerpoint/2010/main" val="598229896"/>
              </p:ext>
            </p:extLst>
          </p:nvPr>
        </p:nvGraphicFramePr>
        <p:xfrm>
          <a:off x="4353459" y="835573"/>
          <a:ext cx="7418388" cy="54507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159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1">
            <a:extLst>
              <a:ext uri="{FF2B5EF4-FFF2-40B4-BE49-F238E27FC236}">
                <a16:creationId xmlns:a16="http://schemas.microsoft.com/office/drawing/2014/main" id="{189641DE-53AA-043C-DC2C-ADEF91815A3A}"/>
              </a:ext>
            </a:extLst>
          </p:cNvPr>
          <p:cNvSpPr>
            <a:spLocks noGrp="1"/>
          </p:cNvSpPr>
          <p:nvPr>
            <p:ph type="ftr" sz="quarter" idx="11"/>
          </p:nvPr>
        </p:nvSpPr>
        <p:spPr>
          <a:xfrm>
            <a:off x="394874" y="6574362"/>
            <a:ext cx="3600000" cy="180000"/>
          </a:xfrm>
        </p:spPr>
        <p:txBody>
          <a:bodyPr/>
          <a:lstStyle/>
          <a:p>
            <a:pPr>
              <a:spcAft>
                <a:spcPts val="600"/>
              </a:spcAft>
            </a:pPr>
            <a:r>
              <a:rPr lang="en-GB"/>
              <a:t>© Tech Mahindra Limited. All Rights Reserved</a:t>
            </a:r>
          </a:p>
        </p:txBody>
      </p:sp>
      <p:sp>
        <p:nvSpPr>
          <p:cNvPr id="10" name="TextBox 9">
            <a:extLst>
              <a:ext uri="{FF2B5EF4-FFF2-40B4-BE49-F238E27FC236}">
                <a16:creationId xmlns:a16="http://schemas.microsoft.com/office/drawing/2014/main" id="{5D94E90F-0E61-062A-08AB-19755192937F}"/>
              </a:ext>
            </a:extLst>
          </p:cNvPr>
          <p:cNvSpPr txBox="1"/>
          <p:nvPr/>
        </p:nvSpPr>
        <p:spPr>
          <a:xfrm>
            <a:off x="420153" y="835573"/>
            <a:ext cx="3729037" cy="4651375"/>
          </a:xfrm>
          <a:prstGeom prst="rect">
            <a:avLst/>
          </a:prstGeom>
        </p:spPr>
        <p:txBody>
          <a:bodyPr vert="horz" lIns="0" tIns="0" rIns="0" bIns="0" rtlCol="0" anchor="t" anchorCtr="0">
            <a:normAutofit/>
          </a:bodyPr>
          <a:lstStyle/>
          <a:p>
            <a:pPr>
              <a:spcBef>
                <a:spcPts val="100"/>
              </a:spcBef>
              <a:spcAft>
                <a:spcPts val="100"/>
              </a:spcAft>
            </a:pPr>
            <a:r>
              <a:rPr lang="en-US" sz="4000" kern="1200" dirty="0">
                <a:latin typeface="Aptos Light" panose="020B0004020202020204" pitchFamily="34" charset="0"/>
                <a:ea typeface="+mn-ea"/>
                <a:cs typeface="+mn-cs"/>
              </a:rPr>
              <a:t>API Versioning &amp; Reusability (MuleSoft Best Practices)</a:t>
            </a:r>
          </a:p>
        </p:txBody>
      </p:sp>
      <p:sp>
        <p:nvSpPr>
          <p:cNvPr id="22" name="Slide Number Placeholder 5">
            <a:extLst>
              <a:ext uri="{FF2B5EF4-FFF2-40B4-BE49-F238E27FC236}">
                <a16:creationId xmlns:a16="http://schemas.microsoft.com/office/drawing/2014/main" id="{8E7C8FDC-548F-C851-FFA0-87426FB70A45}"/>
              </a:ext>
            </a:extLst>
          </p:cNvPr>
          <p:cNvSpPr>
            <a:spLocks noGrp="1"/>
          </p:cNvSpPr>
          <p:nvPr>
            <p:ph type="sldNum" sz="quarter" idx="4"/>
          </p:nvPr>
        </p:nvSpPr>
        <p:spPr>
          <a:xfrm>
            <a:off x="11395292" y="6574362"/>
            <a:ext cx="540000" cy="180000"/>
          </a:xfrm>
        </p:spPr>
        <p:txBody>
          <a:bodyPr/>
          <a:lstStyle/>
          <a:p>
            <a:pPr>
              <a:spcAft>
                <a:spcPts val="600"/>
              </a:spcAft>
            </a:pPr>
            <a:fld id="{2D5117C1-7BFB-400E-A14B-8E2312996B92}" type="slidenum">
              <a:rPr lang="en-GB" smtClean="0"/>
              <a:pPr>
                <a:spcAft>
                  <a:spcPts val="600"/>
                </a:spcAft>
              </a:pPr>
              <a:t>32</a:t>
            </a:fld>
            <a:endParaRPr lang="en-GB"/>
          </a:p>
        </p:txBody>
      </p:sp>
      <p:graphicFrame>
        <p:nvGraphicFramePr>
          <p:cNvPr id="14" name="TextBox 11">
            <a:extLst>
              <a:ext uri="{FF2B5EF4-FFF2-40B4-BE49-F238E27FC236}">
                <a16:creationId xmlns:a16="http://schemas.microsoft.com/office/drawing/2014/main" id="{F0BC2F77-1079-1A6F-D4C5-1C9FF3AC64B1}"/>
              </a:ext>
            </a:extLst>
          </p:cNvPr>
          <p:cNvGraphicFramePr/>
          <p:nvPr>
            <p:extLst>
              <p:ext uri="{D42A27DB-BD31-4B8C-83A1-F6EECF244321}">
                <p14:modId xmlns:p14="http://schemas.microsoft.com/office/powerpoint/2010/main" val="3386309453"/>
              </p:ext>
            </p:extLst>
          </p:nvPr>
        </p:nvGraphicFramePr>
        <p:xfrm>
          <a:off x="4353459" y="835573"/>
          <a:ext cx="7418388" cy="54507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8018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1">
            <a:extLst>
              <a:ext uri="{FF2B5EF4-FFF2-40B4-BE49-F238E27FC236}">
                <a16:creationId xmlns:a16="http://schemas.microsoft.com/office/drawing/2014/main" id="{FC3528C0-C91F-C61F-1A74-83F504F47E34}"/>
              </a:ext>
            </a:extLst>
          </p:cNvPr>
          <p:cNvSpPr>
            <a:spLocks noGrp="1"/>
          </p:cNvSpPr>
          <p:nvPr>
            <p:ph type="ftr" sz="quarter" idx="11"/>
          </p:nvPr>
        </p:nvSpPr>
        <p:spPr>
          <a:xfrm>
            <a:off x="394874" y="6574362"/>
            <a:ext cx="3600000" cy="180000"/>
          </a:xfrm>
        </p:spPr>
        <p:txBody>
          <a:bodyPr/>
          <a:lstStyle/>
          <a:p>
            <a:pPr>
              <a:spcAft>
                <a:spcPts val="600"/>
              </a:spcAft>
            </a:pPr>
            <a:r>
              <a:rPr lang="en-GB"/>
              <a:t>© Tech Mahindra Limited. All Rights Reserved</a:t>
            </a:r>
          </a:p>
        </p:txBody>
      </p:sp>
      <p:sp>
        <p:nvSpPr>
          <p:cNvPr id="24" name="Text Placeholder 3">
            <a:extLst>
              <a:ext uri="{FF2B5EF4-FFF2-40B4-BE49-F238E27FC236}">
                <a16:creationId xmlns:a16="http://schemas.microsoft.com/office/drawing/2014/main" id="{7A2CDA5C-A4CC-5A72-8F44-89C6DEBA5DFE}"/>
              </a:ext>
            </a:extLst>
          </p:cNvPr>
          <p:cNvSpPr>
            <a:spLocks noGrp="1"/>
          </p:cNvSpPr>
          <p:nvPr>
            <p:ph type="body" sz="quarter" idx="14"/>
          </p:nvPr>
        </p:nvSpPr>
        <p:spPr>
          <a:xfrm>
            <a:off x="394874" y="103941"/>
            <a:ext cx="2880000" cy="329447"/>
          </a:xfrm>
        </p:spPr>
        <p:txBody>
          <a:bodyPr/>
          <a:lstStyle/>
          <a:p>
            <a:endParaRPr lang="en-US" dirty="0"/>
          </a:p>
        </p:txBody>
      </p:sp>
      <p:sp>
        <p:nvSpPr>
          <p:cNvPr id="10" name="TextBox 9">
            <a:extLst>
              <a:ext uri="{FF2B5EF4-FFF2-40B4-BE49-F238E27FC236}">
                <a16:creationId xmlns:a16="http://schemas.microsoft.com/office/drawing/2014/main" id="{BC2F38CC-AEAB-EB83-BD6C-5BF5B396D0FB}"/>
              </a:ext>
            </a:extLst>
          </p:cNvPr>
          <p:cNvSpPr txBox="1"/>
          <p:nvPr/>
        </p:nvSpPr>
        <p:spPr>
          <a:xfrm>
            <a:off x="420153" y="835573"/>
            <a:ext cx="3729037" cy="4651375"/>
          </a:xfrm>
          <a:prstGeom prst="rect">
            <a:avLst/>
          </a:prstGeom>
        </p:spPr>
        <p:txBody>
          <a:bodyPr vert="horz" lIns="0" tIns="0" rIns="0" bIns="0" rtlCol="0" anchor="t" anchorCtr="0">
            <a:normAutofit/>
          </a:bodyPr>
          <a:lstStyle/>
          <a:p>
            <a:pPr>
              <a:spcBef>
                <a:spcPts val="100"/>
              </a:spcBef>
              <a:spcAft>
                <a:spcPts val="100"/>
              </a:spcAft>
            </a:pPr>
            <a:r>
              <a:rPr lang="en-US" sz="4000" kern="1200" dirty="0">
                <a:latin typeface="Aptos Light" panose="020B0004020202020204" pitchFamily="34" charset="0"/>
                <a:ea typeface="+mn-ea"/>
                <a:cs typeface="+mn-cs"/>
              </a:rPr>
              <a:t>CI/CD &amp; DevOps</a:t>
            </a:r>
          </a:p>
        </p:txBody>
      </p:sp>
      <p:sp>
        <p:nvSpPr>
          <p:cNvPr id="25" name="Slide Number Placeholder 5">
            <a:extLst>
              <a:ext uri="{FF2B5EF4-FFF2-40B4-BE49-F238E27FC236}">
                <a16:creationId xmlns:a16="http://schemas.microsoft.com/office/drawing/2014/main" id="{610F6941-96C6-44FB-612F-83D3181829A6}"/>
              </a:ext>
            </a:extLst>
          </p:cNvPr>
          <p:cNvSpPr>
            <a:spLocks noGrp="1"/>
          </p:cNvSpPr>
          <p:nvPr>
            <p:ph type="sldNum" sz="quarter" idx="4"/>
          </p:nvPr>
        </p:nvSpPr>
        <p:spPr>
          <a:xfrm>
            <a:off x="11395292" y="6574362"/>
            <a:ext cx="540000" cy="180000"/>
          </a:xfrm>
        </p:spPr>
        <p:txBody>
          <a:bodyPr/>
          <a:lstStyle/>
          <a:p>
            <a:pPr>
              <a:spcAft>
                <a:spcPts val="600"/>
              </a:spcAft>
            </a:pPr>
            <a:fld id="{2D5117C1-7BFB-400E-A14B-8E2312996B92}" type="slidenum">
              <a:rPr lang="en-GB" smtClean="0"/>
              <a:pPr>
                <a:spcAft>
                  <a:spcPts val="600"/>
                </a:spcAft>
              </a:pPr>
              <a:t>33</a:t>
            </a:fld>
            <a:endParaRPr lang="en-GB"/>
          </a:p>
        </p:txBody>
      </p:sp>
      <p:graphicFrame>
        <p:nvGraphicFramePr>
          <p:cNvPr id="12" name="Diagram 11">
            <a:extLst>
              <a:ext uri="{FF2B5EF4-FFF2-40B4-BE49-F238E27FC236}">
                <a16:creationId xmlns:a16="http://schemas.microsoft.com/office/drawing/2014/main" id="{23DF2422-CA18-1DCC-8660-0A42463A66C0}"/>
              </a:ext>
            </a:extLst>
          </p:cNvPr>
          <p:cNvGraphicFramePr/>
          <p:nvPr>
            <p:extLst>
              <p:ext uri="{D42A27DB-BD31-4B8C-83A1-F6EECF244321}">
                <p14:modId xmlns:p14="http://schemas.microsoft.com/office/powerpoint/2010/main" val="1657425640"/>
              </p:ext>
            </p:extLst>
          </p:nvPr>
        </p:nvGraphicFramePr>
        <p:xfrm>
          <a:off x="4353459" y="835573"/>
          <a:ext cx="7418388" cy="54507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86859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AB74A23-F661-7BD6-0EE5-DFE5766188BF}"/>
              </a:ext>
            </a:extLst>
          </p:cNvPr>
          <p:cNvPicPr>
            <a:picLocks noChangeAspect="1"/>
          </p:cNvPicPr>
          <p:nvPr/>
        </p:nvPicPr>
        <p:blipFill>
          <a:blip r:embed="rId2"/>
          <a:srcRect t="3805" b="505"/>
          <a:stretch>
            <a:fillRect/>
          </a:stretch>
        </p:blipFill>
        <p:spPr>
          <a:xfrm>
            <a:off x="0" y="0"/>
            <a:ext cx="12192000" cy="6858000"/>
          </a:xfrm>
          <a:prstGeom prst="rect">
            <a:avLst/>
          </a:prstGeom>
        </p:spPr>
      </p:pic>
      <p:pic>
        <p:nvPicPr>
          <p:cNvPr id="10" name="Picture 9" descr="A black and white sign with pink letters&#10;&#10;AI-generated content may be incorrect.">
            <a:extLst>
              <a:ext uri="{FF2B5EF4-FFF2-40B4-BE49-F238E27FC236}">
                <a16:creationId xmlns:a16="http://schemas.microsoft.com/office/drawing/2014/main" id="{EEA0C86E-6707-D941-8CDB-C73886ED6D5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612078" y="2454359"/>
            <a:ext cx="5223768" cy="1949282"/>
          </a:xfrm>
          <a:prstGeom prst="rect">
            <a:avLst/>
          </a:prstGeom>
        </p:spPr>
      </p:pic>
      <p:pic>
        <p:nvPicPr>
          <p:cNvPr id="3" name="Picture 7">
            <a:extLst>
              <a:ext uri="{FF2B5EF4-FFF2-40B4-BE49-F238E27FC236}">
                <a16:creationId xmlns:a16="http://schemas.microsoft.com/office/drawing/2014/main" id="{28F111BF-6859-6123-7B7D-DCF600C02F2C}"/>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87984" y="446644"/>
            <a:ext cx="2414649" cy="579516"/>
          </a:xfrm>
          <a:prstGeom prst="rect">
            <a:avLst/>
          </a:prstGeom>
        </p:spPr>
      </p:pic>
    </p:spTree>
    <p:extLst>
      <p:ext uri="{BB962C8B-B14F-4D97-AF65-F5344CB8AC3E}">
        <p14:creationId xmlns:p14="http://schemas.microsoft.com/office/powerpoint/2010/main" val="2222491866"/>
      </p:ext>
    </p:extLst>
  </p:cSld>
  <p:clrMapOvr>
    <a:masterClrMapping/>
  </p:clrMapOvr>
</p:sld>
</file>

<file path=ppt/theme/theme1.xml><?xml version="1.0" encoding="utf-8"?>
<a:theme xmlns:a="http://schemas.openxmlformats.org/drawingml/2006/main" name="TECH mahindra">
  <a:themeElements>
    <a:clrScheme name="Tech Mahindra">
      <a:dk1>
        <a:sysClr val="windowText" lastClr="000000"/>
      </a:dk1>
      <a:lt1>
        <a:sysClr val="window" lastClr="FFFFFF"/>
      </a:lt1>
      <a:dk2>
        <a:srgbClr val="29251D"/>
      </a:dk2>
      <a:lt2>
        <a:srgbClr val="FFFFFF"/>
      </a:lt2>
      <a:accent1>
        <a:srgbClr val="E31837"/>
      </a:accent1>
      <a:accent2>
        <a:srgbClr val="5F0229"/>
      </a:accent2>
      <a:accent3>
        <a:srgbClr val="FFB3AB"/>
      </a:accent3>
      <a:accent4>
        <a:srgbClr val="4A453D"/>
      </a:accent4>
      <a:accent5>
        <a:srgbClr val="E5DFD3"/>
      </a:accent5>
      <a:accent6>
        <a:srgbClr val="F6F2EA"/>
      </a:accent6>
      <a:hlink>
        <a:srgbClr val="000000"/>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6350">
          <a:solidFill>
            <a:schemeClr val="tx2"/>
          </a:solidFill>
          <a:headEnd type="none" w="med" len="med"/>
          <a:tailEnd type="none" w="med" len="med"/>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spcAft>
            <a:spcPts val="300"/>
          </a:spcAft>
          <a:defRPr sz="2300" dirty="0" smtClean="0"/>
        </a:defPPr>
      </a:lstStyle>
    </a:txDef>
  </a:objectDefaults>
  <a:extraClrSchemeLst/>
  <a:extLst>
    <a:ext uri="{05A4C25C-085E-4340-85A3-A5531E510DB2}">
      <thm15:themeFamily xmlns:thm15="http://schemas.microsoft.com/office/thememl/2012/main" name="TechM template 03Nov25" id="{208FCE2D-4111-AA44-B51F-89F62693CE0F}" vid="{2C6A7644-D297-FF42-8ED0-AFB5316F09F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chM template 03Nov25" id="{208FCE2D-4111-AA44-B51F-89F62693CE0F}" vid="{FB27E504-10A8-E14C-8210-3C5F61FBDA3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ff0644444b2a40e29c12e15150fec972 xmlns="6acea950-4c34-44e2-8f98-4a7a363ad13e">
      <Terms xmlns="http://schemas.microsoft.com/office/infopath/2007/PartnerControls"/>
    </ff0644444b2a40e29c12e15150fec972>
    <ProjectDescription xmlns="6acea950-4c34-44e2-8f98-4a7a363ad13e" xsi:nil="true"/>
    <SBU xmlns="6acea950-4c34-44e2-8f98-4a7a363ad13e" xsi:nil="true"/>
    <Reusability_x0025_ xmlns="6acea950-4c34-44e2-8f98-4a7a363ad13e" xsi:nil="true"/>
    <ProjectManager xmlns="6acea950-4c34-44e2-8f98-4a7a363ad13e">
      <UserInfo>
        <DisplayName/>
        <AccountId xsi:nil="true"/>
        <AccountType/>
      </UserInfo>
    </ProjectManager>
    <TargetFolder xmlns="6acea950-4c34-44e2-8f98-4a7a363ad13e" xsi:nil="true"/>
    <TargetAudience xmlns="6acea950-4c34-44e2-8f98-4a7a363ad13e" xsi:nil="true"/>
    <ApprovedBy xmlns="6acea950-4c34-44e2-8f98-4a7a363ad13e" xsi:nil="true"/>
    <d22dcd938b6f4caf927565c8124858af xmlns="6acea950-4c34-44e2-8f98-4a7a363ad13e">
      <Terms xmlns="http://schemas.microsoft.com/office/infopath/2007/PartnerControls"/>
    </d22dcd938b6f4caf927565c8124858af>
    <c58c1eabb7b6441581232d1f87d2b480 xmlns="6acea950-4c34-44e2-8f98-4a7a363ad13e">
      <Terms xmlns="http://schemas.microsoft.com/office/infopath/2007/PartnerControls"/>
    </c58c1eabb7b6441581232d1f87d2b480>
    <AssetDescription xmlns="6acea950-4c34-44e2-8f98-4a7a363ad13e" xsi:nil="true"/>
    <KMKeywords xmlns="6acea950-4c34-44e2-8f98-4a7a363ad13e" xsi:nil="true"/>
    <ReviewComment xmlns="6acea950-4c34-44e2-8f98-4a7a363ad13e" xsi:nil="true"/>
    <KMAuthors xmlns="6acea950-4c34-44e2-8f98-4a7a363ad13e">
      <UserInfo>
        <DisplayName/>
        <AccountId xsi:nil="true"/>
        <AccountType/>
      </UserInfo>
    </KMAuthors>
    <Author_2013 xmlns="6acea950-4c34-44e2-8f98-4a7a363ad13e" xsi:nil="true"/>
    <n53bbbb40a0e4a13b8d690c5e1127d04 xmlns="6acea950-4c34-44e2-8f98-4a7a363ad13e">
      <Terms xmlns="http://schemas.microsoft.com/office/infopath/2007/PartnerControls"/>
    </n53bbbb40a0e4a13b8d690c5e1127d04>
    <odad7cfeefd74707ac6c84853c013316 xmlns="6acea950-4c34-44e2-8f98-4a7a363ad13e">
      <Terms xmlns="http://schemas.microsoft.com/office/infopath/2007/PartnerControls"/>
    </odad7cfeefd74707ac6c84853c013316>
    <ConfidentialityType xmlns="6acea950-4c34-44e2-8f98-4a7a363ad13e" xsi:nil="true"/>
    <OpportunityId xmlns="6acea950-4c34-44e2-8f98-4a7a363ad13e" xsi:nil="true"/>
    <TargetLibrary xmlns="6acea950-4c34-44e2-8f98-4a7a363ad13e" xsi:nil="true"/>
    <DocumentId xmlns="6acea950-4c34-44e2-8f98-4a7a363ad13e" xsi:nil="true"/>
    <Customer xmlns="6acea950-4c34-44e2-8f98-4a7a363ad13e" xsi:nil="true"/>
    <ProjectId xmlns="6acea950-4c34-44e2-8f98-4a7a363ad13e" xsi:nil="true"/>
    <OpportunityOwner xmlns="6acea950-4c34-44e2-8f98-4a7a363ad13e">
      <UserInfo>
        <DisplayName/>
        <AccountId xsi:nil="true"/>
        <AccountType/>
      </UserInfo>
    </OpportunityOwner>
    <TaxCatchAll xmlns="6acea950-4c34-44e2-8f98-4a7a363ad13e" xsi:nil="true"/>
    <Project_x0020_Phase_x0020_Usage xmlns="6acea950-4c34-44e2-8f98-4a7a363ad13e" xsi:nil="true"/>
    <mada26d228054314ab94caa6b5d7dc47 xmlns="6acea950-4c34-44e2-8f98-4a7a363ad13e">
      <Terms xmlns="http://schemas.microsoft.com/office/infopath/2007/PartnerControls"/>
    </mada26d228054314ab94caa6b5d7dc47>
    <QC xmlns="6acea950-4c34-44e2-8f98-4a7a363ad13e">
      <UserInfo>
        <DisplayName/>
        <AccountId xsi:nil="true"/>
        <AccountType/>
      </UserInfo>
    </QC>
    <AssetStatus xmlns="6acea950-4c34-44e2-8f98-4a7a363ad13e" xsi:nil="true"/>
    <ProjectName xmlns="6acea950-4c34-44e2-8f98-4a7a363ad13e" xsi:nil="true"/>
    <IBG xmlns="6acea950-4c34-44e2-8f98-4a7a363ad13e" xsi:nil="true"/>
    <Cluster xmlns="6acea950-4c34-44e2-8f98-4a7a363ad13e" xsi:nil="true"/>
    <c6c6c3b0074d4f30b72b3feedb5d0108 xmlns="6acea950-4c34-44e2-8f98-4a7a363ad13e">
      <Terms xmlns="http://schemas.microsoft.com/office/infopath/2007/PartnerControls"/>
    </c6c6c3b0074d4f30b72b3feedb5d0108>
    <j04b1f64de494316aac50e00d331c7b1 xmlns="6acea950-4c34-44e2-8f98-4a7a363ad13e">
      <Terms xmlns="http://schemas.microsoft.com/office/infopath/2007/PartnerControls"/>
    </j04b1f64de494316aac50e00d331c7b1>
    <DateOfexpiry xmlns="6acea950-4c34-44e2-8f98-4a7a363ad13e" xsi:nil="true"/>
    <OpportunityDescription xmlns="6acea950-4c34-44e2-8f98-4a7a363ad13e" xsi:nil="true"/>
    <h5822bc7064a4db5887e85ba7427ffe4 xmlns="6acea950-4c34-44e2-8f98-4a7a363ad13e">
      <Terms xmlns="http://schemas.microsoft.com/office/infopath/2007/PartnerControls"/>
    </h5822bc7064a4db5887e85ba7427ffe4>
  </documentManagement>
</p:properties>
</file>

<file path=customXml/item2.xml><?xml version="1.0" encoding="utf-8"?>
<?mso-contentType ?>
<SharedContentType xmlns="Microsoft.SharePoint.Taxonomy.ContentTypeSync" SourceId="690c6b26-a452-4077-be57-cedd6bb1e34b" ContentTypeId="0x010100E23F8AB4C344394DAF3667957D18D057" PreviousValue="false"/>
</file>

<file path=customXml/item3.xml><?xml version="1.0" encoding="utf-8"?>
<?mso-contentType ?>
<spe:Receivers xmlns:spe="http://schemas.microsoft.com/sharepoint/event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ct:contentTypeSchema xmlns:ct="http://schemas.microsoft.com/office/2006/metadata/contentType" xmlns:ma="http://schemas.microsoft.com/office/2006/metadata/properties/metaAttributes" ct:_="" ma:_="" ma:contentTypeName="KM Assets" ma:contentTypeID="0x010100E23F8AB4C344394DAF3667957D18D05700876C8E4CD00A944EBAFE744A0A27E131" ma:contentTypeVersion="38" ma:contentTypeDescription="Base Content Type for KMStore Libraries" ma:contentTypeScope="" ma:versionID="aac6d583ac2efe728631168fa80ee15e">
  <xsd:schema xmlns:xsd="http://www.w3.org/2001/XMLSchema" xmlns:xs="http://www.w3.org/2001/XMLSchema" xmlns:p="http://schemas.microsoft.com/office/2006/metadata/properties" xmlns:ns2="6acea950-4c34-44e2-8f98-4a7a363ad13e" targetNamespace="http://schemas.microsoft.com/office/2006/metadata/properties" ma:root="true" ma:fieldsID="861cc07ef419bc2717ec4ab55a809277" ns2:_="">
    <xsd:import namespace="6acea950-4c34-44e2-8f98-4a7a363ad13e"/>
    <xsd:element name="properties">
      <xsd:complexType>
        <xsd:sequence>
          <xsd:element name="documentManagement">
            <xsd:complexType>
              <xsd:all>
                <xsd:element ref="ns2:mada26d228054314ab94caa6b5d7dc47" minOccurs="0"/>
                <xsd:element ref="ns2:TaxCatchAll" minOccurs="0"/>
                <xsd:element ref="ns2:TaxCatchAllLabel" minOccurs="0"/>
                <xsd:element ref="ns2:TargetLibrary" minOccurs="0"/>
                <xsd:element ref="ns2:TargetFolder" minOccurs="0"/>
                <xsd:element ref="ns2:AssetDescription" minOccurs="0"/>
                <xsd:element ref="ns2:KMKeywords" minOccurs="0"/>
                <xsd:element ref="ns2:c6c6c3b0074d4f30b72b3feedb5d0108" minOccurs="0"/>
                <xsd:element ref="ns2:ff0644444b2a40e29c12e15150fec972" minOccurs="0"/>
                <xsd:element ref="ns2:j04b1f64de494316aac50e00d331c7b1" minOccurs="0"/>
                <xsd:element ref="ns2:Customer" minOccurs="0"/>
                <xsd:element ref="ns2:odad7cfeefd74707ac6c84853c013316" minOccurs="0"/>
                <xsd:element ref="ns2:ReviewComment" minOccurs="0"/>
                <xsd:element ref="ns2:KMAuthors" minOccurs="0"/>
                <xsd:element ref="ns2:TargetAudience" minOccurs="0"/>
                <xsd:element ref="ns2:n53bbbb40a0e4a13b8d690c5e1127d04" minOccurs="0"/>
                <xsd:element ref="ns2:DateOfexpiry" minOccurs="0"/>
                <xsd:element ref="ns2:ApprovedBy" minOccurs="0"/>
                <xsd:element ref="ns2:ConfidentialityType" minOccurs="0"/>
                <xsd:element ref="ns2:ProjectId" minOccurs="0"/>
                <xsd:element ref="ns2:ProjectDescription" minOccurs="0"/>
                <xsd:element ref="ns2:ProjectManager" minOccurs="0"/>
                <xsd:element ref="ns2:ProjectName" minOccurs="0"/>
                <xsd:element ref="ns2:DocumentId" minOccurs="0"/>
                <xsd:element ref="ns2:d22dcd938b6f4caf927565c8124858af" minOccurs="0"/>
                <xsd:element ref="ns2:QC" minOccurs="0"/>
                <xsd:element ref="ns2:OpportunityDescription" minOccurs="0"/>
                <xsd:element ref="ns2:OpportunityOwner" minOccurs="0"/>
                <xsd:element ref="ns2:Cluster" minOccurs="0"/>
                <xsd:element ref="ns2:SBU" minOccurs="0"/>
                <xsd:element ref="ns2:Author_2013" minOccurs="0"/>
                <xsd:element ref="ns2:OpportunityId" minOccurs="0"/>
                <xsd:element ref="ns2:IBG" minOccurs="0"/>
                <xsd:element ref="ns2:AssetStatus" minOccurs="0"/>
                <xsd:element ref="ns2:h5822bc7064a4db5887e85ba7427ffe4" minOccurs="0"/>
                <xsd:element ref="ns2:c58c1eabb7b6441581232d1f87d2b480" minOccurs="0"/>
                <xsd:element ref="ns2:Reusability_x0025_" minOccurs="0"/>
                <xsd:element ref="ns2:Project_x0020_Phase_x0020_Usag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cea950-4c34-44e2-8f98-4a7a363ad13e" elementFormDefault="qualified">
    <xsd:import namespace="http://schemas.microsoft.com/office/2006/documentManagement/types"/>
    <xsd:import namespace="http://schemas.microsoft.com/office/infopath/2007/PartnerControls"/>
    <xsd:element name="mada26d228054314ab94caa6b5d7dc47" ma:index="8" nillable="true" ma:taxonomy="true" ma:internalName="mada26d228054314ab94caa6b5d7dc47" ma:taxonomyFieldName="TargetSite" ma:displayName="Target Site" ma:fieldId="{6ada26d2-2805-4314-ab94-caa6b5d7dc47}" ma:sspId="690c6b26-a452-4077-be57-cedd6bb1e34b" ma:termSetId="30849fe3-4b3f-4b82-8483-cbba9127a7ef"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4d8d9770-2424-4acb-9e7d-f2fb55159939}" ma:internalName="TaxCatchAll" ma:showField="CatchAllData" ma:web="0a85a059-228e-4ab1-b89b-76c1468313b1">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4d8d9770-2424-4acb-9e7d-f2fb55159939}" ma:internalName="TaxCatchAllLabel" ma:readOnly="true" ma:showField="CatchAllDataLabel" ma:web="0a85a059-228e-4ab1-b89b-76c1468313b1">
      <xsd:complexType>
        <xsd:complexContent>
          <xsd:extension base="dms:MultiChoiceLookup">
            <xsd:sequence>
              <xsd:element name="Value" type="dms:Lookup" maxOccurs="unbounded" minOccurs="0" nillable="true"/>
            </xsd:sequence>
          </xsd:extension>
        </xsd:complexContent>
      </xsd:complexType>
    </xsd:element>
    <xsd:element name="TargetLibrary" ma:index="12" nillable="true" ma:displayName="Target Library" ma:internalName="TargetLibrary">
      <xsd:simpleType>
        <xsd:restriction base="dms:Text"/>
      </xsd:simpleType>
    </xsd:element>
    <xsd:element name="TargetFolder" ma:index="13" nillable="true" ma:displayName="Target Folder" ma:internalName="TargetFolder">
      <xsd:simpleType>
        <xsd:restriction base="dms:Text"/>
      </xsd:simpleType>
    </xsd:element>
    <xsd:element name="AssetDescription" ma:index="14" nillable="true" ma:displayName="Asset Description" ma:internalName="AssetDescription">
      <xsd:simpleType>
        <xsd:restriction base="dms:Note">
          <xsd:maxLength value="255"/>
        </xsd:restriction>
      </xsd:simpleType>
    </xsd:element>
    <xsd:element name="KMKeywords" ma:index="15" nillable="true" ma:displayName="KMKeywords" ma:internalName="KMKeywords">
      <xsd:simpleType>
        <xsd:restriction base="dms:Text"/>
      </xsd:simpleType>
    </xsd:element>
    <xsd:element name="c6c6c3b0074d4f30b72b3feedb5d0108" ma:index="16" nillable="true" ma:taxonomy="true" ma:internalName="c6c6c3b0074d4f30b72b3feedb5d0108" ma:taxonomyFieldName="Competency" ma:displayName="Competency/Verticals" ma:fieldId="{c6c6c3b0-074d-4f30-b72b-3feedb5d0108}" ma:sspId="690c6b26-a452-4077-be57-cedd6bb1e34b" ma:termSetId="9cb14f59-4aad-49a2-8aea-5fc235710189" ma:anchorId="00000000-0000-0000-0000-000000000000" ma:open="false" ma:isKeyword="false">
      <xsd:complexType>
        <xsd:sequence>
          <xsd:element ref="pc:Terms" minOccurs="0" maxOccurs="1"/>
        </xsd:sequence>
      </xsd:complexType>
    </xsd:element>
    <xsd:element name="ff0644444b2a40e29c12e15150fec972" ma:index="18" nillable="true" ma:taxonomy="true" ma:internalName="ff0644444b2a40e29c12e15150fec972" ma:taxonomyFieldName="ServiceOfferings" ma:displayName="Service Offerings" ma:fieldId="{ff064444-4b2a-40e2-9c12-e15150fec972}" ma:sspId="690c6b26-a452-4077-be57-cedd6bb1e34b" ma:termSetId="9cb14f59-4aad-49a2-8aea-5fc235710189" ma:anchorId="00000000-0000-0000-0000-000000000000" ma:open="false" ma:isKeyword="false">
      <xsd:complexType>
        <xsd:sequence>
          <xsd:element ref="pc:Terms" minOccurs="0" maxOccurs="1"/>
        </xsd:sequence>
      </xsd:complexType>
    </xsd:element>
    <xsd:element name="j04b1f64de494316aac50e00d331c7b1" ma:index="20" nillable="true" ma:taxonomy="true" ma:internalName="j04b1f64de494316aac50e00d331c7b1" ma:taxonomyFieldName="Technology" ma:displayName="Technology" ma:fieldId="{304b1f64-de49-4316-aac5-0e00d331c7b1}" ma:sspId="690c6b26-a452-4077-be57-cedd6bb1e34b" ma:termSetId="9e5cc8d0-3812-44ac-9ec4-9f7236de3cd8" ma:anchorId="00000000-0000-0000-0000-000000000000" ma:open="false" ma:isKeyword="false">
      <xsd:complexType>
        <xsd:sequence>
          <xsd:element ref="pc:Terms" minOccurs="0" maxOccurs="1"/>
        </xsd:sequence>
      </xsd:complexType>
    </xsd:element>
    <xsd:element name="Customer" ma:index="22" nillable="true" ma:displayName="Account/Customer/Program" ma:internalName="Customer">
      <xsd:simpleType>
        <xsd:restriction base="dms:Text"/>
      </xsd:simpleType>
    </xsd:element>
    <xsd:element name="odad7cfeefd74707ac6c84853c013316" ma:index="23" nillable="true" ma:taxonomy="true" ma:internalName="odad7cfeefd74707ac6c84853c013316" ma:taxonomyFieldName="Domain" ma:displayName="Domain" ma:fieldId="{8dad7cfe-efd7-4707-ac6c-84853c013316}" ma:sspId="690c6b26-a452-4077-be57-cedd6bb1e34b" ma:termSetId="978b6347-e6a5-4688-b94b-a4be5ac20bea" ma:anchorId="00000000-0000-0000-0000-000000000000" ma:open="false" ma:isKeyword="false">
      <xsd:complexType>
        <xsd:sequence>
          <xsd:element ref="pc:Terms" minOccurs="0" maxOccurs="1"/>
        </xsd:sequence>
      </xsd:complexType>
    </xsd:element>
    <xsd:element name="ReviewComment" ma:index="25" nillable="true" ma:displayName="ReviewComment" ma:internalName="ReviewComment">
      <xsd:simpleType>
        <xsd:restriction base="dms:Note">
          <xsd:maxLength value="255"/>
        </xsd:restriction>
      </xsd:simpleType>
    </xsd:element>
    <xsd:element name="KMAuthors" ma:index="26" nillable="true" ma:displayName="KMAuthors" ma:internalName="KMAutho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argetAudience" ma:index="27" nillable="true" ma:displayName="Target Audience" ma:internalName="TargetAudience">
      <xsd:complexType>
        <xsd:complexContent>
          <xsd:extension base="dms:MultiChoice">
            <xsd:sequence>
              <xsd:element name="Value" maxOccurs="unbounded" minOccurs="0" nillable="true">
                <xsd:simpleType>
                  <xsd:restriction base="dms:Choice">
                    <xsd:enumeration value="All"/>
                    <xsd:enumeration value="Analyst"/>
                    <xsd:enumeration value="Consultant"/>
                    <xsd:enumeration value="Developers"/>
                    <xsd:enumeration value="Designers"/>
                    <xsd:enumeration value="Pre Sales or Sales"/>
                    <xsd:enumeration value="Project Managers"/>
                    <xsd:enumeration value="Program Managers"/>
                    <xsd:enumeration value="Operations"/>
                    <xsd:enumeration value="Support Teams"/>
                    <xsd:enumeration value="Solution Architects"/>
                    <xsd:enumeration value="Technical Architects"/>
                    <xsd:enumeration value="Testers"/>
                  </xsd:restriction>
                </xsd:simpleType>
              </xsd:element>
            </xsd:sequence>
          </xsd:extension>
        </xsd:complexContent>
      </xsd:complexType>
    </xsd:element>
    <xsd:element name="n53bbbb40a0e4a13b8d690c5e1127d04" ma:index="28" nillable="true" ma:taxonomy="true" ma:internalName="n53bbbb40a0e4a13b8d690c5e1127d04" ma:taxonomyFieldName="Geography" ma:displayName="Geography/Region" ma:default="" ma:fieldId="{753bbbb4-0a0e-4a13-b8d6-90c5e1127d04}" ma:sspId="690c6b26-a452-4077-be57-cedd6bb1e34b" ma:termSetId="65eea512-40dc-4a5c-95fd-3b3196e32943" ma:anchorId="00000000-0000-0000-0000-000000000000" ma:open="false" ma:isKeyword="false">
      <xsd:complexType>
        <xsd:sequence>
          <xsd:element ref="pc:Terms" minOccurs="0" maxOccurs="1"/>
        </xsd:sequence>
      </xsd:complexType>
    </xsd:element>
    <xsd:element name="DateOfexpiry" ma:index="30" nillable="true" ma:displayName="Date Of expiry" ma:internalName="DateOfexpiry">
      <xsd:simpleType>
        <xsd:restriction base="dms:DateTime"/>
      </xsd:simpleType>
    </xsd:element>
    <xsd:element name="ApprovedBy" ma:index="31" nillable="true" ma:displayName="Approved By" ma:internalName="ApprovedBy">
      <xsd:simpleType>
        <xsd:restriction base="dms:Text"/>
      </xsd:simpleType>
    </xsd:element>
    <xsd:element name="ConfidentialityType" ma:index="32" nillable="true" ma:displayName="Confidentiality Type" ma:internalName="ConfidentialityType">
      <xsd:simpleType>
        <xsd:restriction base="dms:Choice">
          <xsd:enumeration value="Public"/>
          <xsd:enumeration value="Confidential External Use"/>
          <xsd:enumeration value="Confidential Internal Use"/>
          <xsd:enumeration value="Restricted"/>
        </xsd:restriction>
      </xsd:simpleType>
    </xsd:element>
    <xsd:element name="ProjectId" ma:index="33" nillable="true" ma:displayName="Project Id" ma:internalName="ProjectId">
      <xsd:simpleType>
        <xsd:restriction base="dms:Text"/>
      </xsd:simpleType>
    </xsd:element>
    <xsd:element name="ProjectDescription" ma:index="34" nillable="true" ma:displayName="Project Description" ma:internalName="ProjectDescription">
      <xsd:simpleType>
        <xsd:restriction base="dms:Note">
          <xsd:maxLength value="255"/>
        </xsd:restriction>
      </xsd:simpleType>
    </xsd:element>
    <xsd:element name="ProjectManager" ma:index="35" nillable="true" ma:displayName="Project Manager" ma:internalName="ProjectManag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rojectName" ma:index="36" nillable="true" ma:displayName="Project Name" ma:internalName="ProjectName">
      <xsd:simpleType>
        <xsd:restriction base="dms:Text"/>
      </xsd:simpleType>
    </xsd:element>
    <xsd:element name="DocumentId" ma:index="37" nillable="true" ma:displayName="Document Id" ma:internalName="DocumentId">
      <xsd:simpleType>
        <xsd:restriction base="dms:Text"/>
      </xsd:simpleType>
    </xsd:element>
    <xsd:element name="d22dcd938b6f4caf927565c8124858af" ma:index="38" nillable="true" ma:taxonomy="true" ma:internalName="d22dcd938b6f4caf927565c8124858af" ma:taxonomyFieldName="IBU" ma:displayName="IBU" ma:fieldId="{d22dcd93-8b6f-4caf-9275-65c8124858af}" ma:sspId="690c6b26-a452-4077-be57-cedd6bb1e34b" ma:termSetId="30849fe3-4b3f-4b82-8483-cbba9127a7ef" ma:anchorId="00000000-0000-0000-0000-000000000000" ma:open="false" ma:isKeyword="false">
      <xsd:complexType>
        <xsd:sequence>
          <xsd:element ref="pc:Terms" minOccurs="0" maxOccurs="1"/>
        </xsd:sequence>
      </xsd:complexType>
    </xsd:element>
    <xsd:element name="QC" ma:index="40" nillable="true" ma:displayName="QC" ma:internalName="QC">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pportunityDescription" ma:index="41" nillable="true" ma:displayName="Opportunity Description" ma:internalName="OpportunityDescription">
      <xsd:simpleType>
        <xsd:restriction base="dms:Note">
          <xsd:maxLength value="255"/>
        </xsd:restriction>
      </xsd:simpleType>
    </xsd:element>
    <xsd:element name="OpportunityOwner" ma:index="42" nillable="true" ma:displayName="Opportunity Owner" ma:internalName="Opportunity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luster" ma:index="43" nillable="true" ma:displayName="Cluster" ma:internalName="Cluster">
      <xsd:simpleType>
        <xsd:restriction base="dms:Text"/>
      </xsd:simpleType>
    </xsd:element>
    <xsd:element name="SBU" ma:index="44" nillable="true" ma:displayName="SBU" ma:internalName="SBU">
      <xsd:simpleType>
        <xsd:restriction base="dms:Text"/>
      </xsd:simpleType>
    </xsd:element>
    <xsd:element name="Author_2013" ma:index="45" nillable="true" ma:displayName="Author_2013" ma:internalName="Author_2013">
      <xsd:simpleType>
        <xsd:restriction base="dms:Text"/>
      </xsd:simpleType>
    </xsd:element>
    <xsd:element name="OpportunityId" ma:index="46" nillable="true" ma:displayName="Opportunity Id" ma:internalName="OpportunityId">
      <xsd:simpleType>
        <xsd:restriction base="dms:Text"/>
      </xsd:simpleType>
    </xsd:element>
    <xsd:element name="IBG" ma:index="47" nillable="true" ma:displayName="IBG" ma:internalName="IBG">
      <xsd:simpleType>
        <xsd:restriction base="dms:Text"/>
      </xsd:simpleType>
    </xsd:element>
    <xsd:element name="AssetStatus" ma:index="48" nillable="true" ma:displayName="Asset Status" ma:format="Dropdown" ma:internalName="AssetStatus">
      <xsd:simpleType>
        <xsd:restriction base="dms:Choice">
          <xsd:enumeration value="In Progress"/>
          <xsd:enumeration value="Sent For Correction"/>
          <xsd:enumeration value="Approved"/>
          <xsd:enumeration value="Archived"/>
          <xsd:enumeration value="Rejected"/>
        </xsd:restriction>
      </xsd:simpleType>
    </xsd:element>
    <xsd:element name="h5822bc7064a4db5887e85ba7427ffe4" ma:index="49" nillable="true" ma:taxonomy="true" ma:internalName="h5822bc7064a4db5887e85ba7427ffe4" ma:taxonomyFieldName="Cluster_Practice" ma:displayName="Cluster_Practice" ma:default="" ma:fieldId="{15822bc7-064a-4db5-887e-85ba7427ffe4}" ma:sspId="690c6b26-a452-4077-be57-cedd6bb1e34b" ma:termSetId="30849fe3-4b3f-4b82-8483-cbba9127a7ef" ma:anchorId="00000000-0000-0000-0000-000000000000" ma:open="false" ma:isKeyword="false">
      <xsd:complexType>
        <xsd:sequence>
          <xsd:element ref="pc:Terms" minOccurs="0" maxOccurs="1"/>
        </xsd:sequence>
      </xsd:complexType>
    </xsd:element>
    <xsd:element name="c58c1eabb7b6441581232d1f87d2b480" ma:index="51" nillable="true" ma:taxonomy="true" ma:internalName="c58c1eabb7b6441581232d1f87d2b480" ma:taxonomyFieldName="IBU_New" ma:displayName="IBU_New" ma:default="" ma:fieldId="{c58c1eab-b7b6-4415-8123-2d1f87d2b480}" ma:sspId="690c6b26-a452-4077-be57-cedd6bb1e34b" ma:termSetId="30849fe3-4b3f-4b82-8483-cbba9127a7ef" ma:anchorId="00000000-0000-0000-0000-000000000000" ma:open="false" ma:isKeyword="false">
      <xsd:complexType>
        <xsd:sequence>
          <xsd:element ref="pc:Terms" minOccurs="0" maxOccurs="1"/>
        </xsd:sequence>
      </xsd:complexType>
    </xsd:element>
    <xsd:element name="Reusability_x0025_" ma:index="53" nillable="true" ma:displayName="Reusability%" ma:default="" ma:internalName="Reusability_x0025_" ma:percentage="FALSE">
      <xsd:simpleType>
        <xsd:restriction base="dms:Number"/>
      </xsd:simpleType>
    </xsd:element>
    <xsd:element name="Project_x0020_Phase_x0020_Usage" ma:index="54" nillable="true" ma:displayName="Project Phase Usage" ma:default="" ma:internalName="Project_x0020_Phase_x0020_Usag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B60D5F-B5AF-4E5D-AC3B-97C20E8C6C40}">
  <ds:schemaRefs>
    <ds:schemaRef ds:uri="http://schemas.microsoft.com/office/2006/metadata/properties"/>
    <ds:schemaRef ds:uri="http://schemas.microsoft.com/office/infopath/2007/PartnerControls"/>
    <ds:schemaRef ds:uri="6acea950-4c34-44e2-8f98-4a7a363ad13e"/>
  </ds:schemaRefs>
</ds:datastoreItem>
</file>

<file path=customXml/itemProps2.xml><?xml version="1.0" encoding="utf-8"?>
<ds:datastoreItem xmlns:ds="http://schemas.openxmlformats.org/officeDocument/2006/customXml" ds:itemID="{CD8E7D83-F6BB-47CD-90DC-CE83DE1B67B8}">
  <ds:schemaRefs>
    <ds:schemaRef ds:uri="Microsoft.SharePoint.Taxonomy.ContentTypeSync"/>
  </ds:schemaRefs>
</ds:datastoreItem>
</file>

<file path=customXml/itemProps3.xml><?xml version="1.0" encoding="utf-8"?>
<ds:datastoreItem xmlns:ds="http://schemas.openxmlformats.org/officeDocument/2006/customXml" ds:itemID="{2600C9FC-2250-48DB-AEB8-CB6448CD2F5D}">
  <ds:schemaRefs>
    <ds:schemaRef ds:uri="http://schemas.microsoft.com/sharepoint/events"/>
  </ds:schemaRefs>
</ds:datastoreItem>
</file>

<file path=customXml/itemProps4.xml><?xml version="1.0" encoding="utf-8"?>
<ds:datastoreItem xmlns:ds="http://schemas.openxmlformats.org/officeDocument/2006/customXml" ds:itemID="{202228D7-F4E1-48B7-811C-4778DB2A1A27}">
  <ds:schemaRefs>
    <ds:schemaRef ds:uri="http://schemas.microsoft.com/sharepoint/v3/contenttype/forms"/>
  </ds:schemaRefs>
</ds:datastoreItem>
</file>

<file path=customXml/itemProps5.xml><?xml version="1.0" encoding="utf-8"?>
<ds:datastoreItem xmlns:ds="http://schemas.openxmlformats.org/officeDocument/2006/customXml" ds:itemID="{B26D7F00-BE2F-4F42-9C9D-30F3459609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cea950-4c34-44e2-8f98-4a7a363ad1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5529</TotalTime>
  <Words>2276</Words>
  <Application>Microsoft Office PowerPoint</Application>
  <PresentationFormat>Widescreen</PresentationFormat>
  <Paragraphs>373</Paragraphs>
  <Slides>34</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34</vt:i4>
      </vt:variant>
    </vt:vector>
  </HeadingPairs>
  <TitlesOfParts>
    <vt:vector size="44" baseType="lpstr">
      <vt:lpstr>Aptos</vt:lpstr>
      <vt:lpstr>Aptos (Body)</vt:lpstr>
      <vt:lpstr>Aptos Black</vt:lpstr>
      <vt:lpstr>Aptos Display</vt:lpstr>
      <vt:lpstr>Aptos Light</vt:lpstr>
      <vt:lpstr>Arial</vt:lpstr>
      <vt:lpstr>Calibri</vt:lpstr>
      <vt:lpstr>Calibri Light</vt:lpstr>
      <vt:lpstr>TECH mahindra</vt:lpstr>
      <vt:lpstr>Custom Design</vt:lpstr>
      <vt:lpstr>Prerequisites for MuleSoft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MuleSoft Coding Standards &amp; Naming Conventions</vt:lpstr>
      <vt:lpstr>MuleSoft Naming Conventions</vt:lpstr>
      <vt:lpstr>MuleSoft Best Practices</vt:lpstr>
      <vt:lpstr>MuleSoft Best Practices</vt:lpstr>
      <vt:lpstr>MuleSoft Complete Concepts</vt:lpstr>
      <vt:lpstr>What is MuleSoft</vt:lpstr>
      <vt:lpstr>What is Integration ??</vt:lpstr>
      <vt:lpstr>PowerPoint Presentation</vt:lpstr>
      <vt:lpstr>PowerPoint Presentation</vt:lpstr>
      <vt:lpstr>PowerPoint Presentation</vt:lpstr>
      <vt:lpstr>PowerPoint Presentation</vt:lpstr>
      <vt:lpstr>PowerPoint Presentation</vt:lpstr>
      <vt:lpstr>Components &amp; Connectors</vt:lpstr>
      <vt:lpstr>PowerPoint Presentation</vt:lpstr>
      <vt:lpstr>PowerPoint Presentation</vt:lpstr>
      <vt:lpstr>PowerPoint Presentation</vt:lpstr>
      <vt:lpstr>PowerPoint Presentation</vt:lpstr>
      <vt:lpstr>PowerPoint Presentation</vt:lpstr>
      <vt:lpstr>Error Handling Types</vt:lpstr>
      <vt:lpstr>Batch Processing: Designed for handling large data volumes (e.g., files, records) Processes data in steps: Input → Process → On Complete Supports parallelization, checkpointing, and error handling Enables partial processing and recovery from failures  Streaming: Handles large payloads efficiently (e.g., big files, large API responses) Processes data as it arrives, without loading all into memory Reduces memory usage and improves performance Supports streaming for file, HTTP, and database connectors  Benefits: Scalable, efficient processing of big data Parallel execution and fault tolerance Optimized resource usage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Rishav Kumar7</dc:creator>
  <cp:lastModifiedBy>Rishav Kumar7</cp:lastModifiedBy>
  <cp:revision>4</cp:revision>
  <dcterms:created xsi:type="dcterms:W3CDTF">2026-03-23T09:23:45Z</dcterms:created>
  <dcterms:modified xsi:type="dcterms:W3CDTF">2026-03-27T19:45:32Z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331f486-f8b5-456b-a19a-dbe0d296c5fd_Enabled">
    <vt:lpwstr>true</vt:lpwstr>
  </property>
  <property fmtid="{D5CDD505-2E9C-101B-9397-08002B2CF9AE}" pid="3" name="MSIP_Label_7331f486-f8b5-456b-a19a-dbe0d296c5fd_SetDate">
    <vt:lpwstr>2025-10-22T07:55:26Z</vt:lpwstr>
  </property>
  <property fmtid="{D5CDD505-2E9C-101B-9397-08002B2CF9AE}" pid="4" name="MSIP_Label_7331f486-f8b5-456b-a19a-dbe0d296c5fd_Method">
    <vt:lpwstr>Privileged</vt:lpwstr>
  </property>
  <property fmtid="{D5CDD505-2E9C-101B-9397-08002B2CF9AE}" pid="5" name="MSIP_Label_7331f486-f8b5-456b-a19a-dbe0d296c5fd_Name">
    <vt:lpwstr>Company Confidential Internal Use</vt:lpwstr>
  </property>
  <property fmtid="{D5CDD505-2E9C-101B-9397-08002B2CF9AE}" pid="6" name="MSIP_Label_7331f486-f8b5-456b-a19a-dbe0d296c5fd_SiteId">
    <vt:lpwstr>edf442f5-b994-4c86-a131-b42b03a16c95</vt:lpwstr>
  </property>
  <property fmtid="{D5CDD505-2E9C-101B-9397-08002B2CF9AE}" pid="7" name="MSIP_Label_7331f486-f8b5-456b-a19a-dbe0d296c5fd_ActionId">
    <vt:lpwstr>96f51e76-de85-42d9-975a-731caff1b239</vt:lpwstr>
  </property>
  <property fmtid="{D5CDD505-2E9C-101B-9397-08002B2CF9AE}" pid="8" name="MSIP_Label_7331f486-f8b5-456b-a19a-dbe0d296c5fd_ContentBits">
    <vt:lpwstr>0</vt:lpwstr>
  </property>
  <property fmtid="{D5CDD505-2E9C-101B-9397-08002B2CF9AE}" pid="9" name="MSIP_Label_7331f486-f8b5-456b-a19a-dbe0d296c5fd_Tag">
    <vt:lpwstr>50, 0, 1, 1</vt:lpwstr>
  </property>
  <property fmtid="{D5CDD505-2E9C-101B-9397-08002B2CF9AE}" pid="10" name="ContentTypeId">
    <vt:lpwstr>0x010100E23F8AB4C344394DAF3667957D18D05700876C8E4CD00A944EBAFE744A0A27E131</vt:lpwstr>
  </property>
  <property fmtid="{D5CDD505-2E9C-101B-9397-08002B2CF9AE}" pid="11" name="Technology">
    <vt:lpwstr/>
  </property>
  <property fmtid="{D5CDD505-2E9C-101B-9397-08002B2CF9AE}" pid="12" name="IBU_New">
    <vt:lpwstr/>
  </property>
  <property fmtid="{D5CDD505-2E9C-101B-9397-08002B2CF9AE}" pid="13" name="TargetSite">
    <vt:lpwstr/>
  </property>
  <property fmtid="{D5CDD505-2E9C-101B-9397-08002B2CF9AE}" pid="14" name="Geography">
    <vt:lpwstr/>
  </property>
  <property fmtid="{D5CDD505-2E9C-101B-9397-08002B2CF9AE}" pid="15" name="IBU">
    <vt:lpwstr/>
  </property>
  <property fmtid="{D5CDD505-2E9C-101B-9397-08002B2CF9AE}" pid="16" name="Competency">
    <vt:lpwstr/>
  </property>
  <property fmtid="{D5CDD505-2E9C-101B-9397-08002B2CF9AE}" pid="17" name="Domain">
    <vt:lpwstr/>
  </property>
  <property fmtid="{D5CDD505-2E9C-101B-9397-08002B2CF9AE}" pid="18" name="Cluster_Practice">
    <vt:lpwstr/>
  </property>
  <property fmtid="{D5CDD505-2E9C-101B-9397-08002B2CF9AE}" pid="19" name="ServiceOfferings">
    <vt:lpwstr/>
  </property>
  <property fmtid="{D5CDD505-2E9C-101B-9397-08002B2CF9AE}" pid="20" name="MediaServiceImageTags">
    <vt:lpwstr/>
  </property>
  <property fmtid="{D5CDD505-2E9C-101B-9397-08002B2CF9AE}" pid="21" name="lcf76f155ced4ddcb4097134ff3c332f">
    <vt:lpwstr/>
  </property>
</Properties>
</file>